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3716000" cy="10287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61" d="100"/>
          <a:sy n="61" d="100"/>
        </p:scale>
        <p:origin x="164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past-encoder-panel">
            <a:extLst>
              <a:ext uri="{FF2B5EF4-FFF2-40B4-BE49-F238E27FC236}">
                <a16:creationId xmlns:a16="http://schemas.microsoft.com/office/drawing/2014/main" id="{A2A8D8EF-98F1-43E8-8087-78635B008594}"/>
              </a:ext>
            </a:extLst>
          </p:cNvPr>
          <p:cNvSpPr>
            <a:spLocks noGrp="1"/>
          </p:cNvSpPr>
          <p:nvPr/>
        </p:nvSpPr>
        <p:spPr>
          <a:xfrm>
            <a:off x="115290" y="851174"/>
            <a:ext cx="3048000" cy="882245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4288">
            <a:solidFill>
              <a:srgbClr val="3136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denoiser-panel">
            <a:extLst>
              <a:ext uri="{FF2B5EF4-FFF2-40B4-BE49-F238E27FC236}">
                <a16:creationId xmlns:a16="http://schemas.microsoft.com/office/drawing/2014/main" id="{78B8D359-FF05-4A53-983D-24F33668ECAA}"/>
              </a:ext>
            </a:extLst>
          </p:cNvPr>
          <p:cNvSpPr>
            <a:spLocks noGrp="1"/>
          </p:cNvSpPr>
          <p:nvPr/>
        </p:nvSpPr>
        <p:spPr>
          <a:xfrm>
            <a:off x="3346118" y="851174"/>
            <a:ext cx="8113187" cy="8822450"/>
          </a:xfrm>
          <a:prstGeom prst="roundRect">
            <a:avLst>
              <a:gd name="adj" fmla="val 1000"/>
            </a:avLst>
          </a:prstGeom>
          <a:solidFill>
            <a:srgbClr val="FFFFFF"/>
          </a:solidFill>
          <a:ln w="14288">
            <a:solidFill>
              <a:srgbClr val="31363A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2B1074-1920-4B94-9E76-FC63280C6DF8}"/>
              </a:ext>
            </a:extLst>
          </p:cNvPr>
          <p:cNvSpPr>
            <a:spLocks noGrp="1"/>
          </p:cNvSpPr>
          <p:nvPr/>
        </p:nvSpPr>
        <p:spPr>
          <a:xfrm>
            <a:off x="540079" y="1101124"/>
            <a:ext cx="2143125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2175" b="1">
                <a:solidFill>
                  <a:srgbClr val="043E52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043E52"/>
                </a:solidFill>
                <a:latin typeface="Aptos Display"/>
                <a:ea typeface="Aptos Display"/>
                <a:cs typeface="Aptos Display"/>
              </a:rPr>
              <a:t>Past encoder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24CD353-76B3-4F47-8C5A-5CE3B1CA5C16}"/>
              </a:ext>
            </a:extLst>
          </p:cNvPr>
          <p:cNvSpPr>
            <a:spLocks noGrp="1"/>
          </p:cNvSpPr>
          <p:nvPr/>
        </p:nvSpPr>
        <p:spPr>
          <a:xfrm>
            <a:off x="6112204" y="1101124"/>
            <a:ext cx="2857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2175" b="1">
                <a:solidFill>
                  <a:srgbClr val="043E52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043E52"/>
                </a:solidFill>
                <a:latin typeface="Aptos Display"/>
                <a:ea typeface="Aptos Display"/>
                <a:cs typeface="Aptos Display"/>
              </a:rPr>
              <a:t>Denoiser U-Net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BB90C1-E72F-4EEB-8865-0699CCAE6462}"/>
              </a:ext>
            </a:extLst>
          </p:cNvPr>
          <p:cNvSpPr>
            <a:spLocks noGrp="1"/>
          </p:cNvSpPr>
          <p:nvPr/>
        </p:nvSpPr>
        <p:spPr>
          <a:xfrm>
            <a:off x="301954" y="1520224"/>
            <a:ext cx="2619375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200" b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A3A"/>
                </a:solidFill>
                <a:latin typeface="Aptos"/>
                <a:ea typeface="Aptos"/>
                <a:cs typeface="Aptos"/>
              </a:rPr>
              <a:t>Preictal spectrogram, C x F x T_cond</a:t>
            </a:r>
          </a:p>
          <a:p>
            <a:pPr algn="ctr">
              <a:defRPr sz="1200" b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A3A"/>
                </a:solidFill>
                <a:latin typeface="Aptos"/>
                <a:ea typeface="Aptos"/>
                <a:cs typeface="Aptos"/>
              </a:rPr>
              <a:t>(real VPM M710 event 48)</a:t>
            </a:r>
          </a:p>
        </p:txBody>
      </p:sp>
      <p:sp>
        <p:nvSpPr>
          <p:cNvPr id="6" name="vpm-real-preictal-spectrogram-r0-c0">
            <a:extLst>
              <a:ext uri="{FF2B5EF4-FFF2-40B4-BE49-F238E27FC236}">
                <a16:creationId xmlns:a16="http://schemas.microsoft.com/office/drawing/2014/main" id="{0731862D-A6C0-4AEF-AC82-24D68415CCAD}"/>
              </a:ext>
            </a:extLst>
          </p:cNvPr>
          <p:cNvSpPr>
            <a:spLocks noGrp="1"/>
          </p:cNvSpPr>
          <p:nvPr/>
        </p:nvSpPr>
        <p:spPr>
          <a:xfrm>
            <a:off x="682954" y="1996474"/>
            <a:ext cx="102923" cy="45773"/>
          </a:xfrm>
          <a:prstGeom prst="rect">
            <a:avLst/>
          </a:prstGeom>
          <a:solidFill>
            <a:srgbClr val="07051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vpm-real-preictal-spectrogram-r0-c1">
            <a:extLst>
              <a:ext uri="{FF2B5EF4-FFF2-40B4-BE49-F238E27FC236}">
                <a16:creationId xmlns:a16="http://schemas.microsoft.com/office/drawing/2014/main" id="{DE9DC978-5BEE-42E6-88DD-0817C196DE67}"/>
              </a:ext>
            </a:extLst>
          </p:cNvPr>
          <p:cNvSpPr>
            <a:spLocks noGrp="1"/>
          </p:cNvSpPr>
          <p:nvPr/>
        </p:nvSpPr>
        <p:spPr>
          <a:xfrm>
            <a:off x="783496" y="1996474"/>
            <a:ext cx="102923" cy="45773"/>
          </a:xfrm>
          <a:prstGeom prst="rect">
            <a:avLst/>
          </a:prstGeom>
          <a:solidFill>
            <a:srgbClr val="0805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vpm-real-preictal-spectrogram-r0-c2">
            <a:extLst>
              <a:ext uri="{FF2B5EF4-FFF2-40B4-BE49-F238E27FC236}">
                <a16:creationId xmlns:a16="http://schemas.microsoft.com/office/drawing/2014/main" id="{D3790DAF-54AC-40C2-ADBD-B557102A2847}"/>
              </a:ext>
            </a:extLst>
          </p:cNvPr>
          <p:cNvSpPr>
            <a:spLocks noGrp="1"/>
          </p:cNvSpPr>
          <p:nvPr/>
        </p:nvSpPr>
        <p:spPr>
          <a:xfrm>
            <a:off x="884037" y="1996474"/>
            <a:ext cx="102923" cy="45773"/>
          </a:xfrm>
          <a:prstGeom prst="rect">
            <a:avLst/>
          </a:prstGeom>
          <a:solidFill>
            <a:srgbClr val="1B0B3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vpm-real-preictal-spectrogram-r0-c3">
            <a:extLst>
              <a:ext uri="{FF2B5EF4-FFF2-40B4-BE49-F238E27FC236}">
                <a16:creationId xmlns:a16="http://schemas.microsoft.com/office/drawing/2014/main" id="{32C8B953-B7B5-418F-994B-A457F8BF2CD0}"/>
              </a:ext>
            </a:extLst>
          </p:cNvPr>
          <p:cNvSpPr>
            <a:spLocks noGrp="1"/>
          </p:cNvSpPr>
          <p:nvPr/>
        </p:nvSpPr>
        <p:spPr>
          <a:xfrm>
            <a:off x="984579" y="1996474"/>
            <a:ext cx="102923" cy="45773"/>
          </a:xfrm>
          <a:prstGeom prst="rect">
            <a:avLst/>
          </a:prstGeom>
          <a:solidFill>
            <a:srgbClr val="200D4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vpm-real-preictal-spectrogram-r0-c4">
            <a:extLst>
              <a:ext uri="{FF2B5EF4-FFF2-40B4-BE49-F238E27FC236}">
                <a16:creationId xmlns:a16="http://schemas.microsoft.com/office/drawing/2014/main" id="{862CA246-204E-48AF-9C66-A84632264095}"/>
              </a:ext>
            </a:extLst>
          </p:cNvPr>
          <p:cNvSpPr>
            <a:spLocks noGrp="1"/>
          </p:cNvSpPr>
          <p:nvPr/>
        </p:nvSpPr>
        <p:spPr>
          <a:xfrm>
            <a:off x="1085121" y="1996474"/>
            <a:ext cx="102923" cy="45773"/>
          </a:xfrm>
          <a:prstGeom prst="rect">
            <a:avLst/>
          </a:prstGeom>
          <a:solidFill>
            <a:srgbClr val="0D07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vpm-real-preictal-spectrogram-r0-c5">
            <a:extLst>
              <a:ext uri="{FF2B5EF4-FFF2-40B4-BE49-F238E27FC236}">
                <a16:creationId xmlns:a16="http://schemas.microsoft.com/office/drawing/2014/main" id="{03DB4B7A-BAF1-4490-B560-A901BB7440E0}"/>
              </a:ext>
            </a:extLst>
          </p:cNvPr>
          <p:cNvSpPr>
            <a:spLocks noGrp="1"/>
          </p:cNvSpPr>
          <p:nvPr/>
        </p:nvSpPr>
        <p:spPr>
          <a:xfrm>
            <a:off x="1185662" y="1996474"/>
            <a:ext cx="102923" cy="45773"/>
          </a:xfrm>
          <a:prstGeom prst="rect">
            <a:avLst/>
          </a:prstGeom>
          <a:solidFill>
            <a:srgbClr val="0B062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vpm-real-preictal-spectrogram-r0-c6">
            <a:extLst>
              <a:ext uri="{FF2B5EF4-FFF2-40B4-BE49-F238E27FC236}">
                <a16:creationId xmlns:a16="http://schemas.microsoft.com/office/drawing/2014/main" id="{B08E23FD-BCB9-46CB-BC4D-A744F9F79F4F}"/>
              </a:ext>
            </a:extLst>
          </p:cNvPr>
          <p:cNvSpPr>
            <a:spLocks noGrp="1"/>
          </p:cNvSpPr>
          <p:nvPr/>
        </p:nvSpPr>
        <p:spPr>
          <a:xfrm>
            <a:off x="1286204" y="1996474"/>
            <a:ext cx="102923" cy="45773"/>
          </a:xfrm>
          <a:prstGeom prst="rect">
            <a:avLst/>
          </a:prstGeom>
          <a:solidFill>
            <a:srgbClr val="07051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vpm-real-preictal-spectrogram-r0-c7">
            <a:extLst>
              <a:ext uri="{FF2B5EF4-FFF2-40B4-BE49-F238E27FC236}">
                <a16:creationId xmlns:a16="http://schemas.microsoft.com/office/drawing/2014/main" id="{BA237091-DF87-47C8-BA99-4BF10A3767F0}"/>
              </a:ext>
            </a:extLst>
          </p:cNvPr>
          <p:cNvSpPr>
            <a:spLocks noGrp="1"/>
          </p:cNvSpPr>
          <p:nvPr/>
        </p:nvSpPr>
        <p:spPr>
          <a:xfrm>
            <a:off x="1386746" y="1996474"/>
            <a:ext cx="102923" cy="45773"/>
          </a:xfrm>
          <a:prstGeom prst="rect">
            <a:avLst/>
          </a:prstGeom>
          <a:solidFill>
            <a:srgbClr val="0F072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vpm-real-preictal-spectrogram-r0-c8">
            <a:extLst>
              <a:ext uri="{FF2B5EF4-FFF2-40B4-BE49-F238E27FC236}">
                <a16:creationId xmlns:a16="http://schemas.microsoft.com/office/drawing/2014/main" id="{789036A3-8FB5-47A8-8A02-ABEC88FF9E50}"/>
              </a:ext>
            </a:extLst>
          </p:cNvPr>
          <p:cNvSpPr>
            <a:spLocks noGrp="1"/>
          </p:cNvSpPr>
          <p:nvPr/>
        </p:nvSpPr>
        <p:spPr>
          <a:xfrm>
            <a:off x="1487287" y="1996474"/>
            <a:ext cx="102923" cy="45773"/>
          </a:xfrm>
          <a:prstGeom prst="rect">
            <a:avLst/>
          </a:prstGeom>
          <a:solidFill>
            <a:srgbClr val="1008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vpm-real-preictal-spectrogram-r0-c9">
            <a:extLst>
              <a:ext uri="{FF2B5EF4-FFF2-40B4-BE49-F238E27FC236}">
                <a16:creationId xmlns:a16="http://schemas.microsoft.com/office/drawing/2014/main" id="{47E62A65-547D-4E72-B597-D6949DEE268B}"/>
              </a:ext>
            </a:extLst>
          </p:cNvPr>
          <p:cNvSpPr>
            <a:spLocks noGrp="1"/>
          </p:cNvSpPr>
          <p:nvPr/>
        </p:nvSpPr>
        <p:spPr>
          <a:xfrm>
            <a:off x="1587829" y="1996474"/>
            <a:ext cx="102923" cy="45773"/>
          </a:xfrm>
          <a:prstGeom prst="rect">
            <a:avLst/>
          </a:prstGeom>
          <a:solidFill>
            <a:srgbClr val="190B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vpm-real-preictal-spectrogram-r0-c10">
            <a:extLst>
              <a:ext uri="{FF2B5EF4-FFF2-40B4-BE49-F238E27FC236}">
                <a16:creationId xmlns:a16="http://schemas.microsoft.com/office/drawing/2014/main" id="{FF2290EC-D784-405E-B182-9283C533BBEF}"/>
              </a:ext>
            </a:extLst>
          </p:cNvPr>
          <p:cNvSpPr>
            <a:spLocks noGrp="1"/>
          </p:cNvSpPr>
          <p:nvPr/>
        </p:nvSpPr>
        <p:spPr>
          <a:xfrm>
            <a:off x="1688371" y="1996474"/>
            <a:ext cx="102923" cy="45773"/>
          </a:xfrm>
          <a:prstGeom prst="rect">
            <a:avLst/>
          </a:prstGeom>
          <a:solidFill>
            <a:srgbClr val="1F0D4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vpm-real-preictal-spectrogram-r0-c11">
            <a:extLst>
              <a:ext uri="{FF2B5EF4-FFF2-40B4-BE49-F238E27FC236}">
                <a16:creationId xmlns:a16="http://schemas.microsoft.com/office/drawing/2014/main" id="{908E11D1-F878-4A94-84CA-F2307C80DFB0}"/>
              </a:ext>
            </a:extLst>
          </p:cNvPr>
          <p:cNvSpPr>
            <a:spLocks noGrp="1"/>
          </p:cNvSpPr>
          <p:nvPr/>
        </p:nvSpPr>
        <p:spPr>
          <a:xfrm>
            <a:off x="1788912" y="1996474"/>
            <a:ext cx="102923" cy="45773"/>
          </a:xfrm>
          <a:prstGeom prst="rect">
            <a:avLst/>
          </a:prstGeom>
          <a:solidFill>
            <a:srgbClr val="0D072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vpm-real-preictal-spectrogram-r0-c12">
            <a:extLst>
              <a:ext uri="{FF2B5EF4-FFF2-40B4-BE49-F238E27FC236}">
                <a16:creationId xmlns:a16="http://schemas.microsoft.com/office/drawing/2014/main" id="{87FC8850-00B1-4549-908F-FDB046B91573}"/>
              </a:ext>
            </a:extLst>
          </p:cNvPr>
          <p:cNvSpPr>
            <a:spLocks noGrp="1"/>
          </p:cNvSpPr>
          <p:nvPr/>
        </p:nvSpPr>
        <p:spPr>
          <a:xfrm>
            <a:off x="1889454" y="1996474"/>
            <a:ext cx="102923" cy="45773"/>
          </a:xfrm>
          <a:prstGeom prst="rect">
            <a:avLst/>
          </a:prstGeom>
          <a:solidFill>
            <a:srgbClr val="0906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vpm-real-preictal-spectrogram-r0-c13">
            <a:extLst>
              <a:ext uri="{FF2B5EF4-FFF2-40B4-BE49-F238E27FC236}">
                <a16:creationId xmlns:a16="http://schemas.microsoft.com/office/drawing/2014/main" id="{D17A1108-8CFA-410E-A7CB-2ED091047D31}"/>
              </a:ext>
            </a:extLst>
          </p:cNvPr>
          <p:cNvSpPr>
            <a:spLocks noGrp="1"/>
          </p:cNvSpPr>
          <p:nvPr/>
        </p:nvSpPr>
        <p:spPr>
          <a:xfrm>
            <a:off x="1989996" y="1996474"/>
            <a:ext cx="102923" cy="45773"/>
          </a:xfrm>
          <a:prstGeom prst="rect">
            <a:avLst/>
          </a:prstGeom>
          <a:solidFill>
            <a:srgbClr val="07051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vpm-real-preictal-spectrogram-r0-c14">
            <a:extLst>
              <a:ext uri="{FF2B5EF4-FFF2-40B4-BE49-F238E27FC236}">
                <a16:creationId xmlns:a16="http://schemas.microsoft.com/office/drawing/2014/main" id="{9558F52C-1238-4982-8A6D-C2CED8369B86}"/>
              </a:ext>
            </a:extLst>
          </p:cNvPr>
          <p:cNvSpPr>
            <a:spLocks noGrp="1"/>
          </p:cNvSpPr>
          <p:nvPr/>
        </p:nvSpPr>
        <p:spPr>
          <a:xfrm>
            <a:off x="2090537" y="1996474"/>
            <a:ext cx="102923" cy="45773"/>
          </a:xfrm>
          <a:prstGeom prst="rect">
            <a:avLst/>
          </a:prstGeom>
          <a:solidFill>
            <a:srgbClr val="07051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vpm-real-preictal-spectrogram-r0-c15">
            <a:extLst>
              <a:ext uri="{FF2B5EF4-FFF2-40B4-BE49-F238E27FC236}">
                <a16:creationId xmlns:a16="http://schemas.microsoft.com/office/drawing/2014/main" id="{46A75F82-861B-4703-B1B8-20DC274CB5D1}"/>
              </a:ext>
            </a:extLst>
          </p:cNvPr>
          <p:cNvSpPr>
            <a:spLocks noGrp="1"/>
          </p:cNvSpPr>
          <p:nvPr/>
        </p:nvSpPr>
        <p:spPr>
          <a:xfrm>
            <a:off x="2191079" y="1996474"/>
            <a:ext cx="102923" cy="45773"/>
          </a:xfrm>
          <a:prstGeom prst="rect">
            <a:avLst/>
          </a:prstGeom>
          <a:solidFill>
            <a:srgbClr val="0D07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vpm-real-preictal-spectrogram-r0-c16">
            <a:extLst>
              <a:ext uri="{FF2B5EF4-FFF2-40B4-BE49-F238E27FC236}">
                <a16:creationId xmlns:a16="http://schemas.microsoft.com/office/drawing/2014/main" id="{2477E131-9CC0-4F50-87B6-5512DA7D07D1}"/>
              </a:ext>
            </a:extLst>
          </p:cNvPr>
          <p:cNvSpPr>
            <a:spLocks noGrp="1"/>
          </p:cNvSpPr>
          <p:nvPr/>
        </p:nvSpPr>
        <p:spPr>
          <a:xfrm>
            <a:off x="2291621" y="1996474"/>
            <a:ext cx="102923" cy="45773"/>
          </a:xfrm>
          <a:prstGeom prst="rect">
            <a:avLst/>
          </a:prstGeom>
          <a:solidFill>
            <a:srgbClr val="1008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vpm-real-preictal-spectrogram-r0-c17">
            <a:extLst>
              <a:ext uri="{FF2B5EF4-FFF2-40B4-BE49-F238E27FC236}">
                <a16:creationId xmlns:a16="http://schemas.microsoft.com/office/drawing/2014/main" id="{9A1F4BE3-DBD3-456D-B952-73B9D2784FFF}"/>
              </a:ext>
            </a:extLst>
          </p:cNvPr>
          <p:cNvSpPr>
            <a:spLocks noGrp="1"/>
          </p:cNvSpPr>
          <p:nvPr/>
        </p:nvSpPr>
        <p:spPr>
          <a:xfrm>
            <a:off x="2392162" y="1996474"/>
            <a:ext cx="102923" cy="45773"/>
          </a:xfrm>
          <a:prstGeom prst="rect">
            <a:avLst/>
          </a:prstGeom>
          <a:solidFill>
            <a:srgbClr val="0906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vpm-real-preictal-spectrogram-r1-c0">
            <a:extLst>
              <a:ext uri="{FF2B5EF4-FFF2-40B4-BE49-F238E27FC236}">
                <a16:creationId xmlns:a16="http://schemas.microsoft.com/office/drawing/2014/main" id="{997664F3-3EF9-46CC-8740-F44ED1E34386}"/>
              </a:ext>
            </a:extLst>
          </p:cNvPr>
          <p:cNvSpPr>
            <a:spLocks noGrp="1"/>
          </p:cNvSpPr>
          <p:nvPr/>
        </p:nvSpPr>
        <p:spPr>
          <a:xfrm>
            <a:off x="682954" y="2039866"/>
            <a:ext cx="102923" cy="45773"/>
          </a:xfrm>
          <a:prstGeom prst="rect">
            <a:avLst/>
          </a:prstGeom>
          <a:solidFill>
            <a:srgbClr val="07051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vpm-real-preictal-spectrogram-r1-c1">
            <a:extLst>
              <a:ext uri="{FF2B5EF4-FFF2-40B4-BE49-F238E27FC236}">
                <a16:creationId xmlns:a16="http://schemas.microsoft.com/office/drawing/2014/main" id="{9332F8C3-7D1E-470E-99B4-171452486E0C}"/>
              </a:ext>
            </a:extLst>
          </p:cNvPr>
          <p:cNvSpPr>
            <a:spLocks noGrp="1"/>
          </p:cNvSpPr>
          <p:nvPr/>
        </p:nvSpPr>
        <p:spPr>
          <a:xfrm>
            <a:off x="783496" y="2039866"/>
            <a:ext cx="102923" cy="45773"/>
          </a:xfrm>
          <a:prstGeom prst="rect">
            <a:avLst/>
          </a:prstGeom>
          <a:solidFill>
            <a:srgbClr val="28105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vpm-real-preictal-spectrogram-r1-c2">
            <a:extLst>
              <a:ext uri="{FF2B5EF4-FFF2-40B4-BE49-F238E27FC236}">
                <a16:creationId xmlns:a16="http://schemas.microsoft.com/office/drawing/2014/main" id="{7ABF325A-21D2-4823-8E2C-D38C0110FEDC}"/>
              </a:ext>
            </a:extLst>
          </p:cNvPr>
          <p:cNvSpPr>
            <a:spLocks noGrp="1"/>
          </p:cNvSpPr>
          <p:nvPr/>
        </p:nvSpPr>
        <p:spPr>
          <a:xfrm>
            <a:off x="884037" y="2039866"/>
            <a:ext cx="102923" cy="45773"/>
          </a:xfrm>
          <a:prstGeom prst="rect">
            <a:avLst/>
          </a:prstGeom>
          <a:solidFill>
            <a:srgbClr val="12082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vpm-real-preictal-spectrogram-r1-c3">
            <a:extLst>
              <a:ext uri="{FF2B5EF4-FFF2-40B4-BE49-F238E27FC236}">
                <a16:creationId xmlns:a16="http://schemas.microsoft.com/office/drawing/2014/main" id="{F1D891A5-C41E-4CD1-BC70-E2C20B09C9A3}"/>
              </a:ext>
            </a:extLst>
          </p:cNvPr>
          <p:cNvSpPr>
            <a:spLocks noGrp="1"/>
          </p:cNvSpPr>
          <p:nvPr/>
        </p:nvSpPr>
        <p:spPr>
          <a:xfrm>
            <a:off x="984579" y="2039866"/>
            <a:ext cx="102923" cy="45773"/>
          </a:xfrm>
          <a:prstGeom prst="rect">
            <a:avLst/>
          </a:prstGeom>
          <a:solidFill>
            <a:srgbClr val="1D0C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vpm-real-preictal-spectrogram-r1-c4">
            <a:extLst>
              <a:ext uri="{FF2B5EF4-FFF2-40B4-BE49-F238E27FC236}">
                <a16:creationId xmlns:a16="http://schemas.microsoft.com/office/drawing/2014/main" id="{222A5631-D5C1-4916-9935-15ACEDDE7775}"/>
              </a:ext>
            </a:extLst>
          </p:cNvPr>
          <p:cNvSpPr>
            <a:spLocks noGrp="1"/>
          </p:cNvSpPr>
          <p:nvPr/>
        </p:nvSpPr>
        <p:spPr>
          <a:xfrm>
            <a:off x="1085121" y="2039866"/>
            <a:ext cx="102923" cy="45773"/>
          </a:xfrm>
          <a:prstGeom prst="rect">
            <a:avLst/>
          </a:prstGeom>
          <a:solidFill>
            <a:srgbClr val="210E4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vpm-real-preictal-spectrogram-r1-c5">
            <a:extLst>
              <a:ext uri="{FF2B5EF4-FFF2-40B4-BE49-F238E27FC236}">
                <a16:creationId xmlns:a16="http://schemas.microsoft.com/office/drawing/2014/main" id="{F56F595B-A6C3-464A-BC76-3D143D9864BA}"/>
              </a:ext>
            </a:extLst>
          </p:cNvPr>
          <p:cNvSpPr>
            <a:spLocks noGrp="1"/>
          </p:cNvSpPr>
          <p:nvPr/>
        </p:nvSpPr>
        <p:spPr>
          <a:xfrm>
            <a:off x="1185662" y="2039866"/>
            <a:ext cx="102923" cy="45773"/>
          </a:xfrm>
          <a:prstGeom prst="rect">
            <a:avLst/>
          </a:prstGeom>
          <a:solidFill>
            <a:srgbClr val="3513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vpm-real-preictal-spectrogram-r1-c6">
            <a:extLst>
              <a:ext uri="{FF2B5EF4-FFF2-40B4-BE49-F238E27FC236}">
                <a16:creationId xmlns:a16="http://schemas.microsoft.com/office/drawing/2014/main" id="{AE5820F2-CFD0-4C9C-8973-D7F282D46705}"/>
              </a:ext>
            </a:extLst>
          </p:cNvPr>
          <p:cNvSpPr>
            <a:spLocks noGrp="1"/>
          </p:cNvSpPr>
          <p:nvPr/>
        </p:nvSpPr>
        <p:spPr>
          <a:xfrm>
            <a:off x="1286204" y="2039866"/>
            <a:ext cx="102923" cy="45773"/>
          </a:xfrm>
          <a:prstGeom prst="rect">
            <a:avLst/>
          </a:prstGeom>
          <a:solidFill>
            <a:srgbClr val="6E1E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vpm-real-preictal-spectrogram-r1-c7">
            <a:extLst>
              <a:ext uri="{FF2B5EF4-FFF2-40B4-BE49-F238E27FC236}">
                <a16:creationId xmlns:a16="http://schemas.microsoft.com/office/drawing/2014/main" id="{D6D2AAFE-165A-40FC-96B0-192560497CBE}"/>
              </a:ext>
            </a:extLst>
          </p:cNvPr>
          <p:cNvSpPr>
            <a:spLocks noGrp="1"/>
          </p:cNvSpPr>
          <p:nvPr/>
        </p:nvSpPr>
        <p:spPr>
          <a:xfrm>
            <a:off x="1386746" y="2039866"/>
            <a:ext cx="102923" cy="45773"/>
          </a:xfrm>
          <a:prstGeom prst="rect">
            <a:avLst/>
          </a:prstGeom>
          <a:solidFill>
            <a:srgbClr val="260F5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vpm-real-preictal-spectrogram-r1-c8">
            <a:extLst>
              <a:ext uri="{FF2B5EF4-FFF2-40B4-BE49-F238E27FC236}">
                <a16:creationId xmlns:a16="http://schemas.microsoft.com/office/drawing/2014/main" id="{81DF41E2-1C8B-4E05-8C66-B871D73ACA9A}"/>
              </a:ext>
            </a:extLst>
          </p:cNvPr>
          <p:cNvSpPr>
            <a:spLocks noGrp="1"/>
          </p:cNvSpPr>
          <p:nvPr/>
        </p:nvSpPr>
        <p:spPr>
          <a:xfrm>
            <a:off x="1487287" y="2039866"/>
            <a:ext cx="102923" cy="45773"/>
          </a:xfrm>
          <a:prstGeom prst="rect">
            <a:avLst/>
          </a:prstGeom>
          <a:solidFill>
            <a:srgbClr val="220E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vpm-real-preictal-spectrogram-r1-c9">
            <a:extLst>
              <a:ext uri="{FF2B5EF4-FFF2-40B4-BE49-F238E27FC236}">
                <a16:creationId xmlns:a16="http://schemas.microsoft.com/office/drawing/2014/main" id="{592CBFBC-5279-483C-9A93-0E30767C22C4}"/>
              </a:ext>
            </a:extLst>
          </p:cNvPr>
          <p:cNvSpPr>
            <a:spLocks noGrp="1"/>
          </p:cNvSpPr>
          <p:nvPr/>
        </p:nvSpPr>
        <p:spPr>
          <a:xfrm>
            <a:off x="1587829" y="2039866"/>
            <a:ext cx="102923" cy="45773"/>
          </a:xfrm>
          <a:prstGeom prst="rect">
            <a:avLst/>
          </a:prstGeom>
          <a:solidFill>
            <a:srgbClr val="240E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vpm-real-preictal-spectrogram-r1-c10">
            <a:extLst>
              <a:ext uri="{FF2B5EF4-FFF2-40B4-BE49-F238E27FC236}">
                <a16:creationId xmlns:a16="http://schemas.microsoft.com/office/drawing/2014/main" id="{8F7FAAFE-3ACF-416B-BCD9-D31FB70AA68A}"/>
              </a:ext>
            </a:extLst>
          </p:cNvPr>
          <p:cNvSpPr>
            <a:spLocks noGrp="1"/>
          </p:cNvSpPr>
          <p:nvPr/>
        </p:nvSpPr>
        <p:spPr>
          <a:xfrm>
            <a:off x="1688371" y="2039866"/>
            <a:ext cx="102923" cy="45773"/>
          </a:xfrm>
          <a:prstGeom prst="rect">
            <a:avLst/>
          </a:prstGeom>
          <a:solidFill>
            <a:srgbClr val="38136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vpm-real-preictal-spectrogram-r1-c11">
            <a:extLst>
              <a:ext uri="{FF2B5EF4-FFF2-40B4-BE49-F238E27FC236}">
                <a16:creationId xmlns:a16="http://schemas.microsoft.com/office/drawing/2014/main" id="{1A0C2BFE-035E-428A-8F04-D2F9A6C2DFE5}"/>
              </a:ext>
            </a:extLst>
          </p:cNvPr>
          <p:cNvSpPr>
            <a:spLocks noGrp="1"/>
          </p:cNvSpPr>
          <p:nvPr/>
        </p:nvSpPr>
        <p:spPr>
          <a:xfrm>
            <a:off x="1788912" y="2039866"/>
            <a:ext cx="102923" cy="45773"/>
          </a:xfrm>
          <a:prstGeom prst="rect">
            <a:avLst/>
          </a:prstGeom>
          <a:solidFill>
            <a:srgbClr val="1E0C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vpm-real-preictal-spectrogram-r1-c12">
            <a:extLst>
              <a:ext uri="{FF2B5EF4-FFF2-40B4-BE49-F238E27FC236}">
                <a16:creationId xmlns:a16="http://schemas.microsoft.com/office/drawing/2014/main" id="{3BB08C7D-5D87-49CA-8495-19A8A255DB99}"/>
              </a:ext>
            </a:extLst>
          </p:cNvPr>
          <p:cNvSpPr>
            <a:spLocks noGrp="1"/>
          </p:cNvSpPr>
          <p:nvPr/>
        </p:nvSpPr>
        <p:spPr>
          <a:xfrm>
            <a:off x="1889454" y="2039866"/>
            <a:ext cx="102923" cy="45773"/>
          </a:xfrm>
          <a:prstGeom prst="rect">
            <a:avLst/>
          </a:prstGeom>
          <a:solidFill>
            <a:srgbClr val="220E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vpm-real-preictal-spectrogram-r1-c13">
            <a:extLst>
              <a:ext uri="{FF2B5EF4-FFF2-40B4-BE49-F238E27FC236}">
                <a16:creationId xmlns:a16="http://schemas.microsoft.com/office/drawing/2014/main" id="{C466A388-CA35-49D7-BB6C-9BA2C0D4E9E7}"/>
              </a:ext>
            </a:extLst>
          </p:cNvPr>
          <p:cNvSpPr>
            <a:spLocks noGrp="1"/>
          </p:cNvSpPr>
          <p:nvPr/>
        </p:nvSpPr>
        <p:spPr>
          <a:xfrm>
            <a:off x="1989996" y="2039866"/>
            <a:ext cx="102923" cy="45773"/>
          </a:xfrm>
          <a:prstGeom prst="rect">
            <a:avLst/>
          </a:prstGeom>
          <a:solidFill>
            <a:srgbClr val="1D0C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vpm-real-preictal-spectrogram-r1-c14">
            <a:extLst>
              <a:ext uri="{FF2B5EF4-FFF2-40B4-BE49-F238E27FC236}">
                <a16:creationId xmlns:a16="http://schemas.microsoft.com/office/drawing/2014/main" id="{8D4BAB6F-733D-4E95-9A1C-3C4863ADFA26}"/>
              </a:ext>
            </a:extLst>
          </p:cNvPr>
          <p:cNvSpPr>
            <a:spLocks noGrp="1"/>
          </p:cNvSpPr>
          <p:nvPr/>
        </p:nvSpPr>
        <p:spPr>
          <a:xfrm>
            <a:off x="2090537" y="2039866"/>
            <a:ext cx="102923" cy="45773"/>
          </a:xfrm>
          <a:prstGeom prst="rect">
            <a:avLst/>
          </a:prstGeom>
          <a:solidFill>
            <a:srgbClr val="180A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vpm-real-preictal-spectrogram-r1-c15">
            <a:extLst>
              <a:ext uri="{FF2B5EF4-FFF2-40B4-BE49-F238E27FC236}">
                <a16:creationId xmlns:a16="http://schemas.microsoft.com/office/drawing/2014/main" id="{06064500-1AEC-461A-9E3B-94A59DBCAD6E}"/>
              </a:ext>
            </a:extLst>
          </p:cNvPr>
          <p:cNvSpPr>
            <a:spLocks noGrp="1"/>
          </p:cNvSpPr>
          <p:nvPr/>
        </p:nvSpPr>
        <p:spPr>
          <a:xfrm>
            <a:off x="2191079" y="2039866"/>
            <a:ext cx="102923" cy="45773"/>
          </a:xfrm>
          <a:prstGeom prst="rect">
            <a:avLst/>
          </a:prstGeom>
          <a:solidFill>
            <a:srgbClr val="2910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vpm-real-preictal-spectrogram-r1-c16">
            <a:extLst>
              <a:ext uri="{FF2B5EF4-FFF2-40B4-BE49-F238E27FC236}">
                <a16:creationId xmlns:a16="http://schemas.microsoft.com/office/drawing/2014/main" id="{02931765-85D2-4C9E-A024-5964B1F6B17C}"/>
              </a:ext>
            </a:extLst>
          </p:cNvPr>
          <p:cNvSpPr>
            <a:spLocks noGrp="1"/>
          </p:cNvSpPr>
          <p:nvPr/>
        </p:nvSpPr>
        <p:spPr>
          <a:xfrm>
            <a:off x="2291621" y="2039866"/>
            <a:ext cx="102923" cy="45773"/>
          </a:xfrm>
          <a:prstGeom prst="rect">
            <a:avLst/>
          </a:prstGeom>
          <a:solidFill>
            <a:srgbClr val="3B14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vpm-real-preictal-spectrogram-r1-c17">
            <a:extLst>
              <a:ext uri="{FF2B5EF4-FFF2-40B4-BE49-F238E27FC236}">
                <a16:creationId xmlns:a16="http://schemas.microsoft.com/office/drawing/2014/main" id="{BB27063E-4C52-4B6E-B901-8FAF8FCD7060}"/>
              </a:ext>
            </a:extLst>
          </p:cNvPr>
          <p:cNvSpPr>
            <a:spLocks noGrp="1"/>
          </p:cNvSpPr>
          <p:nvPr/>
        </p:nvSpPr>
        <p:spPr>
          <a:xfrm>
            <a:off x="2392162" y="2039866"/>
            <a:ext cx="102923" cy="45773"/>
          </a:xfrm>
          <a:prstGeom prst="rect">
            <a:avLst/>
          </a:prstGeom>
          <a:solidFill>
            <a:srgbClr val="07051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vpm-real-preictal-spectrogram-r2-c0">
            <a:extLst>
              <a:ext uri="{FF2B5EF4-FFF2-40B4-BE49-F238E27FC236}">
                <a16:creationId xmlns:a16="http://schemas.microsoft.com/office/drawing/2014/main" id="{22B2923A-0A02-41CD-A3A2-F75CF2494486}"/>
              </a:ext>
            </a:extLst>
          </p:cNvPr>
          <p:cNvSpPr>
            <a:spLocks noGrp="1"/>
          </p:cNvSpPr>
          <p:nvPr/>
        </p:nvSpPr>
        <p:spPr>
          <a:xfrm>
            <a:off x="682954" y="2083257"/>
            <a:ext cx="102923" cy="45773"/>
          </a:xfrm>
          <a:prstGeom prst="rect">
            <a:avLst/>
          </a:prstGeom>
          <a:solidFill>
            <a:srgbClr val="0805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vpm-real-preictal-spectrogram-r2-c1">
            <a:extLst>
              <a:ext uri="{FF2B5EF4-FFF2-40B4-BE49-F238E27FC236}">
                <a16:creationId xmlns:a16="http://schemas.microsoft.com/office/drawing/2014/main" id="{352460C1-9602-4B9D-A024-3D2A53B0B273}"/>
              </a:ext>
            </a:extLst>
          </p:cNvPr>
          <p:cNvSpPr>
            <a:spLocks noGrp="1"/>
          </p:cNvSpPr>
          <p:nvPr/>
        </p:nvSpPr>
        <p:spPr>
          <a:xfrm>
            <a:off x="783496" y="2083257"/>
            <a:ext cx="102923" cy="45773"/>
          </a:xfrm>
          <a:prstGeom prst="rect">
            <a:avLst/>
          </a:prstGeom>
          <a:solidFill>
            <a:srgbClr val="220E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vpm-real-preictal-spectrogram-r2-c2">
            <a:extLst>
              <a:ext uri="{FF2B5EF4-FFF2-40B4-BE49-F238E27FC236}">
                <a16:creationId xmlns:a16="http://schemas.microsoft.com/office/drawing/2014/main" id="{98E54D39-0B45-4BAA-A8E5-DA19E328D63E}"/>
              </a:ext>
            </a:extLst>
          </p:cNvPr>
          <p:cNvSpPr>
            <a:spLocks noGrp="1"/>
          </p:cNvSpPr>
          <p:nvPr/>
        </p:nvSpPr>
        <p:spPr>
          <a:xfrm>
            <a:off x="884037" y="2083257"/>
            <a:ext cx="102923" cy="45773"/>
          </a:xfrm>
          <a:prstGeom prst="rect">
            <a:avLst/>
          </a:prstGeom>
          <a:solidFill>
            <a:srgbClr val="31126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vpm-real-preictal-spectrogram-r2-c3">
            <a:extLst>
              <a:ext uri="{FF2B5EF4-FFF2-40B4-BE49-F238E27FC236}">
                <a16:creationId xmlns:a16="http://schemas.microsoft.com/office/drawing/2014/main" id="{DCE258DD-B5F7-43A1-AD26-F8D604CF649A}"/>
              </a:ext>
            </a:extLst>
          </p:cNvPr>
          <p:cNvSpPr>
            <a:spLocks noGrp="1"/>
          </p:cNvSpPr>
          <p:nvPr/>
        </p:nvSpPr>
        <p:spPr>
          <a:xfrm>
            <a:off x="984579" y="2083257"/>
            <a:ext cx="102923" cy="45773"/>
          </a:xfrm>
          <a:prstGeom prst="rect">
            <a:avLst/>
          </a:prstGeom>
          <a:solidFill>
            <a:srgbClr val="4D18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vpm-real-preictal-spectrogram-r2-c4">
            <a:extLst>
              <a:ext uri="{FF2B5EF4-FFF2-40B4-BE49-F238E27FC236}">
                <a16:creationId xmlns:a16="http://schemas.microsoft.com/office/drawing/2014/main" id="{4B360BDC-9F57-4889-AC6A-8D06B69432C2}"/>
              </a:ext>
            </a:extLst>
          </p:cNvPr>
          <p:cNvSpPr>
            <a:spLocks noGrp="1"/>
          </p:cNvSpPr>
          <p:nvPr/>
        </p:nvSpPr>
        <p:spPr>
          <a:xfrm>
            <a:off x="1085121" y="2083257"/>
            <a:ext cx="102923" cy="45773"/>
          </a:xfrm>
          <a:prstGeom prst="rect">
            <a:avLst/>
          </a:prstGeom>
          <a:solidFill>
            <a:srgbClr val="190B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vpm-real-preictal-spectrogram-r2-c5">
            <a:extLst>
              <a:ext uri="{FF2B5EF4-FFF2-40B4-BE49-F238E27FC236}">
                <a16:creationId xmlns:a16="http://schemas.microsoft.com/office/drawing/2014/main" id="{D38491B2-8E7E-4634-B43B-B1462A499C97}"/>
              </a:ext>
            </a:extLst>
          </p:cNvPr>
          <p:cNvSpPr>
            <a:spLocks noGrp="1"/>
          </p:cNvSpPr>
          <p:nvPr/>
        </p:nvSpPr>
        <p:spPr>
          <a:xfrm>
            <a:off x="1185662" y="2083257"/>
            <a:ext cx="102923" cy="45773"/>
          </a:xfrm>
          <a:prstGeom prst="rect">
            <a:avLst/>
          </a:prstGeom>
          <a:solidFill>
            <a:srgbClr val="48176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vpm-real-preictal-spectrogram-r2-c6">
            <a:extLst>
              <a:ext uri="{FF2B5EF4-FFF2-40B4-BE49-F238E27FC236}">
                <a16:creationId xmlns:a16="http://schemas.microsoft.com/office/drawing/2014/main" id="{1F2BBAED-0130-49C2-9464-F961459A838B}"/>
              </a:ext>
            </a:extLst>
          </p:cNvPr>
          <p:cNvSpPr>
            <a:spLocks noGrp="1"/>
          </p:cNvSpPr>
          <p:nvPr/>
        </p:nvSpPr>
        <p:spPr>
          <a:xfrm>
            <a:off x="1286204" y="2083257"/>
            <a:ext cx="102923" cy="45773"/>
          </a:xfrm>
          <a:prstGeom prst="rect">
            <a:avLst/>
          </a:prstGeom>
          <a:solidFill>
            <a:srgbClr val="9C2E7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vpm-real-preictal-spectrogram-r2-c7">
            <a:extLst>
              <a:ext uri="{FF2B5EF4-FFF2-40B4-BE49-F238E27FC236}">
                <a16:creationId xmlns:a16="http://schemas.microsoft.com/office/drawing/2014/main" id="{9A608A97-C45A-4F07-8974-27280C34C2CA}"/>
              </a:ext>
            </a:extLst>
          </p:cNvPr>
          <p:cNvSpPr>
            <a:spLocks noGrp="1"/>
          </p:cNvSpPr>
          <p:nvPr/>
        </p:nvSpPr>
        <p:spPr>
          <a:xfrm>
            <a:off x="1386746" y="2083257"/>
            <a:ext cx="102923" cy="45773"/>
          </a:xfrm>
          <a:prstGeom prst="rect">
            <a:avLst/>
          </a:prstGeom>
          <a:solidFill>
            <a:srgbClr val="49176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vpm-real-preictal-spectrogram-r2-c8">
            <a:extLst>
              <a:ext uri="{FF2B5EF4-FFF2-40B4-BE49-F238E27FC236}">
                <a16:creationId xmlns:a16="http://schemas.microsoft.com/office/drawing/2014/main" id="{90135D2C-D5ED-4672-91B8-88AC809A25D1}"/>
              </a:ext>
            </a:extLst>
          </p:cNvPr>
          <p:cNvSpPr>
            <a:spLocks noGrp="1"/>
          </p:cNvSpPr>
          <p:nvPr/>
        </p:nvSpPr>
        <p:spPr>
          <a:xfrm>
            <a:off x="1487287" y="2083257"/>
            <a:ext cx="102923" cy="45773"/>
          </a:xfrm>
          <a:prstGeom prst="rect">
            <a:avLst/>
          </a:prstGeom>
          <a:solidFill>
            <a:srgbClr val="38136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vpm-real-preictal-spectrogram-r2-c9">
            <a:extLst>
              <a:ext uri="{FF2B5EF4-FFF2-40B4-BE49-F238E27FC236}">
                <a16:creationId xmlns:a16="http://schemas.microsoft.com/office/drawing/2014/main" id="{84D71DEC-A4AB-48D6-92F3-C0EBAC8CF906}"/>
              </a:ext>
            </a:extLst>
          </p:cNvPr>
          <p:cNvSpPr>
            <a:spLocks noGrp="1"/>
          </p:cNvSpPr>
          <p:nvPr/>
        </p:nvSpPr>
        <p:spPr>
          <a:xfrm>
            <a:off x="1587829" y="2083257"/>
            <a:ext cx="102923" cy="45773"/>
          </a:xfrm>
          <a:prstGeom prst="rect">
            <a:avLst/>
          </a:prstGeom>
          <a:solidFill>
            <a:srgbClr val="2E116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vpm-real-preictal-spectrogram-r2-c10">
            <a:extLst>
              <a:ext uri="{FF2B5EF4-FFF2-40B4-BE49-F238E27FC236}">
                <a16:creationId xmlns:a16="http://schemas.microsoft.com/office/drawing/2014/main" id="{B62911C1-848A-43BC-B49C-11C39F5B1925}"/>
              </a:ext>
            </a:extLst>
          </p:cNvPr>
          <p:cNvSpPr>
            <a:spLocks noGrp="1"/>
          </p:cNvSpPr>
          <p:nvPr/>
        </p:nvSpPr>
        <p:spPr>
          <a:xfrm>
            <a:off x="1688371" y="2083257"/>
            <a:ext cx="102923" cy="45773"/>
          </a:xfrm>
          <a:prstGeom prst="rect">
            <a:avLst/>
          </a:prstGeom>
          <a:solidFill>
            <a:srgbClr val="5419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3" name="vpm-real-preictal-spectrogram-r2-c11">
            <a:extLst>
              <a:ext uri="{FF2B5EF4-FFF2-40B4-BE49-F238E27FC236}">
                <a16:creationId xmlns:a16="http://schemas.microsoft.com/office/drawing/2014/main" id="{53F594E1-7513-4847-AF50-B74B263ECE3A}"/>
              </a:ext>
            </a:extLst>
          </p:cNvPr>
          <p:cNvSpPr>
            <a:spLocks noGrp="1"/>
          </p:cNvSpPr>
          <p:nvPr/>
        </p:nvSpPr>
        <p:spPr>
          <a:xfrm>
            <a:off x="1788912" y="2083257"/>
            <a:ext cx="102923" cy="45773"/>
          </a:xfrm>
          <a:prstGeom prst="rect">
            <a:avLst/>
          </a:prstGeom>
          <a:solidFill>
            <a:srgbClr val="3E156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vpm-real-preictal-spectrogram-r2-c12">
            <a:extLst>
              <a:ext uri="{FF2B5EF4-FFF2-40B4-BE49-F238E27FC236}">
                <a16:creationId xmlns:a16="http://schemas.microsoft.com/office/drawing/2014/main" id="{1B46B661-C765-405F-967D-1073A51A2668}"/>
              </a:ext>
            </a:extLst>
          </p:cNvPr>
          <p:cNvSpPr>
            <a:spLocks noGrp="1"/>
          </p:cNvSpPr>
          <p:nvPr/>
        </p:nvSpPr>
        <p:spPr>
          <a:xfrm>
            <a:off x="1889454" y="2083257"/>
            <a:ext cx="102923" cy="45773"/>
          </a:xfrm>
          <a:prstGeom prst="rect">
            <a:avLst/>
          </a:prstGeom>
          <a:solidFill>
            <a:srgbClr val="38136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" name="vpm-real-preictal-spectrogram-r2-c13">
            <a:extLst>
              <a:ext uri="{FF2B5EF4-FFF2-40B4-BE49-F238E27FC236}">
                <a16:creationId xmlns:a16="http://schemas.microsoft.com/office/drawing/2014/main" id="{5DDFE735-25F9-4595-ABBF-ABBE15942F29}"/>
              </a:ext>
            </a:extLst>
          </p:cNvPr>
          <p:cNvSpPr>
            <a:spLocks noGrp="1"/>
          </p:cNvSpPr>
          <p:nvPr/>
        </p:nvSpPr>
        <p:spPr>
          <a:xfrm>
            <a:off x="1989996" y="2083257"/>
            <a:ext cx="102923" cy="45773"/>
          </a:xfrm>
          <a:prstGeom prst="rect">
            <a:avLst/>
          </a:prstGeom>
          <a:solidFill>
            <a:srgbClr val="6F1E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6" name="vpm-real-preictal-spectrogram-r2-c14">
            <a:extLst>
              <a:ext uri="{FF2B5EF4-FFF2-40B4-BE49-F238E27FC236}">
                <a16:creationId xmlns:a16="http://schemas.microsoft.com/office/drawing/2014/main" id="{B86DC39C-76DA-449E-A4FF-E3DADA048B20}"/>
              </a:ext>
            </a:extLst>
          </p:cNvPr>
          <p:cNvSpPr>
            <a:spLocks noGrp="1"/>
          </p:cNvSpPr>
          <p:nvPr/>
        </p:nvSpPr>
        <p:spPr>
          <a:xfrm>
            <a:off x="2090537" y="2083257"/>
            <a:ext cx="102923" cy="45773"/>
          </a:xfrm>
          <a:prstGeom prst="rect">
            <a:avLst/>
          </a:prstGeom>
          <a:solidFill>
            <a:srgbClr val="3C146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" name="vpm-real-preictal-spectrogram-r2-c15">
            <a:extLst>
              <a:ext uri="{FF2B5EF4-FFF2-40B4-BE49-F238E27FC236}">
                <a16:creationId xmlns:a16="http://schemas.microsoft.com/office/drawing/2014/main" id="{DAC41CFF-33E0-4933-B390-F64FB25E5FA4}"/>
              </a:ext>
            </a:extLst>
          </p:cNvPr>
          <p:cNvSpPr>
            <a:spLocks noGrp="1"/>
          </p:cNvSpPr>
          <p:nvPr/>
        </p:nvSpPr>
        <p:spPr>
          <a:xfrm>
            <a:off x="2191079" y="2083257"/>
            <a:ext cx="102923" cy="45773"/>
          </a:xfrm>
          <a:prstGeom prst="rect">
            <a:avLst/>
          </a:prstGeom>
          <a:solidFill>
            <a:srgbClr val="4516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" name="vpm-real-preictal-spectrogram-r2-c16">
            <a:extLst>
              <a:ext uri="{FF2B5EF4-FFF2-40B4-BE49-F238E27FC236}">
                <a16:creationId xmlns:a16="http://schemas.microsoft.com/office/drawing/2014/main" id="{DF184E75-072C-4CE4-B1E3-056A3A971567}"/>
              </a:ext>
            </a:extLst>
          </p:cNvPr>
          <p:cNvSpPr>
            <a:spLocks noGrp="1"/>
          </p:cNvSpPr>
          <p:nvPr/>
        </p:nvSpPr>
        <p:spPr>
          <a:xfrm>
            <a:off x="2291621" y="2083257"/>
            <a:ext cx="102923" cy="45773"/>
          </a:xfrm>
          <a:prstGeom prst="rect">
            <a:avLst/>
          </a:prstGeom>
          <a:solidFill>
            <a:srgbClr val="6C1E7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9" name="vpm-real-preictal-spectrogram-r2-c17">
            <a:extLst>
              <a:ext uri="{FF2B5EF4-FFF2-40B4-BE49-F238E27FC236}">
                <a16:creationId xmlns:a16="http://schemas.microsoft.com/office/drawing/2014/main" id="{E90BC619-8669-420B-9CFA-49834C070F61}"/>
              </a:ext>
            </a:extLst>
          </p:cNvPr>
          <p:cNvSpPr>
            <a:spLocks noGrp="1"/>
          </p:cNvSpPr>
          <p:nvPr/>
        </p:nvSpPr>
        <p:spPr>
          <a:xfrm>
            <a:off x="2392162" y="2083257"/>
            <a:ext cx="102923" cy="45773"/>
          </a:xfrm>
          <a:prstGeom prst="rect">
            <a:avLst/>
          </a:prstGeom>
          <a:solidFill>
            <a:srgbClr val="0905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0" name="vpm-real-preictal-spectrogram-r3-c0">
            <a:extLst>
              <a:ext uri="{FF2B5EF4-FFF2-40B4-BE49-F238E27FC236}">
                <a16:creationId xmlns:a16="http://schemas.microsoft.com/office/drawing/2014/main" id="{2245F7E2-9B94-4AA3-A5AF-02B4C8608561}"/>
              </a:ext>
            </a:extLst>
          </p:cNvPr>
          <p:cNvSpPr>
            <a:spLocks noGrp="1"/>
          </p:cNvSpPr>
          <p:nvPr/>
        </p:nvSpPr>
        <p:spPr>
          <a:xfrm>
            <a:off x="682954" y="2126649"/>
            <a:ext cx="102923" cy="45773"/>
          </a:xfrm>
          <a:prstGeom prst="rect">
            <a:avLst/>
          </a:prstGeom>
          <a:solidFill>
            <a:srgbClr val="07051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1" name="vpm-real-preictal-spectrogram-r3-c1">
            <a:extLst>
              <a:ext uri="{FF2B5EF4-FFF2-40B4-BE49-F238E27FC236}">
                <a16:creationId xmlns:a16="http://schemas.microsoft.com/office/drawing/2014/main" id="{37999FAE-28BC-429D-8DD2-78D858FFC4DE}"/>
              </a:ext>
            </a:extLst>
          </p:cNvPr>
          <p:cNvSpPr>
            <a:spLocks noGrp="1"/>
          </p:cNvSpPr>
          <p:nvPr/>
        </p:nvSpPr>
        <p:spPr>
          <a:xfrm>
            <a:off x="783496" y="2126649"/>
            <a:ext cx="102923" cy="45773"/>
          </a:xfrm>
          <a:prstGeom prst="rect">
            <a:avLst/>
          </a:prstGeom>
          <a:solidFill>
            <a:srgbClr val="2B115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2" name="vpm-real-preictal-spectrogram-r3-c2">
            <a:extLst>
              <a:ext uri="{FF2B5EF4-FFF2-40B4-BE49-F238E27FC236}">
                <a16:creationId xmlns:a16="http://schemas.microsoft.com/office/drawing/2014/main" id="{19534318-13BE-4EF9-9B49-689D04680FD0}"/>
              </a:ext>
            </a:extLst>
          </p:cNvPr>
          <p:cNvSpPr>
            <a:spLocks noGrp="1"/>
          </p:cNvSpPr>
          <p:nvPr/>
        </p:nvSpPr>
        <p:spPr>
          <a:xfrm>
            <a:off x="884037" y="2126649"/>
            <a:ext cx="102923" cy="45773"/>
          </a:xfrm>
          <a:prstGeom prst="rect">
            <a:avLst/>
          </a:prstGeom>
          <a:solidFill>
            <a:srgbClr val="38136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3" name="vpm-real-preictal-spectrogram-r3-c3">
            <a:extLst>
              <a:ext uri="{FF2B5EF4-FFF2-40B4-BE49-F238E27FC236}">
                <a16:creationId xmlns:a16="http://schemas.microsoft.com/office/drawing/2014/main" id="{AB564A0D-D119-4449-95A2-8FAD3E1D1C7C}"/>
              </a:ext>
            </a:extLst>
          </p:cNvPr>
          <p:cNvSpPr>
            <a:spLocks noGrp="1"/>
          </p:cNvSpPr>
          <p:nvPr/>
        </p:nvSpPr>
        <p:spPr>
          <a:xfrm>
            <a:off x="984579" y="2126649"/>
            <a:ext cx="102923" cy="45773"/>
          </a:xfrm>
          <a:prstGeom prst="rect">
            <a:avLst/>
          </a:prstGeom>
          <a:solidFill>
            <a:srgbClr val="74208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4" name="vpm-real-preictal-spectrogram-r3-c4">
            <a:extLst>
              <a:ext uri="{FF2B5EF4-FFF2-40B4-BE49-F238E27FC236}">
                <a16:creationId xmlns:a16="http://schemas.microsoft.com/office/drawing/2014/main" id="{19DFADBE-53BD-4758-8EAB-96EC66F3C2D8}"/>
              </a:ext>
            </a:extLst>
          </p:cNvPr>
          <p:cNvSpPr>
            <a:spLocks noGrp="1"/>
          </p:cNvSpPr>
          <p:nvPr/>
        </p:nvSpPr>
        <p:spPr>
          <a:xfrm>
            <a:off x="1085121" y="2126649"/>
            <a:ext cx="102923" cy="45773"/>
          </a:xfrm>
          <a:prstGeom prst="rect">
            <a:avLst/>
          </a:prstGeom>
          <a:solidFill>
            <a:srgbClr val="5619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5" name="vpm-real-preictal-spectrogram-r3-c5">
            <a:extLst>
              <a:ext uri="{FF2B5EF4-FFF2-40B4-BE49-F238E27FC236}">
                <a16:creationId xmlns:a16="http://schemas.microsoft.com/office/drawing/2014/main" id="{83B30D2E-24AF-4314-ACB0-15D292CF88A2}"/>
              </a:ext>
            </a:extLst>
          </p:cNvPr>
          <p:cNvSpPr>
            <a:spLocks noGrp="1"/>
          </p:cNvSpPr>
          <p:nvPr/>
        </p:nvSpPr>
        <p:spPr>
          <a:xfrm>
            <a:off x="1185662" y="2126649"/>
            <a:ext cx="102923" cy="45773"/>
          </a:xfrm>
          <a:prstGeom prst="rect">
            <a:avLst/>
          </a:prstGeom>
          <a:solidFill>
            <a:srgbClr val="240E5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6" name="vpm-real-preictal-spectrogram-r3-c6">
            <a:extLst>
              <a:ext uri="{FF2B5EF4-FFF2-40B4-BE49-F238E27FC236}">
                <a16:creationId xmlns:a16="http://schemas.microsoft.com/office/drawing/2014/main" id="{BA843EDA-049B-4914-B999-F2DE4411D930}"/>
              </a:ext>
            </a:extLst>
          </p:cNvPr>
          <p:cNvSpPr>
            <a:spLocks noGrp="1"/>
          </p:cNvSpPr>
          <p:nvPr/>
        </p:nvSpPr>
        <p:spPr>
          <a:xfrm>
            <a:off x="1286204" y="2126649"/>
            <a:ext cx="102923" cy="45773"/>
          </a:xfrm>
          <a:prstGeom prst="rect">
            <a:avLst/>
          </a:prstGeom>
          <a:solidFill>
            <a:srgbClr val="4215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7" name="vpm-real-preictal-spectrogram-r3-c7">
            <a:extLst>
              <a:ext uri="{FF2B5EF4-FFF2-40B4-BE49-F238E27FC236}">
                <a16:creationId xmlns:a16="http://schemas.microsoft.com/office/drawing/2014/main" id="{5EF9F60A-541E-44E8-A35D-299D54AF0155}"/>
              </a:ext>
            </a:extLst>
          </p:cNvPr>
          <p:cNvSpPr>
            <a:spLocks noGrp="1"/>
          </p:cNvSpPr>
          <p:nvPr/>
        </p:nvSpPr>
        <p:spPr>
          <a:xfrm>
            <a:off x="1386746" y="2126649"/>
            <a:ext cx="102923" cy="45773"/>
          </a:xfrm>
          <a:prstGeom prst="rect">
            <a:avLst/>
          </a:prstGeom>
          <a:solidFill>
            <a:srgbClr val="5B1A7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8" name="vpm-real-preictal-spectrogram-r3-c8">
            <a:extLst>
              <a:ext uri="{FF2B5EF4-FFF2-40B4-BE49-F238E27FC236}">
                <a16:creationId xmlns:a16="http://schemas.microsoft.com/office/drawing/2014/main" id="{BB0AF27C-29A4-4731-A8CC-A76B1766FA82}"/>
              </a:ext>
            </a:extLst>
          </p:cNvPr>
          <p:cNvSpPr>
            <a:spLocks noGrp="1"/>
          </p:cNvSpPr>
          <p:nvPr/>
        </p:nvSpPr>
        <p:spPr>
          <a:xfrm>
            <a:off x="1487287" y="2126649"/>
            <a:ext cx="102923" cy="45773"/>
          </a:xfrm>
          <a:prstGeom prst="rect">
            <a:avLst/>
          </a:prstGeom>
          <a:solidFill>
            <a:srgbClr val="7721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9" name="vpm-real-preictal-spectrogram-r3-c9">
            <a:extLst>
              <a:ext uri="{FF2B5EF4-FFF2-40B4-BE49-F238E27FC236}">
                <a16:creationId xmlns:a16="http://schemas.microsoft.com/office/drawing/2014/main" id="{FC5AB8AB-BE9F-45EB-BCD0-5FCA8CE8D02A}"/>
              </a:ext>
            </a:extLst>
          </p:cNvPr>
          <p:cNvSpPr>
            <a:spLocks noGrp="1"/>
          </p:cNvSpPr>
          <p:nvPr/>
        </p:nvSpPr>
        <p:spPr>
          <a:xfrm>
            <a:off x="1587829" y="2126649"/>
            <a:ext cx="102923" cy="45773"/>
          </a:xfrm>
          <a:prstGeom prst="rect">
            <a:avLst/>
          </a:prstGeom>
          <a:solidFill>
            <a:srgbClr val="7D23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0" name="vpm-real-preictal-spectrogram-r3-c10">
            <a:extLst>
              <a:ext uri="{FF2B5EF4-FFF2-40B4-BE49-F238E27FC236}">
                <a16:creationId xmlns:a16="http://schemas.microsoft.com/office/drawing/2014/main" id="{E55AB2D2-6F71-43AF-8C94-221C8F363455}"/>
              </a:ext>
            </a:extLst>
          </p:cNvPr>
          <p:cNvSpPr>
            <a:spLocks noGrp="1"/>
          </p:cNvSpPr>
          <p:nvPr/>
        </p:nvSpPr>
        <p:spPr>
          <a:xfrm>
            <a:off x="1688371" y="2126649"/>
            <a:ext cx="102923" cy="45773"/>
          </a:xfrm>
          <a:prstGeom prst="rect">
            <a:avLst/>
          </a:prstGeom>
          <a:solidFill>
            <a:srgbClr val="431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1" name="vpm-real-preictal-spectrogram-r3-c11">
            <a:extLst>
              <a:ext uri="{FF2B5EF4-FFF2-40B4-BE49-F238E27FC236}">
                <a16:creationId xmlns:a16="http://schemas.microsoft.com/office/drawing/2014/main" id="{FFE5EAFA-3912-4A10-91F5-751645A1C1AC}"/>
              </a:ext>
            </a:extLst>
          </p:cNvPr>
          <p:cNvSpPr>
            <a:spLocks noGrp="1"/>
          </p:cNvSpPr>
          <p:nvPr/>
        </p:nvSpPr>
        <p:spPr>
          <a:xfrm>
            <a:off x="1788912" y="2126649"/>
            <a:ext cx="102923" cy="45773"/>
          </a:xfrm>
          <a:prstGeom prst="rect">
            <a:avLst/>
          </a:prstGeom>
          <a:solidFill>
            <a:srgbClr val="30126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2" name="vpm-real-preictal-spectrogram-r3-c12">
            <a:extLst>
              <a:ext uri="{FF2B5EF4-FFF2-40B4-BE49-F238E27FC236}">
                <a16:creationId xmlns:a16="http://schemas.microsoft.com/office/drawing/2014/main" id="{2A0EB31F-C54B-4ACE-B6C6-14AA31DC2CC2}"/>
              </a:ext>
            </a:extLst>
          </p:cNvPr>
          <p:cNvSpPr>
            <a:spLocks noGrp="1"/>
          </p:cNvSpPr>
          <p:nvPr/>
        </p:nvSpPr>
        <p:spPr>
          <a:xfrm>
            <a:off x="1889454" y="2126649"/>
            <a:ext cx="102923" cy="45773"/>
          </a:xfrm>
          <a:prstGeom prst="rect">
            <a:avLst/>
          </a:prstGeom>
          <a:solidFill>
            <a:srgbClr val="5319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3" name="vpm-real-preictal-spectrogram-r3-c13">
            <a:extLst>
              <a:ext uri="{FF2B5EF4-FFF2-40B4-BE49-F238E27FC236}">
                <a16:creationId xmlns:a16="http://schemas.microsoft.com/office/drawing/2014/main" id="{F31128C1-40AC-49FE-86AC-CE2998216EE2}"/>
              </a:ext>
            </a:extLst>
          </p:cNvPr>
          <p:cNvSpPr>
            <a:spLocks noGrp="1"/>
          </p:cNvSpPr>
          <p:nvPr/>
        </p:nvSpPr>
        <p:spPr>
          <a:xfrm>
            <a:off x="1989996" y="2126649"/>
            <a:ext cx="102923" cy="45773"/>
          </a:xfrm>
          <a:prstGeom prst="rect">
            <a:avLst/>
          </a:prstGeom>
          <a:solidFill>
            <a:srgbClr val="5B1A7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4" name="vpm-real-preictal-spectrogram-r3-c14">
            <a:extLst>
              <a:ext uri="{FF2B5EF4-FFF2-40B4-BE49-F238E27FC236}">
                <a16:creationId xmlns:a16="http://schemas.microsoft.com/office/drawing/2014/main" id="{3ACA5731-62F9-4E3A-B77A-2014FBB22549}"/>
              </a:ext>
            </a:extLst>
          </p:cNvPr>
          <p:cNvSpPr>
            <a:spLocks noGrp="1"/>
          </p:cNvSpPr>
          <p:nvPr/>
        </p:nvSpPr>
        <p:spPr>
          <a:xfrm>
            <a:off x="2090537" y="2126649"/>
            <a:ext cx="102923" cy="45773"/>
          </a:xfrm>
          <a:prstGeom prst="rect">
            <a:avLst/>
          </a:prstGeom>
          <a:solidFill>
            <a:srgbClr val="7621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5" name="vpm-real-preictal-spectrogram-r3-c15">
            <a:extLst>
              <a:ext uri="{FF2B5EF4-FFF2-40B4-BE49-F238E27FC236}">
                <a16:creationId xmlns:a16="http://schemas.microsoft.com/office/drawing/2014/main" id="{24152084-5A11-46D6-B08C-319295B454DD}"/>
              </a:ext>
            </a:extLst>
          </p:cNvPr>
          <p:cNvSpPr>
            <a:spLocks noGrp="1"/>
          </p:cNvSpPr>
          <p:nvPr/>
        </p:nvSpPr>
        <p:spPr>
          <a:xfrm>
            <a:off x="2191079" y="2126649"/>
            <a:ext cx="102923" cy="45773"/>
          </a:xfrm>
          <a:prstGeom prst="rect">
            <a:avLst/>
          </a:prstGeom>
          <a:solidFill>
            <a:srgbClr val="4416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6" name="vpm-real-preictal-spectrogram-r3-c16">
            <a:extLst>
              <a:ext uri="{FF2B5EF4-FFF2-40B4-BE49-F238E27FC236}">
                <a16:creationId xmlns:a16="http://schemas.microsoft.com/office/drawing/2014/main" id="{A0296906-5DC4-46D5-A1EF-55C72D43BC57}"/>
              </a:ext>
            </a:extLst>
          </p:cNvPr>
          <p:cNvSpPr>
            <a:spLocks noGrp="1"/>
          </p:cNvSpPr>
          <p:nvPr/>
        </p:nvSpPr>
        <p:spPr>
          <a:xfrm>
            <a:off x="2291621" y="2126649"/>
            <a:ext cx="102923" cy="45773"/>
          </a:xfrm>
          <a:prstGeom prst="rect">
            <a:avLst/>
          </a:prstGeom>
          <a:solidFill>
            <a:srgbClr val="5E1B7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7" name="vpm-real-preictal-spectrogram-r3-c17">
            <a:extLst>
              <a:ext uri="{FF2B5EF4-FFF2-40B4-BE49-F238E27FC236}">
                <a16:creationId xmlns:a16="http://schemas.microsoft.com/office/drawing/2014/main" id="{935D518D-EF2B-4FB0-B506-B40F899C07CB}"/>
              </a:ext>
            </a:extLst>
          </p:cNvPr>
          <p:cNvSpPr>
            <a:spLocks noGrp="1"/>
          </p:cNvSpPr>
          <p:nvPr/>
        </p:nvSpPr>
        <p:spPr>
          <a:xfrm>
            <a:off x="2392162" y="2126649"/>
            <a:ext cx="102923" cy="45773"/>
          </a:xfrm>
          <a:prstGeom prst="rect">
            <a:avLst/>
          </a:prstGeom>
          <a:solidFill>
            <a:srgbClr val="1008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8" name="vpm-real-preictal-spectrogram-r4-c0">
            <a:extLst>
              <a:ext uri="{FF2B5EF4-FFF2-40B4-BE49-F238E27FC236}">
                <a16:creationId xmlns:a16="http://schemas.microsoft.com/office/drawing/2014/main" id="{0EB418BF-0803-4B3C-8095-5B8620824EE1}"/>
              </a:ext>
            </a:extLst>
          </p:cNvPr>
          <p:cNvSpPr>
            <a:spLocks noGrp="1"/>
          </p:cNvSpPr>
          <p:nvPr/>
        </p:nvSpPr>
        <p:spPr>
          <a:xfrm>
            <a:off x="682954" y="2170041"/>
            <a:ext cx="102923" cy="45773"/>
          </a:xfrm>
          <a:prstGeom prst="rect">
            <a:avLst/>
          </a:prstGeom>
          <a:solidFill>
            <a:srgbClr val="07051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9" name="vpm-real-preictal-spectrogram-r4-c1">
            <a:extLst>
              <a:ext uri="{FF2B5EF4-FFF2-40B4-BE49-F238E27FC236}">
                <a16:creationId xmlns:a16="http://schemas.microsoft.com/office/drawing/2014/main" id="{E1314A7E-B140-4DF0-8636-7C0907F936D2}"/>
              </a:ext>
            </a:extLst>
          </p:cNvPr>
          <p:cNvSpPr>
            <a:spLocks noGrp="1"/>
          </p:cNvSpPr>
          <p:nvPr/>
        </p:nvSpPr>
        <p:spPr>
          <a:xfrm>
            <a:off x="783496" y="2170041"/>
            <a:ext cx="102923" cy="45773"/>
          </a:xfrm>
          <a:prstGeom prst="rect">
            <a:avLst/>
          </a:prstGeom>
          <a:solidFill>
            <a:srgbClr val="601B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0" name="vpm-real-preictal-spectrogram-r4-c2">
            <a:extLst>
              <a:ext uri="{FF2B5EF4-FFF2-40B4-BE49-F238E27FC236}">
                <a16:creationId xmlns:a16="http://schemas.microsoft.com/office/drawing/2014/main" id="{BC41CB03-5CBE-445C-B812-90060D14D4C5}"/>
              </a:ext>
            </a:extLst>
          </p:cNvPr>
          <p:cNvSpPr>
            <a:spLocks noGrp="1"/>
          </p:cNvSpPr>
          <p:nvPr/>
        </p:nvSpPr>
        <p:spPr>
          <a:xfrm>
            <a:off x="884037" y="2170041"/>
            <a:ext cx="102923" cy="45773"/>
          </a:xfrm>
          <a:prstGeom prst="rect">
            <a:avLst/>
          </a:prstGeom>
          <a:solidFill>
            <a:srgbClr val="8A277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1" name="vpm-real-preictal-spectrogram-r4-c3">
            <a:extLst>
              <a:ext uri="{FF2B5EF4-FFF2-40B4-BE49-F238E27FC236}">
                <a16:creationId xmlns:a16="http://schemas.microsoft.com/office/drawing/2014/main" id="{49F389BB-C1F1-4A71-9EEB-D0A0EC3A4B4E}"/>
              </a:ext>
            </a:extLst>
          </p:cNvPr>
          <p:cNvSpPr>
            <a:spLocks noGrp="1"/>
          </p:cNvSpPr>
          <p:nvPr/>
        </p:nvSpPr>
        <p:spPr>
          <a:xfrm>
            <a:off x="984579" y="2170041"/>
            <a:ext cx="102923" cy="45773"/>
          </a:xfrm>
          <a:prstGeom prst="rect">
            <a:avLst/>
          </a:prstGeom>
          <a:solidFill>
            <a:srgbClr val="BD3C7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2" name="vpm-real-preictal-spectrogram-r4-c4">
            <a:extLst>
              <a:ext uri="{FF2B5EF4-FFF2-40B4-BE49-F238E27FC236}">
                <a16:creationId xmlns:a16="http://schemas.microsoft.com/office/drawing/2014/main" id="{B022ABEF-1138-4CFF-9CFA-2190D5B175ED}"/>
              </a:ext>
            </a:extLst>
          </p:cNvPr>
          <p:cNvSpPr>
            <a:spLocks noGrp="1"/>
          </p:cNvSpPr>
          <p:nvPr/>
        </p:nvSpPr>
        <p:spPr>
          <a:xfrm>
            <a:off x="1085121" y="2170041"/>
            <a:ext cx="102923" cy="45773"/>
          </a:xfrm>
          <a:prstGeom prst="rect">
            <a:avLst/>
          </a:prstGeom>
          <a:solidFill>
            <a:srgbClr val="B235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3" name="vpm-real-preictal-spectrogram-r4-c5">
            <a:extLst>
              <a:ext uri="{FF2B5EF4-FFF2-40B4-BE49-F238E27FC236}">
                <a16:creationId xmlns:a16="http://schemas.microsoft.com/office/drawing/2014/main" id="{A9F9C3BB-67C9-479A-A57C-0C452852192C}"/>
              </a:ext>
            </a:extLst>
          </p:cNvPr>
          <p:cNvSpPr>
            <a:spLocks noGrp="1"/>
          </p:cNvSpPr>
          <p:nvPr/>
        </p:nvSpPr>
        <p:spPr>
          <a:xfrm>
            <a:off x="1185662" y="2170041"/>
            <a:ext cx="102923" cy="45773"/>
          </a:xfrm>
          <a:prstGeom prst="rect">
            <a:avLst/>
          </a:prstGeom>
          <a:solidFill>
            <a:srgbClr val="A732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4" name="vpm-real-preictal-spectrogram-r4-c6">
            <a:extLst>
              <a:ext uri="{FF2B5EF4-FFF2-40B4-BE49-F238E27FC236}">
                <a16:creationId xmlns:a16="http://schemas.microsoft.com/office/drawing/2014/main" id="{EC3B4179-48BB-47E4-9A02-300364ACBB40}"/>
              </a:ext>
            </a:extLst>
          </p:cNvPr>
          <p:cNvSpPr>
            <a:spLocks noGrp="1"/>
          </p:cNvSpPr>
          <p:nvPr/>
        </p:nvSpPr>
        <p:spPr>
          <a:xfrm>
            <a:off x="1286204" y="2170041"/>
            <a:ext cx="102923" cy="45773"/>
          </a:xfrm>
          <a:prstGeom prst="rect">
            <a:avLst/>
          </a:prstGeom>
          <a:solidFill>
            <a:srgbClr val="7F24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5" name="vpm-real-preictal-spectrogram-r4-c7">
            <a:extLst>
              <a:ext uri="{FF2B5EF4-FFF2-40B4-BE49-F238E27FC236}">
                <a16:creationId xmlns:a16="http://schemas.microsoft.com/office/drawing/2014/main" id="{CEF6C5F4-8846-4855-8167-4DC8FBCF03FC}"/>
              </a:ext>
            </a:extLst>
          </p:cNvPr>
          <p:cNvSpPr>
            <a:spLocks noGrp="1"/>
          </p:cNvSpPr>
          <p:nvPr/>
        </p:nvSpPr>
        <p:spPr>
          <a:xfrm>
            <a:off x="1386746" y="2170041"/>
            <a:ext cx="102923" cy="45773"/>
          </a:xfrm>
          <a:prstGeom prst="rect">
            <a:avLst/>
          </a:prstGeom>
          <a:solidFill>
            <a:srgbClr val="691D7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6" name="vpm-real-preictal-spectrogram-r4-c8">
            <a:extLst>
              <a:ext uri="{FF2B5EF4-FFF2-40B4-BE49-F238E27FC236}">
                <a16:creationId xmlns:a16="http://schemas.microsoft.com/office/drawing/2014/main" id="{AFD04F4A-7ED7-4570-B716-FE2455A07B81}"/>
              </a:ext>
            </a:extLst>
          </p:cNvPr>
          <p:cNvSpPr>
            <a:spLocks noGrp="1"/>
          </p:cNvSpPr>
          <p:nvPr/>
        </p:nvSpPr>
        <p:spPr>
          <a:xfrm>
            <a:off x="1487287" y="2170041"/>
            <a:ext cx="102923" cy="45773"/>
          </a:xfrm>
          <a:prstGeom prst="rect">
            <a:avLst/>
          </a:prstGeom>
          <a:solidFill>
            <a:srgbClr val="8124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7" name="vpm-real-preictal-spectrogram-r4-c9">
            <a:extLst>
              <a:ext uri="{FF2B5EF4-FFF2-40B4-BE49-F238E27FC236}">
                <a16:creationId xmlns:a16="http://schemas.microsoft.com/office/drawing/2014/main" id="{5EE39E76-0BBE-41FE-9A4F-47E176CE647C}"/>
              </a:ext>
            </a:extLst>
          </p:cNvPr>
          <p:cNvSpPr>
            <a:spLocks noGrp="1"/>
          </p:cNvSpPr>
          <p:nvPr/>
        </p:nvSpPr>
        <p:spPr>
          <a:xfrm>
            <a:off x="1587829" y="2170041"/>
            <a:ext cx="102923" cy="45773"/>
          </a:xfrm>
          <a:prstGeom prst="rect">
            <a:avLst/>
          </a:prstGeom>
          <a:solidFill>
            <a:srgbClr val="5619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8" name="vpm-real-preictal-spectrogram-r4-c10">
            <a:extLst>
              <a:ext uri="{FF2B5EF4-FFF2-40B4-BE49-F238E27FC236}">
                <a16:creationId xmlns:a16="http://schemas.microsoft.com/office/drawing/2014/main" id="{39A99E63-81E3-440E-BFEE-B0FF08B4CC5E}"/>
              </a:ext>
            </a:extLst>
          </p:cNvPr>
          <p:cNvSpPr>
            <a:spLocks noGrp="1"/>
          </p:cNvSpPr>
          <p:nvPr/>
        </p:nvSpPr>
        <p:spPr>
          <a:xfrm>
            <a:off x="1688371" y="2170041"/>
            <a:ext cx="102923" cy="45773"/>
          </a:xfrm>
          <a:prstGeom prst="rect">
            <a:avLst/>
          </a:prstGeom>
          <a:solidFill>
            <a:srgbClr val="30126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9" name="vpm-real-preictal-spectrogram-r4-c11">
            <a:extLst>
              <a:ext uri="{FF2B5EF4-FFF2-40B4-BE49-F238E27FC236}">
                <a16:creationId xmlns:a16="http://schemas.microsoft.com/office/drawing/2014/main" id="{8353E411-B649-4D6A-B5D1-67961B00B7B2}"/>
              </a:ext>
            </a:extLst>
          </p:cNvPr>
          <p:cNvSpPr>
            <a:spLocks noGrp="1"/>
          </p:cNvSpPr>
          <p:nvPr/>
        </p:nvSpPr>
        <p:spPr>
          <a:xfrm>
            <a:off x="1788912" y="2170041"/>
            <a:ext cx="102923" cy="45773"/>
          </a:xfrm>
          <a:prstGeom prst="rect">
            <a:avLst/>
          </a:prstGeom>
          <a:solidFill>
            <a:srgbClr val="260F5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0" name="vpm-real-preictal-spectrogram-r4-c12">
            <a:extLst>
              <a:ext uri="{FF2B5EF4-FFF2-40B4-BE49-F238E27FC236}">
                <a16:creationId xmlns:a16="http://schemas.microsoft.com/office/drawing/2014/main" id="{A090C1A9-9467-40A0-8AF1-AE0B32F96F8C}"/>
              </a:ext>
            </a:extLst>
          </p:cNvPr>
          <p:cNvSpPr>
            <a:spLocks noGrp="1"/>
          </p:cNvSpPr>
          <p:nvPr/>
        </p:nvSpPr>
        <p:spPr>
          <a:xfrm>
            <a:off x="1889454" y="2170041"/>
            <a:ext cx="102923" cy="45773"/>
          </a:xfrm>
          <a:prstGeom prst="rect">
            <a:avLst/>
          </a:prstGeom>
          <a:solidFill>
            <a:srgbClr val="601B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1" name="vpm-real-preictal-spectrogram-r4-c13">
            <a:extLst>
              <a:ext uri="{FF2B5EF4-FFF2-40B4-BE49-F238E27FC236}">
                <a16:creationId xmlns:a16="http://schemas.microsoft.com/office/drawing/2014/main" id="{21547AFC-46C0-42D2-9F51-DEB191FCD46C}"/>
              </a:ext>
            </a:extLst>
          </p:cNvPr>
          <p:cNvSpPr>
            <a:spLocks noGrp="1"/>
          </p:cNvSpPr>
          <p:nvPr/>
        </p:nvSpPr>
        <p:spPr>
          <a:xfrm>
            <a:off x="1989996" y="2170041"/>
            <a:ext cx="102923" cy="45773"/>
          </a:xfrm>
          <a:prstGeom prst="rect">
            <a:avLst/>
          </a:prstGeom>
          <a:solidFill>
            <a:srgbClr val="4A17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2" name="vpm-real-preictal-spectrogram-r4-c14">
            <a:extLst>
              <a:ext uri="{FF2B5EF4-FFF2-40B4-BE49-F238E27FC236}">
                <a16:creationId xmlns:a16="http://schemas.microsoft.com/office/drawing/2014/main" id="{4B9BB630-B568-4F32-8D5C-4E8599343861}"/>
              </a:ext>
            </a:extLst>
          </p:cNvPr>
          <p:cNvSpPr>
            <a:spLocks noGrp="1"/>
          </p:cNvSpPr>
          <p:nvPr/>
        </p:nvSpPr>
        <p:spPr>
          <a:xfrm>
            <a:off x="2090537" y="2170041"/>
            <a:ext cx="102923" cy="45773"/>
          </a:xfrm>
          <a:prstGeom prst="rect">
            <a:avLst/>
          </a:prstGeom>
          <a:solidFill>
            <a:srgbClr val="431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3" name="vpm-real-preictal-spectrogram-r4-c15">
            <a:extLst>
              <a:ext uri="{FF2B5EF4-FFF2-40B4-BE49-F238E27FC236}">
                <a16:creationId xmlns:a16="http://schemas.microsoft.com/office/drawing/2014/main" id="{7F679812-6935-443E-9CD4-DFE39C834F02}"/>
              </a:ext>
            </a:extLst>
          </p:cNvPr>
          <p:cNvSpPr>
            <a:spLocks noGrp="1"/>
          </p:cNvSpPr>
          <p:nvPr/>
        </p:nvSpPr>
        <p:spPr>
          <a:xfrm>
            <a:off x="2191079" y="2170041"/>
            <a:ext cx="102923" cy="45773"/>
          </a:xfrm>
          <a:prstGeom prst="rect">
            <a:avLst/>
          </a:prstGeom>
          <a:solidFill>
            <a:srgbClr val="250F5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4" name="vpm-real-preictal-spectrogram-r4-c16">
            <a:extLst>
              <a:ext uri="{FF2B5EF4-FFF2-40B4-BE49-F238E27FC236}">
                <a16:creationId xmlns:a16="http://schemas.microsoft.com/office/drawing/2014/main" id="{3FC3C3A5-0E2C-442C-82B8-9AA189B533CB}"/>
              </a:ext>
            </a:extLst>
          </p:cNvPr>
          <p:cNvSpPr>
            <a:spLocks noGrp="1"/>
          </p:cNvSpPr>
          <p:nvPr/>
        </p:nvSpPr>
        <p:spPr>
          <a:xfrm>
            <a:off x="2291621" y="2170041"/>
            <a:ext cx="102923" cy="45773"/>
          </a:xfrm>
          <a:prstGeom prst="rect">
            <a:avLst/>
          </a:prstGeom>
          <a:solidFill>
            <a:srgbClr val="621C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5" name="vpm-real-preictal-spectrogram-r4-c17">
            <a:extLst>
              <a:ext uri="{FF2B5EF4-FFF2-40B4-BE49-F238E27FC236}">
                <a16:creationId xmlns:a16="http://schemas.microsoft.com/office/drawing/2014/main" id="{117C3901-C4CD-4CA8-AF8B-F5FDC6C6A162}"/>
              </a:ext>
            </a:extLst>
          </p:cNvPr>
          <p:cNvSpPr>
            <a:spLocks noGrp="1"/>
          </p:cNvSpPr>
          <p:nvPr/>
        </p:nvSpPr>
        <p:spPr>
          <a:xfrm>
            <a:off x="2392162" y="2170041"/>
            <a:ext cx="102923" cy="45773"/>
          </a:xfrm>
          <a:prstGeom prst="rect">
            <a:avLst/>
          </a:prstGeom>
          <a:solidFill>
            <a:srgbClr val="0F08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6" name="vpm-real-preictal-spectrogram-r5-c0">
            <a:extLst>
              <a:ext uri="{FF2B5EF4-FFF2-40B4-BE49-F238E27FC236}">
                <a16:creationId xmlns:a16="http://schemas.microsoft.com/office/drawing/2014/main" id="{80243E4D-4CAB-4314-A335-7E5656711AA1}"/>
              </a:ext>
            </a:extLst>
          </p:cNvPr>
          <p:cNvSpPr>
            <a:spLocks noGrp="1"/>
          </p:cNvSpPr>
          <p:nvPr/>
        </p:nvSpPr>
        <p:spPr>
          <a:xfrm>
            <a:off x="682954" y="2213432"/>
            <a:ext cx="102923" cy="45773"/>
          </a:xfrm>
          <a:prstGeom prst="rect">
            <a:avLst/>
          </a:prstGeom>
          <a:solidFill>
            <a:srgbClr val="07051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7" name="vpm-real-preictal-spectrogram-r5-c1">
            <a:extLst>
              <a:ext uri="{FF2B5EF4-FFF2-40B4-BE49-F238E27FC236}">
                <a16:creationId xmlns:a16="http://schemas.microsoft.com/office/drawing/2014/main" id="{1D5AC780-8F61-4BDE-ABFF-6CD20ED48BC5}"/>
              </a:ext>
            </a:extLst>
          </p:cNvPr>
          <p:cNvSpPr>
            <a:spLocks noGrp="1"/>
          </p:cNvSpPr>
          <p:nvPr/>
        </p:nvSpPr>
        <p:spPr>
          <a:xfrm>
            <a:off x="783496" y="2213432"/>
            <a:ext cx="102923" cy="45773"/>
          </a:xfrm>
          <a:prstGeom prst="rect">
            <a:avLst/>
          </a:prstGeom>
          <a:solidFill>
            <a:srgbClr val="5D1B7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8" name="vpm-real-preictal-spectrogram-r5-c2">
            <a:extLst>
              <a:ext uri="{FF2B5EF4-FFF2-40B4-BE49-F238E27FC236}">
                <a16:creationId xmlns:a16="http://schemas.microsoft.com/office/drawing/2014/main" id="{CD0370F6-9D48-43CE-AADE-FF3676D12235}"/>
              </a:ext>
            </a:extLst>
          </p:cNvPr>
          <p:cNvSpPr>
            <a:spLocks noGrp="1"/>
          </p:cNvSpPr>
          <p:nvPr/>
        </p:nvSpPr>
        <p:spPr>
          <a:xfrm>
            <a:off x="884037" y="2213432"/>
            <a:ext cx="102923" cy="45773"/>
          </a:xfrm>
          <a:prstGeom prst="rect">
            <a:avLst/>
          </a:prstGeom>
          <a:solidFill>
            <a:srgbClr val="A12F7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9" name="vpm-real-preictal-spectrogram-r5-c3">
            <a:extLst>
              <a:ext uri="{FF2B5EF4-FFF2-40B4-BE49-F238E27FC236}">
                <a16:creationId xmlns:a16="http://schemas.microsoft.com/office/drawing/2014/main" id="{B5EABA7B-D442-452B-B625-CDDD7D73AF55}"/>
              </a:ext>
            </a:extLst>
          </p:cNvPr>
          <p:cNvSpPr>
            <a:spLocks noGrp="1"/>
          </p:cNvSpPr>
          <p:nvPr/>
        </p:nvSpPr>
        <p:spPr>
          <a:xfrm>
            <a:off x="984579" y="2213432"/>
            <a:ext cx="102923" cy="45773"/>
          </a:xfrm>
          <a:prstGeom prst="rect">
            <a:avLst/>
          </a:prstGeom>
          <a:solidFill>
            <a:srgbClr val="A531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0" name="vpm-real-preictal-spectrogram-r5-c4">
            <a:extLst>
              <a:ext uri="{FF2B5EF4-FFF2-40B4-BE49-F238E27FC236}">
                <a16:creationId xmlns:a16="http://schemas.microsoft.com/office/drawing/2014/main" id="{0FEA5E97-C882-418F-92D4-1EEFF1986EAF}"/>
              </a:ext>
            </a:extLst>
          </p:cNvPr>
          <p:cNvSpPr>
            <a:spLocks noGrp="1"/>
          </p:cNvSpPr>
          <p:nvPr/>
        </p:nvSpPr>
        <p:spPr>
          <a:xfrm>
            <a:off x="1085121" y="2213432"/>
            <a:ext cx="102923" cy="45773"/>
          </a:xfrm>
          <a:prstGeom prst="rect">
            <a:avLst/>
          </a:prstGeom>
          <a:solidFill>
            <a:srgbClr val="661D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1" name="vpm-real-preictal-spectrogram-r5-c5">
            <a:extLst>
              <a:ext uri="{FF2B5EF4-FFF2-40B4-BE49-F238E27FC236}">
                <a16:creationId xmlns:a16="http://schemas.microsoft.com/office/drawing/2014/main" id="{EFE676AE-802B-486E-A0AB-8EDBA5698F3B}"/>
              </a:ext>
            </a:extLst>
          </p:cNvPr>
          <p:cNvSpPr>
            <a:spLocks noGrp="1"/>
          </p:cNvSpPr>
          <p:nvPr/>
        </p:nvSpPr>
        <p:spPr>
          <a:xfrm>
            <a:off x="1185662" y="2213432"/>
            <a:ext cx="102923" cy="45773"/>
          </a:xfrm>
          <a:prstGeom prst="rect">
            <a:avLst/>
          </a:prstGeom>
          <a:solidFill>
            <a:srgbClr val="9B2D7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2" name="vpm-real-preictal-spectrogram-r5-c6">
            <a:extLst>
              <a:ext uri="{FF2B5EF4-FFF2-40B4-BE49-F238E27FC236}">
                <a16:creationId xmlns:a16="http://schemas.microsoft.com/office/drawing/2014/main" id="{E6655F6A-4B59-41F0-9249-DE3D01280C4C}"/>
              </a:ext>
            </a:extLst>
          </p:cNvPr>
          <p:cNvSpPr>
            <a:spLocks noGrp="1"/>
          </p:cNvSpPr>
          <p:nvPr/>
        </p:nvSpPr>
        <p:spPr>
          <a:xfrm>
            <a:off x="1286204" y="2213432"/>
            <a:ext cx="102923" cy="45773"/>
          </a:xfrm>
          <a:prstGeom prst="rect">
            <a:avLst/>
          </a:prstGeom>
          <a:solidFill>
            <a:srgbClr val="E3606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3" name="vpm-real-preictal-spectrogram-r5-c7">
            <a:extLst>
              <a:ext uri="{FF2B5EF4-FFF2-40B4-BE49-F238E27FC236}">
                <a16:creationId xmlns:a16="http://schemas.microsoft.com/office/drawing/2014/main" id="{D7EAA4F7-D714-4A2E-ADCB-4314A48DFF4E}"/>
              </a:ext>
            </a:extLst>
          </p:cNvPr>
          <p:cNvSpPr>
            <a:spLocks noGrp="1"/>
          </p:cNvSpPr>
          <p:nvPr/>
        </p:nvSpPr>
        <p:spPr>
          <a:xfrm>
            <a:off x="1386746" y="2213432"/>
            <a:ext cx="102923" cy="45773"/>
          </a:xfrm>
          <a:prstGeom prst="rect">
            <a:avLst/>
          </a:prstGeom>
          <a:solidFill>
            <a:srgbClr val="912A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4" name="vpm-real-preictal-spectrogram-r5-c8">
            <a:extLst>
              <a:ext uri="{FF2B5EF4-FFF2-40B4-BE49-F238E27FC236}">
                <a16:creationId xmlns:a16="http://schemas.microsoft.com/office/drawing/2014/main" id="{EB6C6046-A8D9-47FE-A6E8-943330F61AE6}"/>
              </a:ext>
            </a:extLst>
          </p:cNvPr>
          <p:cNvSpPr>
            <a:spLocks noGrp="1"/>
          </p:cNvSpPr>
          <p:nvPr/>
        </p:nvSpPr>
        <p:spPr>
          <a:xfrm>
            <a:off x="1487287" y="2213432"/>
            <a:ext cx="102923" cy="45773"/>
          </a:xfrm>
          <a:prstGeom prst="rect">
            <a:avLst/>
          </a:prstGeom>
          <a:solidFill>
            <a:srgbClr val="A430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5" name="vpm-real-preictal-spectrogram-r5-c9">
            <a:extLst>
              <a:ext uri="{FF2B5EF4-FFF2-40B4-BE49-F238E27FC236}">
                <a16:creationId xmlns:a16="http://schemas.microsoft.com/office/drawing/2014/main" id="{8D22E20A-1FD0-43D4-9B84-C4A5B253E107}"/>
              </a:ext>
            </a:extLst>
          </p:cNvPr>
          <p:cNvSpPr>
            <a:spLocks noGrp="1"/>
          </p:cNvSpPr>
          <p:nvPr/>
        </p:nvSpPr>
        <p:spPr>
          <a:xfrm>
            <a:off x="1587829" y="2213432"/>
            <a:ext cx="102923" cy="45773"/>
          </a:xfrm>
          <a:prstGeom prst="rect">
            <a:avLst/>
          </a:prstGeom>
          <a:solidFill>
            <a:srgbClr val="7A22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6" name="vpm-real-preictal-spectrogram-r5-c10">
            <a:extLst>
              <a:ext uri="{FF2B5EF4-FFF2-40B4-BE49-F238E27FC236}">
                <a16:creationId xmlns:a16="http://schemas.microsoft.com/office/drawing/2014/main" id="{B2FFE1A0-6CE2-45DA-B395-AD21A0342CA2}"/>
              </a:ext>
            </a:extLst>
          </p:cNvPr>
          <p:cNvSpPr>
            <a:spLocks noGrp="1"/>
          </p:cNvSpPr>
          <p:nvPr/>
        </p:nvSpPr>
        <p:spPr>
          <a:xfrm>
            <a:off x="1688371" y="2213432"/>
            <a:ext cx="102923" cy="45773"/>
          </a:xfrm>
          <a:prstGeom prst="rect">
            <a:avLst/>
          </a:prstGeom>
          <a:solidFill>
            <a:srgbClr val="3D146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7" name="vpm-real-preictal-spectrogram-r5-c11">
            <a:extLst>
              <a:ext uri="{FF2B5EF4-FFF2-40B4-BE49-F238E27FC236}">
                <a16:creationId xmlns:a16="http://schemas.microsoft.com/office/drawing/2014/main" id="{8600737E-827D-4145-89E2-AEA787C29565}"/>
              </a:ext>
            </a:extLst>
          </p:cNvPr>
          <p:cNvSpPr>
            <a:spLocks noGrp="1"/>
          </p:cNvSpPr>
          <p:nvPr/>
        </p:nvSpPr>
        <p:spPr>
          <a:xfrm>
            <a:off x="1788912" y="2213432"/>
            <a:ext cx="102923" cy="45773"/>
          </a:xfrm>
          <a:prstGeom prst="rect">
            <a:avLst/>
          </a:prstGeom>
          <a:solidFill>
            <a:srgbClr val="581A7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8" name="vpm-real-preictal-spectrogram-r5-c12">
            <a:extLst>
              <a:ext uri="{FF2B5EF4-FFF2-40B4-BE49-F238E27FC236}">
                <a16:creationId xmlns:a16="http://schemas.microsoft.com/office/drawing/2014/main" id="{CC91E194-8588-4380-8AC2-2EF33D199CBE}"/>
              </a:ext>
            </a:extLst>
          </p:cNvPr>
          <p:cNvSpPr>
            <a:spLocks noGrp="1"/>
          </p:cNvSpPr>
          <p:nvPr/>
        </p:nvSpPr>
        <p:spPr>
          <a:xfrm>
            <a:off x="1889454" y="2213432"/>
            <a:ext cx="102923" cy="45773"/>
          </a:xfrm>
          <a:prstGeom prst="rect">
            <a:avLst/>
          </a:prstGeom>
          <a:solidFill>
            <a:srgbClr val="711F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9" name="vpm-real-preictal-spectrogram-r5-c13">
            <a:extLst>
              <a:ext uri="{FF2B5EF4-FFF2-40B4-BE49-F238E27FC236}">
                <a16:creationId xmlns:a16="http://schemas.microsoft.com/office/drawing/2014/main" id="{6E3F95A2-3E46-4E06-9349-3B7855284A7E}"/>
              </a:ext>
            </a:extLst>
          </p:cNvPr>
          <p:cNvSpPr>
            <a:spLocks noGrp="1"/>
          </p:cNvSpPr>
          <p:nvPr/>
        </p:nvSpPr>
        <p:spPr>
          <a:xfrm>
            <a:off x="1989996" y="2213432"/>
            <a:ext cx="102923" cy="45773"/>
          </a:xfrm>
          <a:prstGeom prst="rect">
            <a:avLst/>
          </a:prstGeom>
          <a:solidFill>
            <a:srgbClr val="5E1B7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0" name="vpm-real-preictal-spectrogram-r5-c14">
            <a:extLst>
              <a:ext uri="{FF2B5EF4-FFF2-40B4-BE49-F238E27FC236}">
                <a16:creationId xmlns:a16="http://schemas.microsoft.com/office/drawing/2014/main" id="{2111A40A-D303-402C-8853-F9EDD94BD8C6}"/>
              </a:ext>
            </a:extLst>
          </p:cNvPr>
          <p:cNvSpPr>
            <a:spLocks noGrp="1"/>
          </p:cNvSpPr>
          <p:nvPr/>
        </p:nvSpPr>
        <p:spPr>
          <a:xfrm>
            <a:off x="2090537" y="2213432"/>
            <a:ext cx="102923" cy="45773"/>
          </a:xfrm>
          <a:prstGeom prst="rect">
            <a:avLst/>
          </a:prstGeom>
          <a:solidFill>
            <a:srgbClr val="180A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1" name="vpm-real-preictal-spectrogram-r5-c15">
            <a:extLst>
              <a:ext uri="{FF2B5EF4-FFF2-40B4-BE49-F238E27FC236}">
                <a16:creationId xmlns:a16="http://schemas.microsoft.com/office/drawing/2014/main" id="{3552AAD5-61FC-4FC5-A5F1-EA36BA6B93FC}"/>
              </a:ext>
            </a:extLst>
          </p:cNvPr>
          <p:cNvSpPr>
            <a:spLocks noGrp="1"/>
          </p:cNvSpPr>
          <p:nvPr/>
        </p:nvSpPr>
        <p:spPr>
          <a:xfrm>
            <a:off x="2191079" y="2213432"/>
            <a:ext cx="102923" cy="45773"/>
          </a:xfrm>
          <a:prstGeom prst="rect">
            <a:avLst/>
          </a:prstGeom>
          <a:solidFill>
            <a:srgbClr val="31126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2" name="vpm-real-preictal-spectrogram-r5-c16">
            <a:extLst>
              <a:ext uri="{FF2B5EF4-FFF2-40B4-BE49-F238E27FC236}">
                <a16:creationId xmlns:a16="http://schemas.microsoft.com/office/drawing/2014/main" id="{1166DF43-EA6C-45CA-BA1E-BED8C1A4D399}"/>
              </a:ext>
            </a:extLst>
          </p:cNvPr>
          <p:cNvSpPr>
            <a:spLocks noGrp="1"/>
          </p:cNvSpPr>
          <p:nvPr/>
        </p:nvSpPr>
        <p:spPr>
          <a:xfrm>
            <a:off x="2291621" y="2213432"/>
            <a:ext cx="102923" cy="45773"/>
          </a:xfrm>
          <a:prstGeom prst="rect">
            <a:avLst/>
          </a:prstGeom>
          <a:solidFill>
            <a:srgbClr val="6D1E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3" name="vpm-real-preictal-spectrogram-r5-c17">
            <a:extLst>
              <a:ext uri="{FF2B5EF4-FFF2-40B4-BE49-F238E27FC236}">
                <a16:creationId xmlns:a16="http://schemas.microsoft.com/office/drawing/2014/main" id="{77FB3C5C-56B1-4023-96E1-0A94062ABDAD}"/>
              </a:ext>
            </a:extLst>
          </p:cNvPr>
          <p:cNvSpPr>
            <a:spLocks noGrp="1"/>
          </p:cNvSpPr>
          <p:nvPr/>
        </p:nvSpPr>
        <p:spPr>
          <a:xfrm>
            <a:off x="2392162" y="2213432"/>
            <a:ext cx="102923" cy="45773"/>
          </a:xfrm>
          <a:prstGeom prst="rect">
            <a:avLst/>
          </a:prstGeom>
          <a:solidFill>
            <a:srgbClr val="1409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4" name="vpm-real-preictal-spectrogram-r6-c0">
            <a:extLst>
              <a:ext uri="{FF2B5EF4-FFF2-40B4-BE49-F238E27FC236}">
                <a16:creationId xmlns:a16="http://schemas.microsoft.com/office/drawing/2014/main" id="{200CA0ED-7ECE-4305-9A6E-4204F04CEF0A}"/>
              </a:ext>
            </a:extLst>
          </p:cNvPr>
          <p:cNvSpPr>
            <a:spLocks noGrp="1"/>
          </p:cNvSpPr>
          <p:nvPr/>
        </p:nvSpPr>
        <p:spPr>
          <a:xfrm>
            <a:off x="682954" y="2256824"/>
            <a:ext cx="102923" cy="45773"/>
          </a:xfrm>
          <a:prstGeom prst="rect">
            <a:avLst/>
          </a:prstGeom>
          <a:solidFill>
            <a:srgbClr val="0B062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5" name="vpm-real-preictal-spectrogram-r6-c1">
            <a:extLst>
              <a:ext uri="{FF2B5EF4-FFF2-40B4-BE49-F238E27FC236}">
                <a16:creationId xmlns:a16="http://schemas.microsoft.com/office/drawing/2014/main" id="{379C1326-FD8A-49FB-B9A8-09DC70317383}"/>
              </a:ext>
            </a:extLst>
          </p:cNvPr>
          <p:cNvSpPr>
            <a:spLocks noGrp="1"/>
          </p:cNvSpPr>
          <p:nvPr/>
        </p:nvSpPr>
        <p:spPr>
          <a:xfrm>
            <a:off x="783496" y="2256824"/>
            <a:ext cx="102923" cy="45773"/>
          </a:xfrm>
          <a:prstGeom prst="rect">
            <a:avLst/>
          </a:prstGeom>
          <a:solidFill>
            <a:srgbClr val="4E18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6" name="vpm-real-preictal-spectrogram-r6-c2">
            <a:extLst>
              <a:ext uri="{FF2B5EF4-FFF2-40B4-BE49-F238E27FC236}">
                <a16:creationId xmlns:a16="http://schemas.microsoft.com/office/drawing/2014/main" id="{6BFC30AB-C52E-4CE2-94E6-FEF3E2308D06}"/>
              </a:ext>
            </a:extLst>
          </p:cNvPr>
          <p:cNvSpPr>
            <a:spLocks noGrp="1"/>
          </p:cNvSpPr>
          <p:nvPr/>
        </p:nvSpPr>
        <p:spPr>
          <a:xfrm>
            <a:off x="884037" y="2256824"/>
            <a:ext cx="102923" cy="45773"/>
          </a:xfrm>
          <a:prstGeom prst="rect">
            <a:avLst/>
          </a:prstGeom>
          <a:solidFill>
            <a:srgbClr val="A02F7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7" name="vpm-real-preictal-spectrogram-r6-c3">
            <a:extLst>
              <a:ext uri="{FF2B5EF4-FFF2-40B4-BE49-F238E27FC236}">
                <a16:creationId xmlns:a16="http://schemas.microsoft.com/office/drawing/2014/main" id="{DDD44F9C-2170-4976-BEAA-5A0B7C88400F}"/>
              </a:ext>
            </a:extLst>
          </p:cNvPr>
          <p:cNvSpPr>
            <a:spLocks noGrp="1"/>
          </p:cNvSpPr>
          <p:nvPr/>
        </p:nvSpPr>
        <p:spPr>
          <a:xfrm>
            <a:off x="984579" y="2256824"/>
            <a:ext cx="102923" cy="45773"/>
          </a:xfrm>
          <a:prstGeom prst="rect">
            <a:avLst/>
          </a:prstGeom>
          <a:solidFill>
            <a:srgbClr val="52197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8" name="vpm-real-preictal-spectrogram-r6-c4">
            <a:extLst>
              <a:ext uri="{FF2B5EF4-FFF2-40B4-BE49-F238E27FC236}">
                <a16:creationId xmlns:a16="http://schemas.microsoft.com/office/drawing/2014/main" id="{C536485B-9A34-4100-BCCB-68DD7D59A43A}"/>
              </a:ext>
            </a:extLst>
          </p:cNvPr>
          <p:cNvSpPr>
            <a:spLocks noGrp="1"/>
          </p:cNvSpPr>
          <p:nvPr/>
        </p:nvSpPr>
        <p:spPr>
          <a:xfrm>
            <a:off x="1085121" y="2256824"/>
            <a:ext cx="102923" cy="45773"/>
          </a:xfrm>
          <a:prstGeom prst="rect">
            <a:avLst/>
          </a:prstGeom>
          <a:solidFill>
            <a:srgbClr val="A430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9" name="vpm-real-preictal-spectrogram-r6-c5">
            <a:extLst>
              <a:ext uri="{FF2B5EF4-FFF2-40B4-BE49-F238E27FC236}">
                <a16:creationId xmlns:a16="http://schemas.microsoft.com/office/drawing/2014/main" id="{F960E13D-286A-46C6-9F1D-54F87043F002}"/>
              </a:ext>
            </a:extLst>
          </p:cNvPr>
          <p:cNvSpPr>
            <a:spLocks noGrp="1"/>
          </p:cNvSpPr>
          <p:nvPr/>
        </p:nvSpPr>
        <p:spPr>
          <a:xfrm>
            <a:off x="1185662" y="2256824"/>
            <a:ext cx="102923" cy="45773"/>
          </a:xfrm>
          <a:prstGeom prst="rect">
            <a:avLst/>
          </a:prstGeom>
          <a:solidFill>
            <a:srgbClr val="C746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0" name="vpm-real-preictal-spectrogram-r6-c6">
            <a:extLst>
              <a:ext uri="{FF2B5EF4-FFF2-40B4-BE49-F238E27FC236}">
                <a16:creationId xmlns:a16="http://schemas.microsoft.com/office/drawing/2014/main" id="{A34DB5BC-37FD-4269-91AE-40947F14B870}"/>
              </a:ext>
            </a:extLst>
          </p:cNvPr>
          <p:cNvSpPr>
            <a:spLocks noGrp="1"/>
          </p:cNvSpPr>
          <p:nvPr/>
        </p:nvSpPr>
        <p:spPr>
          <a:xfrm>
            <a:off x="1286204" y="2256824"/>
            <a:ext cx="102923" cy="45773"/>
          </a:xfrm>
          <a:prstGeom prst="rect">
            <a:avLst/>
          </a:prstGeom>
          <a:solidFill>
            <a:srgbClr val="9D2E7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1" name="vpm-real-preictal-spectrogram-r6-c7">
            <a:extLst>
              <a:ext uri="{FF2B5EF4-FFF2-40B4-BE49-F238E27FC236}">
                <a16:creationId xmlns:a16="http://schemas.microsoft.com/office/drawing/2014/main" id="{27C0E0A9-4446-4684-9AC9-CFBE77F512FE}"/>
              </a:ext>
            </a:extLst>
          </p:cNvPr>
          <p:cNvSpPr>
            <a:spLocks noGrp="1"/>
          </p:cNvSpPr>
          <p:nvPr/>
        </p:nvSpPr>
        <p:spPr>
          <a:xfrm>
            <a:off x="1386746" y="2256824"/>
            <a:ext cx="102923" cy="45773"/>
          </a:xfrm>
          <a:prstGeom prst="rect">
            <a:avLst/>
          </a:prstGeom>
          <a:solidFill>
            <a:srgbClr val="B436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2" name="vpm-real-preictal-spectrogram-r6-c8">
            <a:extLst>
              <a:ext uri="{FF2B5EF4-FFF2-40B4-BE49-F238E27FC236}">
                <a16:creationId xmlns:a16="http://schemas.microsoft.com/office/drawing/2014/main" id="{98E7D294-6BF4-4133-B67E-9D7E9B08A342}"/>
              </a:ext>
            </a:extLst>
          </p:cNvPr>
          <p:cNvSpPr>
            <a:spLocks noGrp="1"/>
          </p:cNvSpPr>
          <p:nvPr/>
        </p:nvSpPr>
        <p:spPr>
          <a:xfrm>
            <a:off x="1487287" y="2256824"/>
            <a:ext cx="102923" cy="45773"/>
          </a:xfrm>
          <a:prstGeom prst="rect">
            <a:avLst/>
          </a:prstGeom>
          <a:solidFill>
            <a:srgbClr val="8626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3" name="vpm-real-preictal-spectrogram-r6-c9">
            <a:extLst>
              <a:ext uri="{FF2B5EF4-FFF2-40B4-BE49-F238E27FC236}">
                <a16:creationId xmlns:a16="http://schemas.microsoft.com/office/drawing/2014/main" id="{3334C173-0047-4821-852D-D8636BE0E7C5}"/>
              </a:ext>
            </a:extLst>
          </p:cNvPr>
          <p:cNvSpPr>
            <a:spLocks noGrp="1"/>
          </p:cNvSpPr>
          <p:nvPr/>
        </p:nvSpPr>
        <p:spPr>
          <a:xfrm>
            <a:off x="1587829" y="2256824"/>
            <a:ext cx="102923" cy="45773"/>
          </a:xfrm>
          <a:prstGeom prst="rect">
            <a:avLst/>
          </a:prstGeom>
          <a:solidFill>
            <a:srgbClr val="36136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4" name="vpm-real-preictal-spectrogram-r6-c10">
            <a:extLst>
              <a:ext uri="{FF2B5EF4-FFF2-40B4-BE49-F238E27FC236}">
                <a16:creationId xmlns:a16="http://schemas.microsoft.com/office/drawing/2014/main" id="{F1FC1385-D69B-4E47-A4BF-99C1B9F644A4}"/>
              </a:ext>
            </a:extLst>
          </p:cNvPr>
          <p:cNvSpPr>
            <a:spLocks noGrp="1"/>
          </p:cNvSpPr>
          <p:nvPr/>
        </p:nvSpPr>
        <p:spPr>
          <a:xfrm>
            <a:off x="1688371" y="2256824"/>
            <a:ext cx="102923" cy="45773"/>
          </a:xfrm>
          <a:prstGeom prst="rect">
            <a:avLst/>
          </a:prstGeom>
          <a:solidFill>
            <a:srgbClr val="39146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5" name="vpm-real-preictal-spectrogram-r6-c11">
            <a:extLst>
              <a:ext uri="{FF2B5EF4-FFF2-40B4-BE49-F238E27FC236}">
                <a16:creationId xmlns:a16="http://schemas.microsoft.com/office/drawing/2014/main" id="{E254AAA9-EAF1-4211-9C41-761A48D3756D}"/>
              </a:ext>
            </a:extLst>
          </p:cNvPr>
          <p:cNvSpPr>
            <a:spLocks noGrp="1"/>
          </p:cNvSpPr>
          <p:nvPr/>
        </p:nvSpPr>
        <p:spPr>
          <a:xfrm>
            <a:off x="1788912" y="2256824"/>
            <a:ext cx="102923" cy="45773"/>
          </a:xfrm>
          <a:prstGeom prst="rect">
            <a:avLst/>
          </a:prstGeom>
          <a:solidFill>
            <a:srgbClr val="7B22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6" name="vpm-real-preictal-spectrogram-r6-c12">
            <a:extLst>
              <a:ext uri="{FF2B5EF4-FFF2-40B4-BE49-F238E27FC236}">
                <a16:creationId xmlns:a16="http://schemas.microsoft.com/office/drawing/2014/main" id="{5CCE3CAD-49A7-433B-929E-8B20CC1C10A4}"/>
              </a:ext>
            </a:extLst>
          </p:cNvPr>
          <p:cNvSpPr>
            <a:spLocks noGrp="1"/>
          </p:cNvSpPr>
          <p:nvPr/>
        </p:nvSpPr>
        <p:spPr>
          <a:xfrm>
            <a:off x="1889454" y="2256824"/>
            <a:ext cx="102923" cy="45773"/>
          </a:xfrm>
          <a:prstGeom prst="rect">
            <a:avLst/>
          </a:prstGeom>
          <a:solidFill>
            <a:srgbClr val="51187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7" name="vpm-real-preictal-spectrogram-r6-c13">
            <a:extLst>
              <a:ext uri="{FF2B5EF4-FFF2-40B4-BE49-F238E27FC236}">
                <a16:creationId xmlns:a16="http://schemas.microsoft.com/office/drawing/2014/main" id="{D2D9EF4C-C30D-4FFA-81AD-E836626A9D1F}"/>
              </a:ext>
            </a:extLst>
          </p:cNvPr>
          <p:cNvSpPr>
            <a:spLocks noGrp="1"/>
          </p:cNvSpPr>
          <p:nvPr/>
        </p:nvSpPr>
        <p:spPr>
          <a:xfrm>
            <a:off x="1989996" y="2256824"/>
            <a:ext cx="102923" cy="45773"/>
          </a:xfrm>
          <a:prstGeom prst="rect">
            <a:avLst/>
          </a:prstGeom>
          <a:solidFill>
            <a:srgbClr val="48176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8" name="vpm-real-preictal-spectrogram-r6-c14">
            <a:extLst>
              <a:ext uri="{FF2B5EF4-FFF2-40B4-BE49-F238E27FC236}">
                <a16:creationId xmlns:a16="http://schemas.microsoft.com/office/drawing/2014/main" id="{881640FC-E0D6-4771-B22C-7325E52864AD}"/>
              </a:ext>
            </a:extLst>
          </p:cNvPr>
          <p:cNvSpPr>
            <a:spLocks noGrp="1"/>
          </p:cNvSpPr>
          <p:nvPr/>
        </p:nvSpPr>
        <p:spPr>
          <a:xfrm>
            <a:off x="2090537" y="2256824"/>
            <a:ext cx="102923" cy="45773"/>
          </a:xfrm>
          <a:prstGeom prst="rect">
            <a:avLst/>
          </a:prstGeom>
          <a:solidFill>
            <a:srgbClr val="8A287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9" name="vpm-real-preictal-spectrogram-r6-c15">
            <a:extLst>
              <a:ext uri="{FF2B5EF4-FFF2-40B4-BE49-F238E27FC236}">
                <a16:creationId xmlns:a16="http://schemas.microsoft.com/office/drawing/2014/main" id="{C9D3F859-E7A6-41E9-8077-84457F5793FD}"/>
              </a:ext>
            </a:extLst>
          </p:cNvPr>
          <p:cNvSpPr>
            <a:spLocks noGrp="1"/>
          </p:cNvSpPr>
          <p:nvPr/>
        </p:nvSpPr>
        <p:spPr>
          <a:xfrm>
            <a:off x="2191079" y="2256824"/>
            <a:ext cx="102923" cy="45773"/>
          </a:xfrm>
          <a:prstGeom prst="rect">
            <a:avLst/>
          </a:prstGeom>
          <a:solidFill>
            <a:srgbClr val="AB33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0" name="vpm-real-preictal-spectrogram-r6-c16">
            <a:extLst>
              <a:ext uri="{FF2B5EF4-FFF2-40B4-BE49-F238E27FC236}">
                <a16:creationId xmlns:a16="http://schemas.microsoft.com/office/drawing/2014/main" id="{08C335C3-8BCE-4A9A-9EB3-52792ABAE0EB}"/>
              </a:ext>
            </a:extLst>
          </p:cNvPr>
          <p:cNvSpPr>
            <a:spLocks noGrp="1"/>
          </p:cNvSpPr>
          <p:nvPr/>
        </p:nvSpPr>
        <p:spPr>
          <a:xfrm>
            <a:off x="2291621" y="2256824"/>
            <a:ext cx="102923" cy="45773"/>
          </a:xfrm>
          <a:prstGeom prst="rect">
            <a:avLst/>
          </a:prstGeom>
          <a:solidFill>
            <a:srgbClr val="C443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1" name="vpm-real-preictal-spectrogram-r6-c17">
            <a:extLst>
              <a:ext uri="{FF2B5EF4-FFF2-40B4-BE49-F238E27FC236}">
                <a16:creationId xmlns:a16="http://schemas.microsoft.com/office/drawing/2014/main" id="{3B56DBB7-F5F5-4DBB-8CC3-297EC9C351AC}"/>
              </a:ext>
            </a:extLst>
          </p:cNvPr>
          <p:cNvSpPr>
            <a:spLocks noGrp="1"/>
          </p:cNvSpPr>
          <p:nvPr/>
        </p:nvSpPr>
        <p:spPr>
          <a:xfrm>
            <a:off x="2392162" y="2256824"/>
            <a:ext cx="102923" cy="45773"/>
          </a:xfrm>
          <a:prstGeom prst="rect">
            <a:avLst/>
          </a:prstGeom>
          <a:solidFill>
            <a:srgbClr val="2A10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2" name="vpm-real-preictal-spectrogram-r7-c0">
            <a:extLst>
              <a:ext uri="{FF2B5EF4-FFF2-40B4-BE49-F238E27FC236}">
                <a16:creationId xmlns:a16="http://schemas.microsoft.com/office/drawing/2014/main" id="{340A585B-3533-4811-8D52-5677D58ECFE3}"/>
              </a:ext>
            </a:extLst>
          </p:cNvPr>
          <p:cNvSpPr>
            <a:spLocks noGrp="1"/>
          </p:cNvSpPr>
          <p:nvPr/>
        </p:nvSpPr>
        <p:spPr>
          <a:xfrm>
            <a:off x="682954" y="2300216"/>
            <a:ext cx="102923" cy="45773"/>
          </a:xfrm>
          <a:prstGeom prst="rect">
            <a:avLst/>
          </a:prstGeom>
          <a:solidFill>
            <a:srgbClr val="1C0C4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3" name="vpm-real-preictal-spectrogram-r7-c1">
            <a:extLst>
              <a:ext uri="{FF2B5EF4-FFF2-40B4-BE49-F238E27FC236}">
                <a16:creationId xmlns:a16="http://schemas.microsoft.com/office/drawing/2014/main" id="{CAAC194D-AB1C-4F33-8F00-CCFF2DD421C5}"/>
              </a:ext>
            </a:extLst>
          </p:cNvPr>
          <p:cNvSpPr>
            <a:spLocks noGrp="1"/>
          </p:cNvSpPr>
          <p:nvPr/>
        </p:nvSpPr>
        <p:spPr>
          <a:xfrm>
            <a:off x="783496" y="2300216"/>
            <a:ext cx="102923" cy="45773"/>
          </a:xfrm>
          <a:prstGeom prst="rect">
            <a:avLst/>
          </a:prstGeom>
          <a:solidFill>
            <a:srgbClr val="681D7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4" name="vpm-real-preictal-spectrogram-r7-c2">
            <a:extLst>
              <a:ext uri="{FF2B5EF4-FFF2-40B4-BE49-F238E27FC236}">
                <a16:creationId xmlns:a16="http://schemas.microsoft.com/office/drawing/2014/main" id="{BDF4D5F9-673B-4B81-A875-AAAEC1D95A9C}"/>
              </a:ext>
            </a:extLst>
          </p:cNvPr>
          <p:cNvSpPr>
            <a:spLocks noGrp="1"/>
          </p:cNvSpPr>
          <p:nvPr/>
        </p:nvSpPr>
        <p:spPr>
          <a:xfrm>
            <a:off x="884037" y="2300216"/>
            <a:ext cx="102923" cy="45773"/>
          </a:xfrm>
          <a:prstGeom prst="rect">
            <a:avLst/>
          </a:prstGeom>
          <a:solidFill>
            <a:srgbClr val="5519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5" name="vpm-real-preictal-spectrogram-r7-c3">
            <a:extLst>
              <a:ext uri="{FF2B5EF4-FFF2-40B4-BE49-F238E27FC236}">
                <a16:creationId xmlns:a16="http://schemas.microsoft.com/office/drawing/2014/main" id="{D8E0AC8D-B3D0-408E-8F68-F3D2A45707A1}"/>
              </a:ext>
            </a:extLst>
          </p:cNvPr>
          <p:cNvSpPr>
            <a:spLocks noGrp="1"/>
          </p:cNvSpPr>
          <p:nvPr/>
        </p:nvSpPr>
        <p:spPr>
          <a:xfrm>
            <a:off x="984579" y="2300216"/>
            <a:ext cx="102923" cy="45773"/>
          </a:xfrm>
          <a:prstGeom prst="rect">
            <a:avLst/>
          </a:prstGeom>
          <a:solidFill>
            <a:srgbClr val="37136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6" name="vpm-real-preictal-spectrogram-r7-c4">
            <a:extLst>
              <a:ext uri="{FF2B5EF4-FFF2-40B4-BE49-F238E27FC236}">
                <a16:creationId xmlns:a16="http://schemas.microsoft.com/office/drawing/2014/main" id="{87679186-29DD-4638-B013-2DC4BF68BC1A}"/>
              </a:ext>
            </a:extLst>
          </p:cNvPr>
          <p:cNvSpPr>
            <a:spLocks noGrp="1"/>
          </p:cNvSpPr>
          <p:nvPr/>
        </p:nvSpPr>
        <p:spPr>
          <a:xfrm>
            <a:off x="1085121" y="2300216"/>
            <a:ext cx="102923" cy="45773"/>
          </a:xfrm>
          <a:prstGeom prst="rect">
            <a:avLst/>
          </a:prstGeom>
          <a:solidFill>
            <a:srgbClr val="8D287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7" name="vpm-real-preictal-spectrogram-r7-c5">
            <a:extLst>
              <a:ext uri="{FF2B5EF4-FFF2-40B4-BE49-F238E27FC236}">
                <a16:creationId xmlns:a16="http://schemas.microsoft.com/office/drawing/2014/main" id="{C683B80C-EAC6-41EF-906A-1ADF0E4EC27E}"/>
              </a:ext>
            </a:extLst>
          </p:cNvPr>
          <p:cNvSpPr>
            <a:spLocks noGrp="1"/>
          </p:cNvSpPr>
          <p:nvPr/>
        </p:nvSpPr>
        <p:spPr>
          <a:xfrm>
            <a:off x="1185662" y="2300216"/>
            <a:ext cx="102923" cy="45773"/>
          </a:xfrm>
          <a:prstGeom prst="rect">
            <a:avLst/>
          </a:prstGeom>
          <a:solidFill>
            <a:srgbClr val="7C23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8" name="vpm-real-preictal-spectrogram-r7-c6">
            <a:extLst>
              <a:ext uri="{FF2B5EF4-FFF2-40B4-BE49-F238E27FC236}">
                <a16:creationId xmlns:a16="http://schemas.microsoft.com/office/drawing/2014/main" id="{71D12C62-4B5D-4403-BF0D-B01D3C662E4C}"/>
              </a:ext>
            </a:extLst>
          </p:cNvPr>
          <p:cNvSpPr>
            <a:spLocks noGrp="1"/>
          </p:cNvSpPr>
          <p:nvPr/>
        </p:nvSpPr>
        <p:spPr>
          <a:xfrm>
            <a:off x="1286204" y="2300216"/>
            <a:ext cx="102923" cy="45773"/>
          </a:xfrm>
          <a:prstGeom prst="rect">
            <a:avLst/>
          </a:prstGeom>
          <a:solidFill>
            <a:srgbClr val="7D23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9" name="vpm-real-preictal-spectrogram-r7-c7">
            <a:extLst>
              <a:ext uri="{FF2B5EF4-FFF2-40B4-BE49-F238E27FC236}">
                <a16:creationId xmlns:a16="http://schemas.microsoft.com/office/drawing/2014/main" id="{E90B916B-5B4A-4CA0-9761-F530413ADF92}"/>
              </a:ext>
            </a:extLst>
          </p:cNvPr>
          <p:cNvSpPr>
            <a:spLocks noGrp="1"/>
          </p:cNvSpPr>
          <p:nvPr/>
        </p:nvSpPr>
        <p:spPr>
          <a:xfrm>
            <a:off x="1386746" y="2300216"/>
            <a:ext cx="102923" cy="45773"/>
          </a:xfrm>
          <a:prstGeom prst="rect">
            <a:avLst/>
          </a:prstGeom>
          <a:solidFill>
            <a:srgbClr val="671D7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0" name="vpm-real-preictal-spectrogram-r7-c8">
            <a:extLst>
              <a:ext uri="{FF2B5EF4-FFF2-40B4-BE49-F238E27FC236}">
                <a16:creationId xmlns:a16="http://schemas.microsoft.com/office/drawing/2014/main" id="{16D17067-F586-4171-A396-6F6252E50AB4}"/>
              </a:ext>
            </a:extLst>
          </p:cNvPr>
          <p:cNvSpPr>
            <a:spLocks noGrp="1"/>
          </p:cNvSpPr>
          <p:nvPr/>
        </p:nvSpPr>
        <p:spPr>
          <a:xfrm>
            <a:off x="1487287" y="2300216"/>
            <a:ext cx="102923" cy="45773"/>
          </a:xfrm>
          <a:prstGeom prst="rect">
            <a:avLst/>
          </a:prstGeom>
          <a:solidFill>
            <a:srgbClr val="74208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1" name="vpm-real-preictal-spectrogram-r7-c9">
            <a:extLst>
              <a:ext uri="{FF2B5EF4-FFF2-40B4-BE49-F238E27FC236}">
                <a16:creationId xmlns:a16="http://schemas.microsoft.com/office/drawing/2014/main" id="{1FF358F7-A965-498E-9822-D1DAA098CA24}"/>
              </a:ext>
            </a:extLst>
          </p:cNvPr>
          <p:cNvSpPr>
            <a:spLocks noGrp="1"/>
          </p:cNvSpPr>
          <p:nvPr/>
        </p:nvSpPr>
        <p:spPr>
          <a:xfrm>
            <a:off x="1587829" y="2300216"/>
            <a:ext cx="102923" cy="45773"/>
          </a:xfrm>
          <a:prstGeom prst="rect">
            <a:avLst/>
          </a:prstGeom>
          <a:solidFill>
            <a:srgbClr val="6C1E7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2" name="vpm-real-preictal-spectrogram-r7-c10">
            <a:extLst>
              <a:ext uri="{FF2B5EF4-FFF2-40B4-BE49-F238E27FC236}">
                <a16:creationId xmlns:a16="http://schemas.microsoft.com/office/drawing/2014/main" id="{F3AD537E-EF27-4483-832B-E1CFCB62FD76}"/>
              </a:ext>
            </a:extLst>
          </p:cNvPr>
          <p:cNvSpPr>
            <a:spLocks noGrp="1"/>
          </p:cNvSpPr>
          <p:nvPr/>
        </p:nvSpPr>
        <p:spPr>
          <a:xfrm>
            <a:off x="1688371" y="2300216"/>
            <a:ext cx="102923" cy="45773"/>
          </a:xfrm>
          <a:prstGeom prst="rect">
            <a:avLst/>
          </a:prstGeom>
          <a:solidFill>
            <a:srgbClr val="49176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3" name="vpm-real-preictal-spectrogram-r7-c11">
            <a:extLst>
              <a:ext uri="{FF2B5EF4-FFF2-40B4-BE49-F238E27FC236}">
                <a16:creationId xmlns:a16="http://schemas.microsoft.com/office/drawing/2014/main" id="{EAC895E8-2D5C-4DDC-87D2-06CC2B925D8A}"/>
              </a:ext>
            </a:extLst>
          </p:cNvPr>
          <p:cNvSpPr>
            <a:spLocks noGrp="1"/>
          </p:cNvSpPr>
          <p:nvPr/>
        </p:nvSpPr>
        <p:spPr>
          <a:xfrm>
            <a:off x="1788912" y="2300216"/>
            <a:ext cx="102923" cy="45773"/>
          </a:xfrm>
          <a:prstGeom prst="rect">
            <a:avLst/>
          </a:prstGeom>
          <a:solidFill>
            <a:srgbClr val="7B22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4" name="vpm-real-preictal-spectrogram-r7-c12">
            <a:extLst>
              <a:ext uri="{FF2B5EF4-FFF2-40B4-BE49-F238E27FC236}">
                <a16:creationId xmlns:a16="http://schemas.microsoft.com/office/drawing/2014/main" id="{C808B3C6-D38B-43CF-BDD5-824318CC2C0A}"/>
              </a:ext>
            </a:extLst>
          </p:cNvPr>
          <p:cNvSpPr>
            <a:spLocks noGrp="1"/>
          </p:cNvSpPr>
          <p:nvPr/>
        </p:nvSpPr>
        <p:spPr>
          <a:xfrm>
            <a:off x="1889454" y="2300216"/>
            <a:ext cx="102923" cy="45773"/>
          </a:xfrm>
          <a:prstGeom prst="rect">
            <a:avLst/>
          </a:prstGeom>
          <a:solidFill>
            <a:srgbClr val="8124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5" name="vpm-real-preictal-spectrogram-r7-c13">
            <a:extLst>
              <a:ext uri="{FF2B5EF4-FFF2-40B4-BE49-F238E27FC236}">
                <a16:creationId xmlns:a16="http://schemas.microsoft.com/office/drawing/2014/main" id="{77EEEF3E-A8C8-413F-85C6-2ACD47EEFF9E}"/>
              </a:ext>
            </a:extLst>
          </p:cNvPr>
          <p:cNvSpPr>
            <a:spLocks noGrp="1"/>
          </p:cNvSpPr>
          <p:nvPr/>
        </p:nvSpPr>
        <p:spPr>
          <a:xfrm>
            <a:off x="1989996" y="2300216"/>
            <a:ext cx="102923" cy="45773"/>
          </a:xfrm>
          <a:prstGeom prst="rect">
            <a:avLst/>
          </a:prstGeom>
          <a:solidFill>
            <a:srgbClr val="431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6" name="vpm-real-preictal-spectrogram-r7-c14">
            <a:extLst>
              <a:ext uri="{FF2B5EF4-FFF2-40B4-BE49-F238E27FC236}">
                <a16:creationId xmlns:a16="http://schemas.microsoft.com/office/drawing/2014/main" id="{C4A47301-F52B-4999-8E23-00202BE0B175}"/>
              </a:ext>
            </a:extLst>
          </p:cNvPr>
          <p:cNvSpPr>
            <a:spLocks noGrp="1"/>
          </p:cNvSpPr>
          <p:nvPr/>
        </p:nvSpPr>
        <p:spPr>
          <a:xfrm>
            <a:off x="2090537" y="2300216"/>
            <a:ext cx="102923" cy="45773"/>
          </a:xfrm>
          <a:prstGeom prst="rect">
            <a:avLst/>
          </a:prstGeom>
          <a:solidFill>
            <a:srgbClr val="6C1E7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7" name="vpm-real-preictal-spectrogram-r7-c15">
            <a:extLst>
              <a:ext uri="{FF2B5EF4-FFF2-40B4-BE49-F238E27FC236}">
                <a16:creationId xmlns:a16="http://schemas.microsoft.com/office/drawing/2014/main" id="{CE2F57C4-235B-49A2-9B18-10D55771E631}"/>
              </a:ext>
            </a:extLst>
          </p:cNvPr>
          <p:cNvSpPr>
            <a:spLocks noGrp="1"/>
          </p:cNvSpPr>
          <p:nvPr/>
        </p:nvSpPr>
        <p:spPr>
          <a:xfrm>
            <a:off x="2191079" y="2300216"/>
            <a:ext cx="102923" cy="45773"/>
          </a:xfrm>
          <a:prstGeom prst="rect">
            <a:avLst/>
          </a:prstGeom>
          <a:solidFill>
            <a:srgbClr val="5F1B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8" name="vpm-real-preictal-spectrogram-r7-c16">
            <a:extLst>
              <a:ext uri="{FF2B5EF4-FFF2-40B4-BE49-F238E27FC236}">
                <a16:creationId xmlns:a16="http://schemas.microsoft.com/office/drawing/2014/main" id="{20714B15-957B-487B-AC12-34514A00C55A}"/>
              </a:ext>
            </a:extLst>
          </p:cNvPr>
          <p:cNvSpPr>
            <a:spLocks noGrp="1"/>
          </p:cNvSpPr>
          <p:nvPr/>
        </p:nvSpPr>
        <p:spPr>
          <a:xfrm>
            <a:off x="2291621" y="2300216"/>
            <a:ext cx="102923" cy="45773"/>
          </a:xfrm>
          <a:prstGeom prst="rect">
            <a:avLst/>
          </a:prstGeom>
          <a:solidFill>
            <a:srgbClr val="D9566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9" name="vpm-real-preictal-spectrogram-r7-c17">
            <a:extLst>
              <a:ext uri="{FF2B5EF4-FFF2-40B4-BE49-F238E27FC236}">
                <a16:creationId xmlns:a16="http://schemas.microsoft.com/office/drawing/2014/main" id="{485ABDA7-3A3E-43F6-A0B6-E76DD6B7A64A}"/>
              </a:ext>
            </a:extLst>
          </p:cNvPr>
          <p:cNvSpPr>
            <a:spLocks noGrp="1"/>
          </p:cNvSpPr>
          <p:nvPr/>
        </p:nvSpPr>
        <p:spPr>
          <a:xfrm>
            <a:off x="2392162" y="2300216"/>
            <a:ext cx="102923" cy="45773"/>
          </a:xfrm>
          <a:prstGeom prst="rect">
            <a:avLst/>
          </a:prstGeom>
          <a:solidFill>
            <a:srgbClr val="3B14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0" name="vpm-real-preictal-spectrogram-r8-c0">
            <a:extLst>
              <a:ext uri="{FF2B5EF4-FFF2-40B4-BE49-F238E27FC236}">
                <a16:creationId xmlns:a16="http://schemas.microsoft.com/office/drawing/2014/main" id="{85C07393-6A11-42FD-BBEF-166DA7B42EC8}"/>
              </a:ext>
            </a:extLst>
          </p:cNvPr>
          <p:cNvSpPr>
            <a:spLocks noGrp="1"/>
          </p:cNvSpPr>
          <p:nvPr/>
        </p:nvSpPr>
        <p:spPr>
          <a:xfrm>
            <a:off x="682954" y="2343607"/>
            <a:ext cx="102923" cy="45773"/>
          </a:xfrm>
          <a:prstGeom prst="rect">
            <a:avLst/>
          </a:prstGeom>
          <a:solidFill>
            <a:srgbClr val="270F5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1" name="vpm-real-preictal-spectrogram-r8-c1">
            <a:extLst>
              <a:ext uri="{FF2B5EF4-FFF2-40B4-BE49-F238E27FC236}">
                <a16:creationId xmlns:a16="http://schemas.microsoft.com/office/drawing/2014/main" id="{35C48223-95F2-4D60-B7F2-79CE7D86DE32}"/>
              </a:ext>
            </a:extLst>
          </p:cNvPr>
          <p:cNvSpPr>
            <a:spLocks noGrp="1"/>
          </p:cNvSpPr>
          <p:nvPr/>
        </p:nvSpPr>
        <p:spPr>
          <a:xfrm>
            <a:off x="783496" y="2343607"/>
            <a:ext cx="102923" cy="45773"/>
          </a:xfrm>
          <a:prstGeom prst="rect">
            <a:avLst/>
          </a:prstGeom>
          <a:solidFill>
            <a:srgbClr val="992C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2" name="vpm-real-preictal-spectrogram-r8-c2">
            <a:extLst>
              <a:ext uri="{FF2B5EF4-FFF2-40B4-BE49-F238E27FC236}">
                <a16:creationId xmlns:a16="http://schemas.microsoft.com/office/drawing/2014/main" id="{AF41059F-4E45-4253-80B3-1F916F73EF86}"/>
              </a:ext>
            </a:extLst>
          </p:cNvPr>
          <p:cNvSpPr>
            <a:spLocks noGrp="1"/>
          </p:cNvSpPr>
          <p:nvPr/>
        </p:nvSpPr>
        <p:spPr>
          <a:xfrm>
            <a:off x="884037" y="2343607"/>
            <a:ext cx="102923" cy="45773"/>
          </a:xfrm>
          <a:prstGeom prst="rect">
            <a:avLst/>
          </a:prstGeom>
          <a:solidFill>
            <a:srgbClr val="681D7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3" name="vpm-real-preictal-spectrogram-r8-c3">
            <a:extLst>
              <a:ext uri="{FF2B5EF4-FFF2-40B4-BE49-F238E27FC236}">
                <a16:creationId xmlns:a16="http://schemas.microsoft.com/office/drawing/2014/main" id="{9C320560-1385-4FDA-A903-0DC97871BA7F}"/>
              </a:ext>
            </a:extLst>
          </p:cNvPr>
          <p:cNvSpPr>
            <a:spLocks noGrp="1"/>
          </p:cNvSpPr>
          <p:nvPr/>
        </p:nvSpPr>
        <p:spPr>
          <a:xfrm>
            <a:off x="984579" y="2343607"/>
            <a:ext cx="102923" cy="45773"/>
          </a:xfrm>
          <a:prstGeom prst="rect">
            <a:avLst/>
          </a:prstGeom>
          <a:solidFill>
            <a:srgbClr val="4C17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4" name="vpm-real-preictal-spectrogram-r8-c4">
            <a:extLst>
              <a:ext uri="{FF2B5EF4-FFF2-40B4-BE49-F238E27FC236}">
                <a16:creationId xmlns:a16="http://schemas.microsoft.com/office/drawing/2014/main" id="{8586E16F-20BC-46E0-B66F-38D58E2F7912}"/>
              </a:ext>
            </a:extLst>
          </p:cNvPr>
          <p:cNvSpPr>
            <a:spLocks noGrp="1"/>
          </p:cNvSpPr>
          <p:nvPr/>
        </p:nvSpPr>
        <p:spPr>
          <a:xfrm>
            <a:off x="1085121" y="2343607"/>
            <a:ext cx="102923" cy="45773"/>
          </a:xfrm>
          <a:prstGeom prst="rect">
            <a:avLst/>
          </a:prstGeom>
          <a:solidFill>
            <a:srgbClr val="2A105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5" name="vpm-real-preictal-spectrogram-r8-c5">
            <a:extLst>
              <a:ext uri="{FF2B5EF4-FFF2-40B4-BE49-F238E27FC236}">
                <a16:creationId xmlns:a16="http://schemas.microsoft.com/office/drawing/2014/main" id="{E5573420-1947-449F-BD29-AF01B9D67DFB}"/>
              </a:ext>
            </a:extLst>
          </p:cNvPr>
          <p:cNvSpPr>
            <a:spLocks noGrp="1"/>
          </p:cNvSpPr>
          <p:nvPr/>
        </p:nvSpPr>
        <p:spPr>
          <a:xfrm>
            <a:off x="1185662" y="2343607"/>
            <a:ext cx="102923" cy="45773"/>
          </a:xfrm>
          <a:prstGeom prst="rect">
            <a:avLst/>
          </a:prstGeom>
          <a:solidFill>
            <a:srgbClr val="CE4C6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6" name="vpm-real-preictal-spectrogram-r8-c6">
            <a:extLst>
              <a:ext uri="{FF2B5EF4-FFF2-40B4-BE49-F238E27FC236}">
                <a16:creationId xmlns:a16="http://schemas.microsoft.com/office/drawing/2014/main" id="{54DE4636-8011-4151-928B-513064354C9C}"/>
              </a:ext>
            </a:extLst>
          </p:cNvPr>
          <p:cNvSpPr>
            <a:spLocks noGrp="1"/>
          </p:cNvSpPr>
          <p:nvPr/>
        </p:nvSpPr>
        <p:spPr>
          <a:xfrm>
            <a:off x="1286204" y="2343607"/>
            <a:ext cx="102923" cy="45773"/>
          </a:xfrm>
          <a:prstGeom prst="rect">
            <a:avLst/>
          </a:prstGeom>
          <a:solidFill>
            <a:srgbClr val="AE34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7" name="vpm-real-preictal-spectrogram-r8-c7">
            <a:extLst>
              <a:ext uri="{FF2B5EF4-FFF2-40B4-BE49-F238E27FC236}">
                <a16:creationId xmlns:a16="http://schemas.microsoft.com/office/drawing/2014/main" id="{CAA94079-6F6B-40F0-A27E-A4855EA209A2}"/>
              </a:ext>
            </a:extLst>
          </p:cNvPr>
          <p:cNvSpPr>
            <a:spLocks noGrp="1"/>
          </p:cNvSpPr>
          <p:nvPr/>
        </p:nvSpPr>
        <p:spPr>
          <a:xfrm>
            <a:off x="1386746" y="2343607"/>
            <a:ext cx="102923" cy="45773"/>
          </a:xfrm>
          <a:prstGeom prst="rect">
            <a:avLst/>
          </a:prstGeom>
          <a:solidFill>
            <a:srgbClr val="A932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8" name="vpm-real-preictal-spectrogram-r8-c8">
            <a:extLst>
              <a:ext uri="{FF2B5EF4-FFF2-40B4-BE49-F238E27FC236}">
                <a16:creationId xmlns:a16="http://schemas.microsoft.com/office/drawing/2014/main" id="{3C8041A4-3175-413C-A603-6CDA23CFB9B6}"/>
              </a:ext>
            </a:extLst>
          </p:cNvPr>
          <p:cNvSpPr>
            <a:spLocks noGrp="1"/>
          </p:cNvSpPr>
          <p:nvPr/>
        </p:nvSpPr>
        <p:spPr>
          <a:xfrm>
            <a:off x="1487287" y="2343607"/>
            <a:ext cx="102923" cy="45773"/>
          </a:xfrm>
          <a:prstGeom prst="rect">
            <a:avLst/>
          </a:prstGeom>
          <a:solidFill>
            <a:srgbClr val="D5526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9" name="vpm-real-preictal-spectrogram-r8-c9">
            <a:extLst>
              <a:ext uri="{FF2B5EF4-FFF2-40B4-BE49-F238E27FC236}">
                <a16:creationId xmlns:a16="http://schemas.microsoft.com/office/drawing/2014/main" id="{D9F40720-CE4E-43F9-B49A-EFCFB6A9C9AC}"/>
              </a:ext>
            </a:extLst>
          </p:cNvPr>
          <p:cNvSpPr>
            <a:spLocks noGrp="1"/>
          </p:cNvSpPr>
          <p:nvPr/>
        </p:nvSpPr>
        <p:spPr>
          <a:xfrm>
            <a:off x="1587829" y="2343607"/>
            <a:ext cx="102923" cy="45773"/>
          </a:xfrm>
          <a:prstGeom prst="rect">
            <a:avLst/>
          </a:prstGeom>
          <a:solidFill>
            <a:srgbClr val="9F2F7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0" name="vpm-real-preictal-spectrogram-r8-c10">
            <a:extLst>
              <a:ext uri="{FF2B5EF4-FFF2-40B4-BE49-F238E27FC236}">
                <a16:creationId xmlns:a16="http://schemas.microsoft.com/office/drawing/2014/main" id="{BD6B736A-DBCB-42D8-A99C-AD5FE75945ED}"/>
              </a:ext>
            </a:extLst>
          </p:cNvPr>
          <p:cNvSpPr>
            <a:spLocks noGrp="1"/>
          </p:cNvSpPr>
          <p:nvPr/>
        </p:nvSpPr>
        <p:spPr>
          <a:xfrm>
            <a:off x="1688371" y="2343607"/>
            <a:ext cx="102923" cy="45773"/>
          </a:xfrm>
          <a:prstGeom prst="rect">
            <a:avLst/>
          </a:prstGeom>
          <a:solidFill>
            <a:srgbClr val="581A7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1" name="vpm-real-preictal-spectrogram-r8-c11">
            <a:extLst>
              <a:ext uri="{FF2B5EF4-FFF2-40B4-BE49-F238E27FC236}">
                <a16:creationId xmlns:a16="http://schemas.microsoft.com/office/drawing/2014/main" id="{055C5F7D-B1F9-432A-AD4A-FAA3D524195F}"/>
              </a:ext>
            </a:extLst>
          </p:cNvPr>
          <p:cNvSpPr>
            <a:spLocks noGrp="1"/>
          </p:cNvSpPr>
          <p:nvPr/>
        </p:nvSpPr>
        <p:spPr>
          <a:xfrm>
            <a:off x="1788912" y="2343607"/>
            <a:ext cx="102923" cy="45773"/>
          </a:xfrm>
          <a:prstGeom prst="rect">
            <a:avLst/>
          </a:prstGeom>
          <a:solidFill>
            <a:srgbClr val="88277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2" name="vpm-real-preictal-spectrogram-r8-c12">
            <a:extLst>
              <a:ext uri="{FF2B5EF4-FFF2-40B4-BE49-F238E27FC236}">
                <a16:creationId xmlns:a16="http://schemas.microsoft.com/office/drawing/2014/main" id="{C971E7EF-0151-4807-942A-076CF2F02517}"/>
              </a:ext>
            </a:extLst>
          </p:cNvPr>
          <p:cNvSpPr>
            <a:spLocks noGrp="1"/>
          </p:cNvSpPr>
          <p:nvPr/>
        </p:nvSpPr>
        <p:spPr>
          <a:xfrm>
            <a:off x="1889454" y="2343607"/>
            <a:ext cx="102923" cy="45773"/>
          </a:xfrm>
          <a:prstGeom prst="rect">
            <a:avLst/>
          </a:prstGeom>
          <a:solidFill>
            <a:srgbClr val="5F1B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3" name="vpm-real-preictal-spectrogram-r8-c13">
            <a:extLst>
              <a:ext uri="{FF2B5EF4-FFF2-40B4-BE49-F238E27FC236}">
                <a16:creationId xmlns:a16="http://schemas.microsoft.com/office/drawing/2014/main" id="{7E10A305-141A-4B69-97D8-C10DD2C0617D}"/>
              </a:ext>
            </a:extLst>
          </p:cNvPr>
          <p:cNvSpPr>
            <a:spLocks noGrp="1"/>
          </p:cNvSpPr>
          <p:nvPr/>
        </p:nvSpPr>
        <p:spPr>
          <a:xfrm>
            <a:off x="1989996" y="2343607"/>
            <a:ext cx="102923" cy="45773"/>
          </a:xfrm>
          <a:prstGeom prst="rect">
            <a:avLst/>
          </a:prstGeom>
          <a:solidFill>
            <a:srgbClr val="5C1B7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4" name="vpm-real-preictal-spectrogram-r8-c14">
            <a:extLst>
              <a:ext uri="{FF2B5EF4-FFF2-40B4-BE49-F238E27FC236}">
                <a16:creationId xmlns:a16="http://schemas.microsoft.com/office/drawing/2014/main" id="{B74DAFE5-B15F-40A4-8FD5-B7EF928D0136}"/>
              </a:ext>
            </a:extLst>
          </p:cNvPr>
          <p:cNvSpPr>
            <a:spLocks noGrp="1"/>
          </p:cNvSpPr>
          <p:nvPr/>
        </p:nvSpPr>
        <p:spPr>
          <a:xfrm>
            <a:off x="2090537" y="2343607"/>
            <a:ext cx="102923" cy="45773"/>
          </a:xfrm>
          <a:prstGeom prst="rect">
            <a:avLst/>
          </a:prstGeom>
          <a:solidFill>
            <a:srgbClr val="6C1E7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5" name="vpm-real-preictal-spectrogram-r8-c15">
            <a:extLst>
              <a:ext uri="{FF2B5EF4-FFF2-40B4-BE49-F238E27FC236}">
                <a16:creationId xmlns:a16="http://schemas.microsoft.com/office/drawing/2014/main" id="{DC22F1F7-73D3-4375-A8D8-6A4330323240}"/>
              </a:ext>
            </a:extLst>
          </p:cNvPr>
          <p:cNvSpPr>
            <a:spLocks noGrp="1"/>
          </p:cNvSpPr>
          <p:nvPr/>
        </p:nvSpPr>
        <p:spPr>
          <a:xfrm>
            <a:off x="2191079" y="2343607"/>
            <a:ext cx="102923" cy="45773"/>
          </a:xfrm>
          <a:prstGeom prst="rect">
            <a:avLst/>
          </a:prstGeom>
          <a:solidFill>
            <a:srgbClr val="75208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6" name="vpm-real-preictal-spectrogram-r8-c16">
            <a:extLst>
              <a:ext uri="{FF2B5EF4-FFF2-40B4-BE49-F238E27FC236}">
                <a16:creationId xmlns:a16="http://schemas.microsoft.com/office/drawing/2014/main" id="{24B5EAFA-268F-43A1-9391-F590D482866A}"/>
              </a:ext>
            </a:extLst>
          </p:cNvPr>
          <p:cNvSpPr>
            <a:spLocks noGrp="1"/>
          </p:cNvSpPr>
          <p:nvPr/>
        </p:nvSpPr>
        <p:spPr>
          <a:xfrm>
            <a:off x="2291621" y="2343607"/>
            <a:ext cx="102923" cy="45773"/>
          </a:xfrm>
          <a:prstGeom prst="rect">
            <a:avLst/>
          </a:prstGeom>
          <a:solidFill>
            <a:srgbClr val="EA675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7" name="vpm-real-preictal-spectrogram-r8-c17">
            <a:extLst>
              <a:ext uri="{FF2B5EF4-FFF2-40B4-BE49-F238E27FC236}">
                <a16:creationId xmlns:a16="http://schemas.microsoft.com/office/drawing/2014/main" id="{AF3BD6F6-EBDD-432A-A870-A3AD5FA34E79}"/>
              </a:ext>
            </a:extLst>
          </p:cNvPr>
          <p:cNvSpPr>
            <a:spLocks noGrp="1"/>
          </p:cNvSpPr>
          <p:nvPr/>
        </p:nvSpPr>
        <p:spPr>
          <a:xfrm>
            <a:off x="2392162" y="2343607"/>
            <a:ext cx="102923" cy="45773"/>
          </a:xfrm>
          <a:prstGeom prst="rect">
            <a:avLst/>
          </a:prstGeom>
          <a:solidFill>
            <a:srgbClr val="33126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8" name="vpm-real-preictal-spectrogram-r9-c0">
            <a:extLst>
              <a:ext uri="{FF2B5EF4-FFF2-40B4-BE49-F238E27FC236}">
                <a16:creationId xmlns:a16="http://schemas.microsoft.com/office/drawing/2014/main" id="{F7B1D777-9024-4D5A-BC5C-C16E3DFE8F1B}"/>
              </a:ext>
            </a:extLst>
          </p:cNvPr>
          <p:cNvSpPr>
            <a:spLocks noGrp="1"/>
          </p:cNvSpPr>
          <p:nvPr/>
        </p:nvSpPr>
        <p:spPr>
          <a:xfrm>
            <a:off x="682954" y="2386999"/>
            <a:ext cx="102923" cy="45773"/>
          </a:xfrm>
          <a:prstGeom prst="rect">
            <a:avLst/>
          </a:prstGeom>
          <a:solidFill>
            <a:srgbClr val="2910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9" name="vpm-real-preictal-spectrogram-r9-c1">
            <a:extLst>
              <a:ext uri="{FF2B5EF4-FFF2-40B4-BE49-F238E27FC236}">
                <a16:creationId xmlns:a16="http://schemas.microsoft.com/office/drawing/2014/main" id="{CD2506C9-97AF-4C14-98EA-1134A83C178E}"/>
              </a:ext>
            </a:extLst>
          </p:cNvPr>
          <p:cNvSpPr>
            <a:spLocks noGrp="1"/>
          </p:cNvSpPr>
          <p:nvPr/>
        </p:nvSpPr>
        <p:spPr>
          <a:xfrm>
            <a:off x="783496" y="2386999"/>
            <a:ext cx="102923" cy="45773"/>
          </a:xfrm>
          <a:prstGeom prst="rect">
            <a:avLst/>
          </a:prstGeom>
          <a:solidFill>
            <a:srgbClr val="5319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0" name="vpm-real-preictal-spectrogram-r9-c2">
            <a:extLst>
              <a:ext uri="{FF2B5EF4-FFF2-40B4-BE49-F238E27FC236}">
                <a16:creationId xmlns:a16="http://schemas.microsoft.com/office/drawing/2014/main" id="{A491BA57-F18F-4E4F-A536-845ADF5EA115}"/>
              </a:ext>
            </a:extLst>
          </p:cNvPr>
          <p:cNvSpPr>
            <a:spLocks noGrp="1"/>
          </p:cNvSpPr>
          <p:nvPr/>
        </p:nvSpPr>
        <p:spPr>
          <a:xfrm>
            <a:off x="884037" y="2386999"/>
            <a:ext cx="102923" cy="45773"/>
          </a:xfrm>
          <a:prstGeom prst="rect">
            <a:avLst/>
          </a:prstGeom>
          <a:solidFill>
            <a:srgbClr val="731F8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1" name="vpm-real-preictal-spectrogram-r9-c3">
            <a:extLst>
              <a:ext uri="{FF2B5EF4-FFF2-40B4-BE49-F238E27FC236}">
                <a16:creationId xmlns:a16="http://schemas.microsoft.com/office/drawing/2014/main" id="{3B463873-59F2-400A-8BCF-E82AF5AB1D45}"/>
              </a:ext>
            </a:extLst>
          </p:cNvPr>
          <p:cNvSpPr>
            <a:spLocks noGrp="1"/>
          </p:cNvSpPr>
          <p:nvPr/>
        </p:nvSpPr>
        <p:spPr>
          <a:xfrm>
            <a:off x="984579" y="2386999"/>
            <a:ext cx="102923" cy="45773"/>
          </a:xfrm>
          <a:prstGeom prst="rect">
            <a:avLst/>
          </a:prstGeom>
          <a:solidFill>
            <a:srgbClr val="8A277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2" name="vpm-real-preictal-spectrogram-r9-c4">
            <a:extLst>
              <a:ext uri="{FF2B5EF4-FFF2-40B4-BE49-F238E27FC236}">
                <a16:creationId xmlns:a16="http://schemas.microsoft.com/office/drawing/2014/main" id="{5640E862-A1B2-4DFE-B3B6-B495CD87763F}"/>
              </a:ext>
            </a:extLst>
          </p:cNvPr>
          <p:cNvSpPr>
            <a:spLocks noGrp="1"/>
          </p:cNvSpPr>
          <p:nvPr/>
        </p:nvSpPr>
        <p:spPr>
          <a:xfrm>
            <a:off x="1085121" y="2386999"/>
            <a:ext cx="102923" cy="45773"/>
          </a:xfrm>
          <a:prstGeom prst="rect">
            <a:avLst/>
          </a:prstGeom>
          <a:solidFill>
            <a:srgbClr val="8024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3" name="vpm-real-preictal-spectrogram-r9-c5">
            <a:extLst>
              <a:ext uri="{FF2B5EF4-FFF2-40B4-BE49-F238E27FC236}">
                <a16:creationId xmlns:a16="http://schemas.microsoft.com/office/drawing/2014/main" id="{3DB0FF11-016E-4BB2-8268-60E01B67CBDA}"/>
              </a:ext>
            </a:extLst>
          </p:cNvPr>
          <p:cNvSpPr>
            <a:spLocks noGrp="1"/>
          </p:cNvSpPr>
          <p:nvPr/>
        </p:nvSpPr>
        <p:spPr>
          <a:xfrm>
            <a:off x="1185662" y="2386999"/>
            <a:ext cx="102923" cy="45773"/>
          </a:xfrm>
          <a:prstGeom prst="rect">
            <a:avLst/>
          </a:prstGeom>
          <a:solidFill>
            <a:srgbClr val="7A22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4" name="vpm-real-preictal-spectrogram-r9-c6">
            <a:extLst>
              <a:ext uri="{FF2B5EF4-FFF2-40B4-BE49-F238E27FC236}">
                <a16:creationId xmlns:a16="http://schemas.microsoft.com/office/drawing/2014/main" id="{CD8BA6BC-142D-4D8C-B9A5-21A0CB4FB827}"/>
              </a:ext>
            </a:extLst>
          </p:cNvPr>
          <p:cNvSpPr>
            <a:spLocks noGrp="1"/>
          </p:cNvSpPr>
          <p:nvPr/>
        </p:nvSpPr>
        <p:spPr>
          <a:xfrm>
            <a:off x="1286204" y="2386999"/>
            <a:ext cx="102923" cy="45773"/>
          </a:xfrm>
          <a:prstGeom prst="rect">
            <a:avLst/>
          </a:prstGeom>
          <a:solidFill>
            <a:srgbClr val="CF4E6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5" name="vpm-real-preictal-spectrogram-r9-c7">
            <a:extLst>
              <a:ext uri="{FF2B5EF4-FFF2-40B4-BE49-F238E27FC236}">
                <a16:creationId xmlns:a16="http://schemas.microsoft.com/office/drawing/2014/main" id="{76767857-6B74-4688-94AB-D23001AB9486}"/>
              </a:ext>
            </a:extLst>
          </p:cNvPr>
          <p:cNvSpPr>
            <a:spLocks noGrp="1"/>
          </p:cNvSpPr>
          <p:nvPr/>
        </p:nvSpPr>
        <p:spPr>
          <a:xfrm>
            <a:off x="1386746" y="2386999"/>
            <a:ext cx="102923" cy="45773"/>
          </a:xfrm>
          <a:prstGeom prst="rect">
            <a:avLst/>
          </a:prstGeom>
          <a:solidFill>
            <a:srgbClr val="942B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6" name="vpm-real-preictal-spectrogram-r9-c8">
            <a:extLst>
              <a:ext uri="{FF2B5EF4-FFF2-40B4-BE49-F238E27FC236}">
                <a16:creationId xmlns:a16="http://schemas.microsoft.com/office/drawing/2014/main" id="{22E70553-8B3C-4471-8E1D-199034775E23}"/>
              </a:ext>
            </a:extLst>
          </p:cNvPr>
          <p:cNvSpPr>
            <a:spLocks noGrp="1"/>
          </p:cNvSpPr>
          <p:nvPr/>
        </p:nvSpPr>
        <p:spPr>
          <a:xfrm>
            <a:off x="1487287" y="2386999"/>
            <a:ext cx="102923" cy="45773"/>
          </a:xfrm>
          <a:prstGeom prst="rect">
            <a:avLst/>
          </a:prstGeom>
          <a:solidFill>
            <a:srgbClr val="6B1E7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7" name="vpm-real-preictal-spectrogram-r9-c9">
            <a:extLst>
              <a:ext uri="{FF2B5EF4-FFF2-40B4-BE49-F238E27FC236}">
                <a16:creationId xmlns:a16="http://schemas.microsoft.com/office/drawing/2014/main" id="{8E11C789-26A4-417F-86C9-C4D3846A15A3}"/>
              </a:ext>
            </a:extLst>
          </p:cNvPr>
          <p:cNvSpPr>
            <a:spLocks noGrp="1"/>
          </p:cNvSpPr>
          <p:nvPr/>
        </p:nvSpPr>
        <p:spPr>
          <a:xfrm>
            <a:off x="1587829" y="2386999"/>
            <a:ext cx="102923" cy="45773"/>
          </a:xfrm>
          <a:prstGeom prst="rect">
            <a:avLst/>
          </a:prstGeom>
          <a:solidFill>
            <a:srgbClr val="7E23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8" name="vpm-real-preictal-spectrogram-r9-c10">
            <a:extLst>
              <a:ext uri="{FF2B5EF4-FFF2-40B4-BE49-F238E27FC236}">
                <a16:creationId xmlns:a16="http://schemas.microsoft.com/office/drawing/2014/main" id="{DBEDA972-06DC-4B62-9E87-09C89ACE4780}"/>
              </a:ext>
            </a:extLst>
          </p:cNvPr>
          <p:cNvSpPr>
            <a:spLocks noGrp="1"/>
          </p:cNvSpPr>
          <p:nvPr/>
        </p:nvSpPr>
        <p:spPr>
          <a:xfrm>
            <a:off x="1688371" y="2386999"/>
            <a:ext cx="102923" cy="45773"/>
          </a:xfrm>
          <a:prstGeom prst="rect">
            <a:avLst/>
          </a:prstGeom>
          <a:solidFill>
            <a:srgbClr val="88277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9" name="vpm-real-preictal-spectrogram-r9-c11">
            <a:extLst>
              <a:ext uri="{FF2B5EF4-FFF2-40B4-BE49-F238E27FC236}">
                <a16:creationId xmlns:a16="http://schemas.microsoft.com/office/drawing/2014/main" id="{546C5D54-EF2A-4B5D-ADDD-95353E4437CA}"/>
              </a:ext>
            </a:extLst>
          </p:cNvPr>
          <p:cNvSpPr>
            <a:spLocks noGrp="1"/>
          </p:cNvSpPr>
          <p:nvPr/>
        </p:nvSpPr>
        <p:spPr>
          <a:xfrm>
            <a:off x="1788912" y="2386999"/>
            <a:ext cx="102923" cy="45773"/>
          </a:xfrm>
          <a:prstGeom prst="rect">
            <a:avLst/>
          </a:prstGeom>
          <a:solidFill>
            <a:srgbClr val="D04F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0" name="vpm-real-preictal-spectrogram-r9-c12">
            <a:extLst>
              <a:ext uri="{FF2B5EF4-FFF2-40B4-BE49-F238E27FC236}">
                <a16:creationId xmlns:a16="http://schemas.microsoft.com/office/drawing/2014/main" id="{30CCEECA-4F40-42B2-B7AF-7D96CFA8C370}"/>
              </a:ext>
            </a:extLst>
          </p:cNvPr>
          <p:cNvSpPr>
            <a:spLocks noGrp="1"/>
          </p:cNvSpPr>
          <p:nvPr/>
        </p:nvSpPr>
        <p:spPr>
          <a:xfrm>
            <a:off x="1889454" y="2386999"/>
            <a:ext cx="102923" cy="45773"/>
          </a:xfrm>
          <a:prstGeom prst="rect">
            <a:avLst/>
          </a:prstGeom>
          <a:solidFill>
            <a:srgbClr val="A330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1" name="vpm-real-preictal-spectrogram-r9-c13">
            <a:extLst>
              <a:ext uri="{FF2B5EF4-FFF2-40B4-BE49-F238E27FC236}">
                <a16:creationId xmlns:a16="http://schemas.microsoft.com/office/drawing/2014/main" id="{3754543E-BA69-46BC-92FE-EFEEE7D143F1}"/>
              </a:ext>
            </a:extLst>
          </p:cNvPr>
          <p:cNvSpPr>
            <a:spLocks noGrp="1"/>
          </p:cNvSpPr>
          <p:nvPr/>
        </p:nvSpPr>
        <p:spPr>
          <a:xfrm>
            <a:off x="1989996" y="2386999"/>
            <a:ext cx="102923" cy="45773"/>
          </a:xfrm>
          <a:prstGeom prst="rect">
            <a:avLst/>
          </a:prstGeom>
          <a:solidFill>
            <a:srgbClr val="9A2D7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2" name="vpm-real-preictal-spectrogram-r9-c14">
            <a:extLst>
              <a:ext uri="{FF2B5EF4-FFF2-40B4-BE49-F238E27FC236}">
                <a16:creationId xmlns:a16="http://schemas.microsoft.com/office/drawing/2014/main" id="{64881A6A-E333-4DA5-A7C0-6A5A036AA5FC}"/>
              </a:ext>
            </a:extLst>
          </p:cNvPr>
          <p:cNvSpPr>
            <a:spLocks noGrp="1"/>
          </p:cNvSpPr>
          <p:nvPr/>
        </p:nvSpPr>
        <p:spPr>
          <a:xfrm>
            <a:off x="2090537" y="2386999"/>
            <a:ext cx="102923" cy="45773"/>
          </a:xfrm>
          <a:prstGeom prst="rect">
            <a:avLst/>
          </a:prstGeom>
          <a:solidFill>
            <a:srgbClr val="4E18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3" name="vpm-real-preictal-spectrogram-r9-c15">
            <a:extLst>
              <a:ext uri="{FF2B5EF4-FFF2-40B4-BE49-F238E27FC236}">
                <a16:creationId xmlns:a16="http://schemas.microsoft.com/office/drawing/2014/main" id="{5B748432-5F5B-4573-A0C2-BBF53F9DC854}"/>
              </a:ext>
            </a:extLst>
          </p:cNvPr>
          <p:cNvSpPr>
            <a:spLocks noGrp="1"/>
          </p:cNvSpPr>
          <p:nvPr/>
        </p:nvSpPr>
        <p:spPr>
          <a:xfrm>
            <a:off x="2191079" y="2386999"/>
            <a:ext cx="102923" cy="45773"/>
          </a:xfrm>
          <a:prstGeom prst="rect">
            <a:avLst/>
          </a:prstGeom>
          <a:solidFill>
            <a:srgbClr val="7D23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4" name="vpm-real-preictal-spectrogram-r9-c16">
            <a:extLst>
              <a:ext uri="{FF2B5EF4-FFF2-40B4-BE49-F238E27FC236}">
                <a16:creationId xmlns:a16="http://schemas.microsoft.com/office/drawing/2014/main" id="{3C22AE7C-1F5E-49BC-B7FB-0E1FF25063FE}"/>
              </a:ext>
            </a:extLst>
          </p:cNvPr>
          <p:cNvSpPr>
            <a:spLocks noGrp="1"/>
          </p:cNvSpPr>
          <p:nvPr/>
        </p:nvSpPr>
        <p:spPr>
          <a:xfrm>
            <a:off x="2291621" y="2386999"/>
            <a:ext cx="102923" cy="45773"/>
          </a:xfrm>
          <a:prstGeom prst="rect">
            <a:avLst/>
          </a:prstGeom>
          <a:solidFill>
            <a:srgbClr val="E8655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5" name="vpm-real-preictal-spectrogram-r9-c17">
            <a:extLst>
              <a:ext uri="{FF2B5EF4-FFF2-40B4-BE49-F238E27FC236}">
                <a16:creationId xmlns:a16="http://schemas.microsoft.com/office/drawing/2014/main" id="{A28E0071-0947-427B-BCDF-2A102957CD10}"/>
              </a:ext>
            </a:extLst>
          </p:cNvPr>
          <p:cNvSpPr>
            <a:spLocks noGrp="1"/>
          </p:cNvSpPr>
          <p:nvPr/>
        </p:nvSpPr>
        <p:spPr>
          <a:xfrm>
            <a:off x="2392162" y="2386999"/>
            <a:ext cx="102923" cy="45773"/>
          </a:xfrm>
          <a:prstGeom prst="rect">
            <a:avLst/>
          </a:prstGeom>
          <a:solidFill>
            <a:srgbClr val="38136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6" name="vpm-real-preictal-spectrogram-r10-c0">
            <a:extLst>
              <a:ext uri="{FF2B5EF4-FFF2-40B4-BE49-F238E27FC236}">
                <a16:creationId xmlns:a16="http://schemas.microsoft.com/office/drawing/2014/main" id="{C9EFDC10-24D8-4287-90CC-85F0B02AF0E5}"/>
              </a:ext>
            </a:extLst>
          </p:cNvPr>
          <p:cNvSpPr>
            <a:spLocks noGrp="1"/>
          </p:cNvSpPr>
          <p:nvPr/>
        </p:nvSpPr>
        <p:spPr>
          <a:xfrm>
            <a:off x="682954" y="2430391"/>
            <a:ext cx="102923" cy="45773"/>
          </a:xfrm>
          <a:prstGeom prst="rect">
            <a:avLst/>
          </a:prstGeom>
          <a:solidFill>
            <a:srgbClr val="270F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7" name="vpm-real-preictal-spectrogram-r10-c1">
            <a:extLst>
              <a:ext uri="{FF2B5EF4-FFF2-40B4-BE49-F238E27FC236}">
                <a16:creationId xmlns:a16="http://schemas.microsoft.com/office/drawing/2014/main" id="{454F2616-27DD-4958-BBA7-19BFC9115A99}"/>
              </a:ext>
            </a:extLst>
          </p:cNvPr>
          <p:cNvSpPr>
            <a:spLocks noGrp="1"/>
          </p:cNvSpPr>
          <p:nvPr/>
        </p:nvSpPr>
        <p:spPr>
          <a:xfrm>
            <a:off x="783496" y="2430391"/>
            <a:ext cx="102923" cy="45773"/>
          </a:xfrm>
          <a:prstGeom prst="rect">
            <a:avLst/>
          </a:prstGeom>
          <a:solidFill>
            <a:srgbClr val="8D287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8" name="vpm-real-preictal-spectrogram-r10-c2">
            <a:extLst>
              <a:ext uri="{FF2B5EF4-FFF2-40B4-BE49-F238E27FC236}">
                <a16:creationId xmlns:a16="http://schemas.microsoft.com/office/drawing/2014/main" id="{5ABF7CD8-7DDF-4074-A095-86BE54DBD603}"/>
              </a:ext>
            </a:extLst>
          </p:cNvPr>
          <p:cNvSpPr>
            <a:spLocks noGrp="1"/>
          </p:cNvSpPr>
          <p:nvPr/>
        </p:nvSpPr>
        <p:spPr>
          <a:xfrm>
            <a:off x="884037" y="2430391"/>
            <a:ext cx="102923" cy="45773"/>
          </a:xfrm>
          <a:prstGeom prst="rect">
            <a:avLst/>
          </a:prstGeom>
          <a:solidFill>
            <a:srgbClr val="8C287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9" name="vpm-real-preictal-spectrogram-r10-c3">
            <a:extLst>
              <a:ext uri="{FF2B5EF4-FFF2-40B4-BE49-F238E27FC236}">
                <a16:creationId xmlns:a16="http://schemas.microsoft.com/office/drawing/2014/main" id="{4B184A26-5DA4-49ED-A4C9-556AD724BACA}"/>
              </a:ext>
            </a:extLst>
          </p:cNvPr>
          <p:cNvSpPr>
            <a:spLocks noGrp="1"/>
          </p:cNvSpPr>
          <p:nvPr/>
        </p:nvSpPr>
        <p:spPr>
          <a:xfrm>
            <a:off x="984579" y="2430391"/>
            <a:ext cx="102923" cy="45773"/>
          </a:xfrm>
          <a:prstGeom prst="rect">
            <a:avLst/>
          </a:prstGeom>
          <a:solidFill>
            <a:srgbClr val="6F1E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0" name="vpm-real-preictal-spectrogram-r10-c4">
            <a:extLst>
              <a:ext uri="{FF2B5EF4-FFF2-40B4-BE49-F238E27FC236}">
                <a16:creationId xmlns:a16="http://schemas.microsoft.com/office/drawing/2014/main" id="{E09AA810-7119-4C13-823D-73E343D1E3C2}"/>
              </a:ext>
            </a:extLst>
          </p:cNvPr>
          <p:cNvSpPr>
            <a:spLocks noGrp="1"/>
          </p:cNvSpPr>
          <p:nvPr/>
        </p:nvSpPr>
        <p:spPr>
          <a:xfrm>
            <a:off x="1085121" y="2430391"/>
            <a:ext cx="102923" cy="45773"/>
          </a:xfrm>
          <a:prstGeom prst="rect">
            <a:avLst/>
          </a:prstGeom>
          <a:solidFill>
            <a:srgbClr val="8024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1" name="vpm-real-preictal-spectrogram-r10-c5">
            <a:extLst>
              <a:ext uri="{FF2B5EF4-FFF2-40B4-BE49-F238E27FC236}">
                <a16:creationId xmlns:a16="http://schemas.microsoft.com/office/drawing/2014/main" id="{905C4485-39A7-4FBA-B021-BF4C437C0F77}"/>
              </a:ext>
            </a:extLst>
          </p:cNvPr>
          <p:cNvSpPr>
            <a:spLocks noGrp="1"/>
          </p:cNvSpPr>
          <p:nvPr/>
        </p:nvSpPr>
        <p:spPr>
          <a:xfrm>
            <a:off x="1185662" y="2430391"/>
            <a:ext cx="102923" cy="45773"/>
          </a:xfrm>
          <a:prstGeom prst="rect">
            <a:avLst/>
          </a:prstGeom>
          <a:solidFill>
            <a:srgbClr val="3C146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2" name="vpm-real-preictal-spectrogram-r10-c6">
            <a:extLst>
              <a:ext uri="{FF2B5EF4-FFF2-40B4-BE49-F238E27FC236}">
                <a16:creationId xmlns:a16="http://schemas.microsoft.com/office/drawing/2014/main" id="{B5839848-EF49-40CD-927E-719825E60111}"/>
              </a:ext>
            </a:extLst>
          </p:cNvPr>
          <p:cNvSpPr>
            <a:spLocks noGrp="1"/>
          </p:cNvSpPr>
          <p:nvPr/>
        </p:nvSpPr>
        <p:spPr>
          <a:xfrm>
            <a:off x="1286204" y="2430391"/>
            <a:ext cx="102923" cy="45773"/>
          </a:xfrm>
          <a:prstGeom prst="rect">
            <a:avLst/>
          </a:prstGeom>
          <a:solidFill>
            <a:srgbClr val="952B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3" name="vpm-real-preictal-spectrogram-r10-c7">
            <a:extLst>
              <a:ext uri="{FF2B5EF4-FFF2-40B4-BE49-F238E27FC236}">
                <a16:creationId xmlns:a16="http://schemas.microsoft.com/office/drawing/2014/main" id="{53CF7570-D423-4C9C-9BCB-C6A0A405D6AD}"/>
              </a:ext>
            </a:extLst>
          </p:cNvPr>
          <p:cNvSpPr>
            <a:spLocks noGrp="1"/>
          </p:cNvSpPr>
          <p:nvPr/>
        </p:nvSpPr>
        <p:spPr>
          <a:xfrm>
            <a:off x="1386746" y="2430391"/>
            <a:ext cx="102923" cy="45773"/>
          </a:xfrm>
          <a:prstGeom prst="rect">
            <a:avLst/>
          </a:prstGeom>
          <a:solidFill>
            <a:srgbClr val="8A277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4" name="vpm-real-preictal-spectrogram-r10-c8">
            <a:extLst>
              <a:ext uri="{FF2B5EF4-FFF2-40B4-BE49-F238E27FC236}">
                <a16:creationId xmlns:a16="http://schemas.microsoft.com/office/drawing/2014/main" id="{B54EEFB9-7218-4337-A85D-1AC8E1523733}"/>
              </a:ext>
            </a:extLst>
          </p:cNvPr>
          <p:cNvSpPr>
            <a:spLocks noGrp="1"/>
          </p:cNvSpPr>
          <p:nvPr/>
        </p:nvSpPr>
        <p:spPr>
          <a:xfrm>
            <a:off x="1487287" y="2430391"/>
            <a:ext cx="102923" cy="45773"/>
          </a:xfrm>
          <a:prstGeom prst="rect">
            <a:avLst/>
          </a:prstGeom>
          <a:solidFill>
            <a:srgbClr val="691D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5" name="vpm-real-preictal-spectrogram-r10-c9">
            <a:extLst>
              <a:ext uri="{FF2B5EF4-FFF2-40B4-BE49-F238E27FC236}">
                <a16:creationId xmlns:a16="http://schemas.microsoft.com/office/drawing/2014/main" id="{4B369083-E72E-49F5-9012-B25C5FE721EE}"/>
              </a:ext>
            </a:extLst>
          </p:cNvPr>
          <p:cNvSpPr>
            <a:spLocks noGrp="1"/>
          </p:cNvSpPr>
          <p:nvPr/>
        </p:nvSpPr>
        <p:spPr>
          <a:xfrm>
            <a:off x="1587829" y="2430391"/>
            <a:ext cx="102923" cy="45773"/>
          </a:xfrm>
          <a:prstGeom prst="rect">
            <a:avLst/>
          </a:prstGeom>
          <a:solidFill>
            <a:srgbClr val="6F1E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6" name="vpm-real-preictal-spectrogram-r10-c10">
            <a:extLst>
              <a:ext uri="{FF2B5EF4-FFF2-40B4-BE49-F238E27FC236}">
                <a16:creationId xmlns:a16="http://schemas.microsoft.com/office/drawing/2014/main" id="{A76DDDF1-9A1B-4856-99CC-49832F4E0195}"/>
              </a:ext>
            </a:extLst>
          </p:cNvPr>
          <p:cNvSpPr>
            <a:spLocks noGrp="1"/>
          </p:cNvSpPr>
          <p:nvPr/>
        </p:nvSpPr>
        <p:spPr>
          <a:xfrm>
            <a:off x="1688371" y="2430391"/>
            <a:ext cx="102923" cy="45773"/>
          </a:xfrm>
          <a:prstGeom prst="rect">
            <a:avLst/>
          </a:prstGeom>
          <a:solidFill>
            <a:srgbClr val="711F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7" name="vpm-real-preictal-spectrogram-r10-c11">
            <a:extLst>
              <a:ext uri="{FF2B5EF4-FFF2-40B4-BE49-F238E27FC236}">
                <a16:creationId xmlns:a16="http://schemas.microsoft.com/office/drawing/2014/main" id="{2B856C48-C0D8-4D06-A20E-230F5369E732}"/>
              </a:ext>
            </a:extLst>
          </p:cNvPr>
          <p:cNvSpPr>
            <a:spLocks noGrp="1"/>
          </p:cNvSpPr>
          <p:nvPr/>
        </p:nvSpPr>
        <p:spPr>
          <a:xfrm>
            <a:off x="1788912" y="2430391"/>
            <a:ext cx="102923" cy="45773"/>
          </a:xfrm>
          <a:prstGeom prst="rect">
            <a:avLst/>
          </a:prstGeom>
          <a:solidFill>
            <a:srgbClr val="9D2E7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8" name="vpm-real-preictal-spectrogram-r10-c12">
            <a:extLst>
              <a:ext uri="{FF2B5EF4-FFF2-40B4-BE49-F238E27FC236}">
                <a16:creationId xmlns:a16="http://schemas.microsoft.com/office/drawing/2014/main" id="{A6067733-C34E-4A29-82FB-C0DE0331D25D}"/>
              </a:ext>
            </a:extLst>
          </p:cNvPr>
          <p:cNvSpPr>
            <a:spLocks noGrp="1"/>
          </p:cNvSpPr>
          <p:nvPr/>
        </p:nvSpPr>
        <p:spPr>
          <a:xfrm>
            <a:off x="1889454" y="2430391"/>
            <a:ext cx="102923" cy="45773"/>
          </a:xfrm>
          <a:prstGeom prst="rect">
            <a:avLst/>
          </a:prstGeom>
          <a:solidFill>
            <a:srgbClr val="BA3A7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9" name="vpm-real-preictal-spectrogram-r10-c13">
            <a:extLst>
              <a:ext uri="{FF2B5EF4-FFF2-40B4-BE49-F238E27FC236}">
                <a16:creationId xmlns:a16="http://schemas.microsoft.com/office/drawing/2014/main" id="{B682F78C-A820-48F3-B49A-9FB5322114E4}"/>
              </a:ext>
            </a:extLst>
          </p:cNvPr>
          <p:cNvSpPr>
            <a:spLocks noGrp="1"/>
          </p:cNvSpPr>
          <p:nvPr/>
        </p:nvSpPr>
        <p:spPr>
          <a:xfrm>
            <a:off x="1989996" y="2430391"/>
            <a:ext cx="102923" cy="45773"/>
          </a:xfrm>
          <a:prstGeom prst="rect">
            <a:avLst/>
          </a:prstGeom>
          <a:solidFill>
            <a:srgbClr val="9D2E7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0" name="vpm-real-preictal-spectrogram-r10-c14">
            <a:extLst>
              <a:ext uri="{FF2B5EF4-FFF2-40B4-BE49-F238E27FC236}">
                <a16:creationId xmlns:a16="http://schemas.microsoft.com/office/drawing/2014/main" id="{44765106-73CA-4853-B124-00D7CABE970C}"/>
              </a:ext>
            </a:extLst>
          </p:cNvPr>
          <p:cNvSpPr>
            <a:spLocks noGrp="1"/>
          </p:cNvSpPr>
          <p:nvPr/>
        </p:nvSpPr>
        <p:spPr>
          <a:xfrm>
            <a:off x="2090537" y="2430391"/>
            <a:ext cx="102923" cy="45773"/>
          </a:xfrm>
          <a:prstGeom prst="rect">
            <a:avLst/>
          </a:prstGeom>
          <a:solidFill>
            <a:srgbClr val="AB33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1" name="vpm-real-preictal-spectrogram-r10-c15">
            <a:extLst>
              <a:ext uri="{FF2B5EF4-FFF2-40B4-BE49-F238E27FC236}">
                <a16:creationId xmlns:a16="http://schemas.microsoft.com/office/drawing/2014/main" id="{07C2F6E7-C916-4212-89C5-587BD9D49C61}"/>
              </a:ext>
            </a:extLst>
          </p:cNvPr>
          <p:cNvSpPr>
            <a:spLocks noGrp="1"/>
          </p:cNvSpPr>
          <p:nvPr/>
        </p:nvSpPr>
        <p:spPr>
          <a:xfrm>
            <a:off x="2191079" y="2430391"/>
            <a:ext cx="102923" cy="45773"/>
          </a:xfrm>
          <a:prstGeom prst="rect">
            <a:avLst/>
          </a:prstGeom>
          <a:solidFill>
            <a:srgbClr val="DD5A6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2" name="vpm-real-preictal-spectrogram-r10-c16">
            <a:extLst>
              <a:ext uri="{FF2B5EF4-FFF2-40B4-BE49-F238E27FC236}">
                <a16:creationId xmlns:a16="http://schemas.microsoft.com/office/drawing/2014/main" id="{3F03BB58-671C-48B5-8BCE-2F671E1D2EC4}"/>
              </a:ext>
            </a:extLst>
          </p:cNvPr>
          <p:cNvSpPr>
            <a:spLocks noGrp="1"/>
          </p:cNvSpPr>
          <p:nvPr/>
        </p:nvSpPr>
        <p:spPr>
          <a:xfrm>
            <a:off x="2291621" y="2430391"/>
            <a:ext cx="102923" cy="45773"/>
          </a:xfrm>
          <a:prstGeom prst="rect">
            <a:avLst/>
          </a:prstGeom>
          <a:solidFill>
            <a:srgbClr val="F0735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3" name="vpm-real-preictal-spectrogram-r10-c17">
            <a:extLst>
              <a:ext uri="{FF2B5EF4-FFF2-40B4-BE49-F238E27FC236}">
                <a16:creationId xmlns:a16="http://schemas.microsoft.com/office/drawing/2014/main" id="{F65B3D58-AC76-409E-A75F-D598C39E6FE1}"/>
              </a:ext>
            </a:extLst>
          </p:cNvPr>
          <p:cNvSpPr>
            <a:spLocks noGrp="1"/>
          </p:cNvSpPr>
          <p:nvPr/>
        </p:nvSpPr>
        <p:spPr>
          <a:xfrm>
            <a:off x="2392162" y="2430391"/>
            <a:ext cx="102923" cy="45773"/>
          </a:xfrm>
          <a:prstGeom prst="rect">
            <a:avLst/>
          </a:prstGeom>
          <a:solidFill>
            <a:srgbClr val="5A1A7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4" name="vpm-real-preictal-spectrogram-r11-c0">
            <a:extLst>
              <a:ext uri="{FF2B5EF4-FFF2-40B4-BE49-F238E27FC236}">
                <a16:creationId xmlns:a16="http://schemas.microsoft.com/office/drawing/2014/main" id="{E530C51F-71F5-4914-BEA4-C3A2AF36C4B0}"/>
              </a:ext>
            </a:extLst>
          </p:cNvPr>
          <p:cNvSpPr>
            <a:spLocks noGrp="1"/>
          </p:cNvSpPr>
          <p:nvPr/>
        </p:nvSpPr>
        <p:spPr>
          <a:xfrm>
            <a:off x="682954" y="2473782"/>
            <a:ext cx="102923" cy="45773"/>
          </a:xfrm>
          <a:prstGeom prst="rect">
            <a:avLst/>
          </a:prstGeom>
          <a:solidFill>
            <a:srgbClr val="31126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5" name="vpm-real-preictal-spectrogram-r11-c1">
            <a:extLst>
              <a:ext uri="{FF2B5EF4-FFF2-40B4-BE49-F238E27FC236}">
                <a16:creationId xmlns:a16="http://schemas.microsoft.com/office/drawing/2014/main" id="{3D3456B8-3485-4E33-AB9A-1C3EA0D84FB4}"/>
              </a:ext>
            </a:extLst>
          </p:cNvPr>
          <p:cNvSpPr>
            <a:spLocks noGrp="1"/>
          </p:cNvSpPr>
          <p:nvPr/>
        </p:nvSpPr>
        <p:spPr>
          <a:xfrm>
            <a:off x="783496" y="2473782"/>
            <a:ext cx="102923" cy="45773"/>
          </a:xfrm>
          <a:prstGeom prst="rect">
            <a:avLst/>
          </a:prstGeom>
          <a:solidFill>
            <a:srgbClr val="6E1E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6" name="vpm-real-preictal-spectrogram-r11-c2">
            <a:extLst>
              <a:ext uri="{FF2B5EF4-FFF2-40B4-BE49-F238E27FC236}">
                <a16:creationId xmlns:a16="http://schemas.microsoft.com/office/drawing/2014/main" id="{21B4C575-CCEC-406A-AFB5-6F49DFCF51BD}"/>
              </a:ext>
            </a:extLst>
          </p:cNvPr>
          <p:cNvSpPr>
            <a:spLocks noGrp="1"/>
          </p:cNvSpPr>
          <p:nvPr/>
        </p:nvSpPr>
        <p:spPr>
          <a:xfrm>
            <a:off x="884037" y="2473782"/>
            <a:ext cx="102923" cy="45773"/>
          </a:xfrm>
          <a:prstGeom prst="rect">
            <a:avLst/>
          </a:prstGeom>
          <a:solidFill>
            <a:srgbClr val="3F156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7" name="vpm-real-preictal-spectrogram-r11-c3">
            <a:extLst>
              <a:ext uri="{FF2B5EF4-FFF2-40B4-BE49-F238E27FC236}">
                <a16:creationId xmlns:a16="http://schemas.microsoft.com/office/drawing/2014/main" id="{50FD6A93-C68E-45C2-A318-1247477524CC}"/>
              </a:ext>
            </a:extLst>
          </p:cNvPr>
          <p:cNvSpPr>
            <a:spLocks noGrp="1"/>
          </p:cNvSpPr>
          <p:nvPr/>
        </p:nvSpPr>
        <p:spPr>
          <a:xfrm>
            <a:off x="984579" y="2473782"/>
            <a:ext cx="102923" cy="45773"/>
          </a:xfrm>
          <a:prstGeom prst="rect">
            <a:avLst/>
          </a:prstGeom>
          <a:solidFill>
            <a:srgbClr val="7E23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8" name="vpm-real-preictal-spectrogram-r11-c4">
            <a:extLst>
              <a:ext uri="{FF2B5EF4-FFF2-40B4-BE49-F238E27FC236}">
                <a16:creationId xmlns:a16="http://schemas.microsoft.com/office/drawing/2014/main" id="{D1EB34AD-2185-449E-BADA-5193E02AF9AA}"/>
              </a:ext>
            </a:extLst>
          </p:cNvPr>
          <p:cNvSpPr>
            <a:spLocks noGrp="1"/>
          </p:cNvSpPr>
          <p:nvPr/>
        </p:nvSpPr>
        <p:spPr>
          <a:xfrm>
            <a:off x="1085121" y="2473782"/>
            <a:ext cx="102923" cy="45773"/>
          </a:xfrm>
          <a:prstGeom prst="rect">
            <a:avLst/>
          </a:prstGeom>
          <a:solidFill>
            <a:srgbClr val="AE34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9" name="vpm-real-preictal-spectrogram-r11-c5">
            <a:extLst>
              <a:ext uri="{FF2B5EF4-FFF2-40B4-BE49-F238E27FC236}">
                <a16:creationId xmlns:a16="http://schemas.microsoft.com/office/drawing/2014/main" id="{3AF08FE7-749E-4480-944B-7835E62A5988}"/>
              </a:ext>
            </a:extLst>
          </p:cNvPr>
          <p:cNvSpPr>
            <a:spLocks noGrp="1"/>
          </p:cNvSpPr>
          <p:nvPr/>
        </p:nvSpPr>
        <p:spPr>
          <a:xfrm>
            <a:off x="1185662" y="2473782"/>
            <a:ext cx="102923" cy="45773"/>
          </a:xfrm>
          <a:prstGeom prst="rect">
            <a:avLst/>
          </a:prstGeom>
          <a:solidFill>
            <a:srgbClr val="922A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0" name="vpm-real-preictal-spectrogram-r11-c6">
            <a:extLst>
              <a:ext uri="{FF2B5EF4-FFF2-40B4-BE49-F238E27FC236}">
                <a16:creationId xmlns:a16="http://schemas.microsoft.com/office/drawing/2014/main" id="{E16E806C-6AF6-4FA3-A854-CF979A6CDF71}"/>
              </a:ext>
            </a:extLst>
          </p:cNvPr>
          <p:cNvSpPr>
            <a:spLocks noGrp="1"/>
          </p:cNvSpPr>
          <p:nvPr/>
        </p:nvSpPr>
        <p:spPr>
          <a:xfrm>
            <a:off x="1286204" y="2473782"/>
            <a:ext cx="102923" cy="45773"/>
          </a:xfrm>
          <a:prstGeom prst="rect">
            <a:avLst/>
          </a:prstGeom>
          <a:solidFill>
            <a:srgbClr val="7A22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1" name="vpm-real-preictal-spectrogram-r11-c7">
            <a:extLst>
              <a:ext uri="{FF2B5EF4-FFF2-40B4-BE49-F238E27FC236}">
                <a16:creationId xmlns:a16="http://schemas.microsoft.com/office/drawing/2014/main" id="{C40278F9-395C-4899-8D71-25C4F77EDD92}"/>
              </a:ext>
            </a:extLst>
          </p:cNvPr>
          <p:cNvSpPr>
            <a:spLocks noGrp="1"/>
          </p:cNvSpPr>
          <p:nvPr/>
        </p:nvSpPr>
        <p:spPr>
          <a:xfrm>
            <a:off x="1386746" y="2473782"/>
            <a:ext cx="102923" cy="45773"/>
          </a:xfrm>
          <a:prstGeom prst="rect">
            <a:avLst/>
          </a:prstGeom>
          <a:solidFill>
            <a:srgbClr val="4616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2" name="vpm-real-preictal-spectrogram-r11-c8">
            <a:extLst>
              <a:ext uri="{FF2B5EF4-FFF2-40B4-BE49-F238E27FC236}">
                <a16:creationId xmlns:a16="http://schemas.microsoft.com/office/drawing/2014/main" id="{971E7EC9-101F-4E75-8A68-AC3B2FBB9E7C}"/>
              </a:ext>
            </a:extLst>
          </p:cNvPr>
          <p:cNvSpPr>
            <a:spLocks noGrp="1"/>
          </p:cNvSpPr>
          <p:nvPr/>
        </p:nvSpPr>
        <p:spPr>
          <a:xfrm>
            <a:off x="1487287" y="2473782"/>
            <a:ext cx="102923" cy="45773"/>
          </a:xfrm>
          <a:prstGeom prst="rect">
            <a:avLst/>
          </a:prstGeom>
          <a:solidFill>
            <a:srgbClr val="7A22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3" name="vpm-real-preictal-spectrogram-r11-c9">
            <a:extLst>
              <a:ext uri="{FF2B5EF4-FFF2-40B4-BE49-F238E27FC236}">
                <a16:creationId xmlns:a16="http://schemas.microsoft.com/office/drawing/2014/main" id="{6D3B6F36-66EB-4100-878C-39F571D2FDB2}"/>
              </a:ext>
            </a:extLst>
          </p:cNvPr>
          <p:cNvSpPr>
            <a:spLocks noGrp="1"/>
          </p:cNvSpPr>
          <p:nvPr/>
        </p:nvSpPr>
        <p:spPr>
          <a:xfrm>
            <a:off x="1587829" y="2473782"/>
            <a:ext cx="102923" cy="45773"/>
          </a:xfrm>
          <a:prstGeom prst="rect">
            <a:avLst/>
          </a:prstGeom>
          <a:solidFill>
            <a:srgbClr val="B939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4" name="vpm-real-preictal-spectrogram-r11-c10">
            <a:extLst>
              <a:ext uri="{FF2B5EF4-FFF2-40B4-BE49-F238E27FC236}">
                <a16:creationId xmlns:a16="http://schemas.microsoft.com/office/drawing/2014/main" id="{195911D0-ADA7-4A2F-8BAE-A5FC8CEC3273}"/>
              </a:ext>
            </a:extLst>
          </p:cNvPr>
          <p:cNvSpPr>
            <a:spLocks noGrp="1"/>
          </p:cNvSpPr>
          <p:nvPr/>
        </p:nvSpPr>
        <p:spPr>
          <a:xfrm>
            <a:off x="1688371" y="2473782"/>
            <a:ext cx="102923" cy="45773"/>
          </a:xfrm>
          <a:prstGeom prst="rect">
            <a:avLst/>
          </a:prstGeom>
          <a:solidFill>
            <a:srgbClr val="6A1D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5" name="vpm-real-preictal-spectrogram-r11-c11">
            <a:extLst>
              <a:ext uri="{FF2B5EF4-FFF2-40B4-BE49-F238E27FC236}">
                <a16:creationId xmlns:a16="http://schemas.microsoft.com/office/drawing/2014/main" id="{AC16DCDE-CE1C-43F1-9503-B82E11E60B09}"/>
              </a:ext>
            </a:extLst>
          </p:cNvPr>
          <p:cNvSpPr>
            <a:spLocks noGrp="1"/>
          </p:cNvSpPr>
          <p:nvPr/>
        </p:nvSpPr>
        <p:spPr>
          <a:xfrm>
            <a:off x="1788912" y="2473782"/>
            <a:ext cx="102923" cy="45773"/>
          </a:xfrm>
          <a:prstGeom prst="rect">
            <a:avLst/>
          </a:prstGeom>
          <a:solidFill>
            <a:srgbClr val="431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6" name="vpm-real-preictal-spectrogram-r11-c12">
            <a:extLst>
              <a:ext uri="{FF2B5EF4-FFF2-40B4-BE49-F238E27FC236}">
                <a16:creationId xmlns:a16="http://schemas.microsoft.com/office/drawing/2014/main" id="{47D7D591-6BB9-47C2-B8A4-1C33F90F1B14}"/>
              </a:ext>
            </a:extLst>
          </p:cNvPr>
          <p:cNvSpPr>
            <a:spLocks noGrp="1"/>
          </p:cNvSpPr>
          <p:nvPr/>
        </p:nvSpPr>
        <p:spPr>
          <a:xfrm>
            <a:off x="1889454" y="2473782"/>
            <a:ext cx="102923" cy="45773"/>
          </a:xfrm>
          <a:prstGeom prst="rect">
            <a:avLst/>
          </a:prstGeom>
          <a:solidFill>
            <a:srgbClr val="7C23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7" name="vpm-real-preictal-spectrogram-r11-c13">
            <a:extLst>
              <a:ext uri="{FF2B5EF4-FFF2-40B4-BE49-F238E27FC236}">
                <a16:creationId xmlns:a16="http://schemas.microsoft.com/office/drawing/2014/main" id="{3ED5E979-C780-4494-A643-E5D2F905B9BA}"/>
              </a:ext>
            </a:extLst>
          </p:cNvPr>
          <p:cNvSpPr>
            <a:spLocks noGrp="1"/>
          </p:cNvSpPr>
          <p:nvPr/>
        </p:nvSpPr>
        <p:spPr>
          <a:xfrm>
            <a:off x="1989996" y="2473782"/>
            <a:ext cx="102923" cy="45773"/>
          </a:xfrm>
          <a:prstGeom prst="rect">
            <a:avLst/>
          </a:prstGeom>
          <a:solidFill>
            <a:srgbClr val="CD4C6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8" name="vpm-real-preictal-spectrogram-r11-c14">
            <a:extLst>
              <a:ext uri="{FF2B5EF4-FFF2-40B4-BE49-F238E27FC236}">
                <a16:creationId xmlns:a16="http://schemas.microsoft.com/office/drawing/2014/main" id="{79807541-B008-4BF0-90C9-F3AC62E2D06F}"/>
              </a:ext>
            </a:extLst>
          </p:cNvPr>
          <p:cNvSpPr>
            <a:spLocks noGrp="1"/>
          </p:cNvSpPr>
          <p:nvPr/>
        </p:nvSpPr>
        <p:spPr>
          <a:xfrm>
            <a:off x="2090537" y="2473782"/>
            <a:ext cx="102923" cy="45773"/>
          </a:xfrm>
          <a:prstGeom prst="rect">
            <a:avLst/>
          </a:prstGeom>
          <a:solidFill>
            <a:srgbClr val="AF34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9" name="vpm-real-preictal-spectrogram-r11-c15">
            <a:extLst>
              <a:ext uri="{FF2B5EF4-FFF2-40B4-BE49-F238E27FC236}">
                <a16:creationId xmlns:a16="http://schemas.microsoft.com/office/drawing/2014/main" id="{DBFAC1D2-A657-4FCB-BFCF-2BD3C781BF7E}"/>
              </a:ext>
            </a:extLst>
          </p:cNvPr>
          <p:cNvSpPr>
            <a:spLocks noGrp="1"/>
          </p:cNvSpPr>
          <p:nvPr/>
        </p:nvSpPr>
        <p:spPr>
          <a:xfrm>
            <a:off x="2191079" y="2473782"/>
            <a:ext cx="102923" cy="45773"/>
          </a:xfrm>
          <a:prstGeom prst="rect">
            <a:avLst/>
          </a:prstGeom>
          <a:solidFill>
            <a:srgbClr val="E05D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0" name="vpm-real-preictal-spectrogram-r11-c16">
            <a:extLst>
              <a:ext uri="{FF2B5EF4-FFF2-40B4-BE49-F238E27FC236}">
                <a16:creationId xmlns:a16="http://schemas.microsoft.com/office/drawing/2014/main" id="{6FAB15A4-2E79-4D2B-A116-5B420F2A5900}"/>
              </a:ext>
            </a:extLst>
          </p:cNvPr>
          <p:cNvSpPr>
            <a:spLocks noGrp="1"/>
          </p:cNvSpPr>
          <p:nvPr/>
        </p:nvSpPr>
        <p:spPr>
          <a:xfrm>
            <a:off x="2291621" y="2473782"/>
            <a:ext cx="102923" cy="45773"/>
          </a:xfrm>
          <a:prstGeom prst="rect">
            <a:avLst/>
          </a:prstGeom>
          <a:solidFill>
            <a:srgbClr val="D6536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1" name="vpm-real-preictal-spectrogram-r11-c17">
            <a:extLst>
              <a:ext uri="{FF2B5EF4-FFF2-40B4-BE49-F238E27FC236}">
                <a16:creationId xmlns:a16="http://schemas.microsoft.com/office/drawing/2014/main" id="{EAA4435F-102C-4620-B88A-BFB6A9861A6B}"/>
              </a:ext>
            </a:extLst>
          </p:cNvPr>
          <p:cNvSpPr>
            <a:spLocks noGrp="1"/>
          </p:cNvSpPr>
          <p:nvPr/>
        </p:nvSpPr>
        <p:spPr>
          <a:xfrm>
            <a:off x="2392162" y="2473782"/>
            <a:ext cx="102923" cy="45773"/>
          </a:xfrm>
          <a:prstGeom prst="rect">
            <a:avLst/>
          </a:prstGeom>
          <a:solidFill>
            <a:srgbClr val="6F1E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2" name="vpm-real-preictal-spectrogram-r12-c0">
            <a:extLst>
              <a:ext uri="{FF2B5EF4-FFF2-40B4-BE49-F238E27FC236}">
                <a16:creationId xmlns:a16="http://schemas.microsoft.com/office/drawing/2014/main" id="{3607BCC7-E0B8-4998-9DD5-5CBA7FCFA7C7}"/>
              </a:ext>
            </a:extLst>
          </p:cNvPr>
          <p:cNvSpPr>
            <a:spLocks noGrp="1"/>
          </p:cNvSpPr>
          <p:nvPr/>
        </p:nvSpPr>
        <p:spPr>
          <a:xfrm>
            <a:off x="682954" y="2517174"/>
            <a:ext cx="102923" cy="45773"/>
          </a:xfrm>
          <a:prstGeom prst="rect">
            <a:avLst/>
          </a:prstGeom>
          <a:solidFill>
            <a:srgbClr val="571A7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3" name="vpm-real-preictal-spectrogram-r12-c1">
            <a:extLst>
              <a:ext uri="{FF2B5EF4-FFF2-40B4-BE49-F238E27FC236}">
                <a16:creationId xmlns:a16="http://schemas.microsoft.com/office/drawing/2014/main" id="{081C0341-76F8-4633-B342-804703F8F8F5}"/>
              </a:ext>
            </a:extLst>
          </p:cNvPr>
          <p:cNvSpPr>
            <a:spLocks noGrp="1"/>
          </p:cNvSpPr>
          <p:nvPr/>
        </p:nvSpPr>
        <p:spPr>
          <a:xfrm>
            <a:off x="783496" y="2517174"/>
            <a:ext cx="102923" cy="45773"/>
          </a:xfrm>
          <a:prstGeom prst="rect">
            <a:avLst/>
          </a:prstGeom>
          <a:solidFill>
            <a:srgbClr val="C342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4" name="vpm-real-preictal-spectrogram-r12-c2">
            <a:extLst>
              <a:ext uri="{FF2B5EF4-FFF2-40B4-BE49-F238E27FC236}">
                <a16:creationId xmlns:a16="http://schemas.microsoft.com/office/drawing/2014/main" id="{05B1761B-7D6E-43D8-AEF0-0681EE582566}"/>
              </a:ext>
            </a:extLst>
          </p:cNvPr>
          <p:cNvSpPr>
            <a:spLocks noGrp="1"/>
          </p:cNvSpPr>
          <p:nvPr/>
        </p:nvSpPr>
        <p:spPr>
          <a:xfrm>
            <a:off x="884037" y="2517174"/>
            <a:ext cx="102923" cy="45773"/>
          </a:xfrm>
          <a:prstGeom prst="rect">
            <a:avLst/>
          </a:prstGeom>
          <a:solidFill>
            <a:srgbClr val="641C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5" name="vpm-real-preictal-spectrogram-r12-c3">
            <a:extLst>
              <a:ext uri="{FF2B5EF4-FFF2-40B4-BE49-F238E27FC236}">
                <a16:creationId xmlns:a16="http://schemas.microsoft.com/office/drawing/2014/main" id="{B185D219-ECE2-411D-BC95-C1125BF074D6}"/>
              </a:ext>
            </a:extLst>
          </p:cNvPr>
          <p:cNvSpPr>
            <a:spLocks noGrp="1"/>
          </p:cNvSpPr>
          <p:nvPr/>
        </p:nvSpPr>
        <p:spPr>
          <a:xfrm>
            <a:off x="984579" y="2517174"/>
            <a:ext cx="102923" cy="45773"/>
          </a:xfrm>
          <a:prstGeom prst="rect">
            <a:avLst/>
          </a:prstGeom>
          <a:solidFill>
            <a:srgbClr val="BC3C7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6" name="vpm-real-preictal-spectrogram-r12-c4">
            <a:extLst>
              <a:ext uri="{FF2B5EF4-FFF2-40B4-BE49-F238E27FC236}">
                <a16:creationId xmlns:a16="http://schemas.microsoft.com/office/drawing/2014/main" id="{41F2EADB-A5E2-4BB1-B5D6-3A266D479266}"/>
              </a:ext>
            </a:extLst>
          </p:cNvPr>
          <p:cNvSpPr>
            <a:spLocks noGrp="1"/>
          </p:cNvSpPr>
          <p:nvPr/>
        </p:nvSpPr>
        <p:spPr>
          <a:xfrm>
            <a:off x="1085121" y="2517174"/>
            <a:ext cx="102923" cy="45773"/>
          </a:xfrm>
          <a:prstGeom prst="rect">
            <a:avLst/>
          </a:prstGeom>
          <a:solidFill>
            <a:srgbClr val="A631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7" name="vpm-real-preictal-spectrogram-r12-c5">
            <a:extLst>
              <a:ext uri="{FF2B5EF4-FFF2-40B4-BE49-F238E27FC236}">
                <a16:creationId xmlns:a16="http://schemas.microsoft.com/office/drawing/2014/main" id="{9F4EFBC5-AB7D-4383-A732-A8076DD205E4}"/>
              </a:ext>
            </a:extLst>
          </p:cNvPr>
          <p:cNvSpPr>
            <a:spLocks noGrp="1"/>
          </p:cNvSpPr>
          <p:nvPr/>
        </p:nvSpPr>
        <p:spPr>
          <a:xfrm>
            <a:off x="1185662" y="2517174"/>
            <a:ext cx="102923" cy="45773"/>
          </a:xfrm>
          <a:prstGeom prst="rect">
            <a:avLst/>
          </a:prstGeom>
          <a:solidFill>
            <a:srgbClr val="982C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8" name="vpm-real-preictal-spectrogram-r12-c6">
            <a:extLst>
              <a:ext uri="{FF2B5EF4-FFF2-40B4-BE49-F238E27FC236}">
                <a16:creationId xmlns:a16="http://schemas.microsoft.com/office/drawing/2014/main" id="{38BE9094-DC54-4891-8B75-36BB708D6CA2}"/>
              </a:ext>
            </a:extLst>
          </p:cNvPr>
          <p:cNvSpPr>
            <a:spLocks noGrp="1"/>
          </p:cNvSpPr>
          <p:nvPr/>
        </p:nvSpPr>
        <p:spPr>
          <a:xfrm>
            <a:off x="1286204" y="2517174"/>
            <a:ext cx="102923" cy="45773"/>
          </a:xfrm>
          <a:prstGeom prst="rect">
            <a:avLst/>
          </a:prstGeom>
          <a:solidFill>
            <a:srgbClr val="37136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9" name="vpm-real-preictal-spectrogram-r12-c7">
            <a:extLst>
              <a:ext uri="{FF2B5EF4-FFF2-40B4-BE49-F238E27FC236}">
                <a16:creationId xmlns:a16="http://schemas.microsoft.com/office/drawing/2014/main" id="{275ACCE1-FA5F-4439-9530-2D6C46FA7EBF}"/>
              </a:ext>
            </a:extLst>
          </p:cNvPr>
          <p:cNvSpPr>
            <a:spLocks noGrp="1"/>
          </p:cNvSpPr>
          <p:nvPr/>
        </p:nvSpPr>
        <p:spPr>
          <a:xfrm>
            <a:off x="1386746" y="2517174"/>
            <a:ext cx="102923" cy="45773"/>
          </a:xfrm>
          <a:prstGeom prst="rect">
            <a:avLst/>
          </a:prstGeom>
          <a:solidFill>
            <a:srgbClr val="4416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0" name="vpm-real-preictal-spectrogram-r12-c8">
            <a:extLst>
              <a:ext uri="{FF2B5EF4-FFF2-40B4-BE49-F238E27FC236}">
                <a16:creationId xmlns:a16="http://schemas.microsoft.com/office/drawing/2014/main" id="{20E214D8-7D0E-41ED-B906-0CA0676B45A9}"/>
              </a:ext>
            </a:extLst>
          </p:cNvPr>
          <p:cNvSpPr>
            <a:spLocks noGrp="1"/>
          </p:cNvSpPr>
          <p:nvPr/>
        </p:nvSpPr>
        <p:spPr>
          <a:xfrm>
            <a:off x="1487287" y="2517174"/>
            <a:ext cx="102923" cy="45773"/>
          </a:xfrm>
          <a:prstGeom prst="rect">
            <a:avLst/>
          </a:prstGeom>
          <a:solidFill>
            <a:srgbClr val="9F2F7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1" name="vpm-real-preictal-spectrogram-r12-c9">
            <a:extLst>
              <a:ext uri="{FF2B5EF4-FFF2-40B4-BE49-F238E27FC236}">
                <a16:creationId xmlns:a16="http://schemas.microsoft.com/office/drawing/2014/main" id="{3E280A02-B77C-4572-8A96-13A724AE941C}"/>
              </a:ext>
            </a:extLst>
          </p:cNvPr>
          <p:cNvSpPr>
            <a:spLocks noGrp="1"/>
          </p:cNvSpPr>
          <p:nvPr/>
        </p:nvSpPr>
        <p:spPr>
          <a:xfrm>
            <a:off x="1587829" y="2517174"/>
            <a:ext cx="102923" cy="45773"/>
          </a:xfrm>
          <a:prstGeom prst="rect">
            <a:avLst/>
          </a:prstGeom>
          <a:solidFill>
            <a:srgbClr val="9B2D7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2" name="vpm-real-preictal-spectrogram-r12-c10">
            <a:extLst>
              <a:ext uri="{FF2B5EF4-FFF2-40B4-BE49-F238E27FC236}">
                <a16:creationId xmlns:a16="http://schemas.microsoft.com/office/drawing/2014/main" id="{EFF713CB-8A0C-4E26-9299-490E4185F3C7}"/>
              </a:ext>
            </a:extLst>
          </p:cNvPr>
          <p:cNvSpPr>
            <a:spLocks noGrp="1"/>
          </p:cNvSpPr>
          <p:nvPr/>
        </p:nvSpPr>
        <p:spPr>
          <a:xfrm>
            <a:off x="1688371" y="2517174"/>
            <a:ext cx="102923" cy="45773"/>
          </a:xfrm>
          <a:prstGeom prst="rect">
            <a:avLst/>
          </a:prstGeom>
          <a:solidFill>
            <a:srgbClr val="89277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3" name="vpm-real-preictal-spectrogram-r12-c11">
            <a:extLst>
              <a:ext uri="{FF2B5EF4-FFF2-40B4-BE49-F238E27FC236}">
                <a16:creationId xmlns:a16="http://schemas.microsoft.com/office/drawing/2014/main" id="{8C7908F4-5A7C-4523-AC1B-1BAA0B61FCDF}"/>
              </a:ext>
            </a:extLst>
          </p:cNvPr>
          <p:cNvSpPr>
            <a:spLocks noGrp="1"/>
          </p:cNvSpPr>
          <p:nvPr/>
        </p:nvSpPr>
        <p:spPr>
          <a:xfrm>
            <a:off x="1788912" y="2517174"/>
            <a:ext cx="102923" cy="45773"/>
          </a:xfrm>
          <a:prstGeom prst="rect">
            <a:avLst/>
          </a:prstGeom>
          <a:solidFill>
            <a:srgbClr val="591A7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4" name="vpm-real-preictal-spectrogram-r12-c12">
            <a:extLst>
              <a:ext uri="{FF2B5EF4-FFF2-40B4-BE49-F238E27FC236}">
                <a16:creationId xmlns:a16="http://schemas.microsoft.com/office/drawing/2014/main" id="{0800CC7D-7D6E-49D8-9D9F-325E00EC8C9D}"/>
              </a:ext>
            </a:extLst>
          </p:cNvPr>
          <p:cNvSpPr>
            <a:spLocks noGrp="1"/>
          </p:cNvSpPr>
          <p:nvPr/>
        </p:nvSpPr>
        <p:spPr>
          <a:xfrm>
            <a:off x="1889454" y="2517174"/>
            <a:ext cx="102923" cy="45773"/>
          </a:xfrm>
          <a:prstGeom prst="rect">
            <a:avLst/>
          </a:prstGeom>
          <a:solidFill>
            <a:srgbClr val="B135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5" name="vpm-real-preictal-spectrogram-r12-c13">
            <a:extLst>
              <a:ext uri="{FF2B5EF4-FFF2-40B4-BE49-F238E27FC236}">
                <a16:creationId xmlns:a16="http://schemas.microsoft.com/office/drawing/2014/main" id="{8D1183C6-129E-480A-AD7D-988F12B4E9F4}"/>
              </a:ext>
            </a:extLst>
          </p:cNvPr>
          <p:cNvSpPr>
            <a:spLocks noGrp="1"/>
          </p:cNvSpPr>
          <p:nvPr/>
        </p:nvSpPr>
        <p:spPr>
          <a:xfrm>
            <a:off x="1989996" y="2517174"/>
            <a:ext cx="102923" cy="45773"/>
          </a:xfrm>
          <a:prstGeom prst="rect">
            <a:avLst/>
          </a:prstGeom>
          <a:solidFill>
            <a:srgbClr val="AF34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6" name="vpm-real-preictal-spectrogram-r12-c14">
            <a:extLst>
              <a:ext uri="{FF2B5EF4-FFF2-40B4-BE49-F238E27FC236}">
                <a16:creationId xmlns:a16="http://schemas.microsoft.com/office/drawing/2014/main" id="{F0B83CEF-3A98-42F8-9E2E-0EC980B13CF3}"/>
              </a:ext>
            </a:extLst>
          </p:cNvPr>
          <p:cNvSpPr>
            <a:spLocks noGrp="1"/>
          </p:cNvSpPr>
          <p:nvPr/>
        </p:nvSpPr>
        <p:spPr>
          <a:xfrm>
            <a:off x="2090537" y="2517174"/>
            <a:ext cx="102923" cy="45773"/>
          </a:xfrm>
          <a:prstGeom prst="rect">
            <a:avLst/>
          </a:prstGeom>
          <a:solidFill>
            <a:srgbClr val="9D2E7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7" name="vpm-real-preictal-spectrogram-r12-c15">
            <a:extLst>
              <a:ext uri="{FF2B5EF4-FFF2-40B4-BE49-F238E27FC236}">
                <a16:creationId xmlns:a16="http://schemas.microsoft.com/office/drawing/2014/main" id="{AB8F363E-35E6-409A-9DF9-25CD288B6125}"/>
              </a:ext>
            </a:extLst>
          </p:cNvPr>
          <p:cNvSpPr>
            <a:spLocks noGrp="1"/>
          </p:cNvSpPr>
          <p:nvPr/>
        </p:nvSpPr>
        <p:spPr>
          <a:xfrm>
            <a:off x="2191079" y="2517174"/>
            <a:ext cx="102923" cy="45773"/>
          </a:xfrm>
          <a:prstGeom prst="rect">
            <a:avLst/>
          </a:prstGeom>
          <a:solidFill>
            <a:srgbClr val="FAA96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8" name="vpm-real-preictal-spectrogram-r12-c16">
            <a:extLst>
              <a:ext uri="{FF2B5EF4-FFF2-40B4-BE49-F238E27FC236}">
                <a16:creationId xmlns:a16="http://schemas.microsoft.com/office/drawing/2014/main" id="{73B8C2AF-1A2E-472B-8443-6800A0FCD836}"/>
              </a:ext>
            </a:extLst>
          </p:cNvPr>
          <p:cNvSpPr>
            <a:spLocks noGrp="1"/>
          </p:cNvSpPr>
          <p:nvPr/>
        </p:nvSpPr>
        <p:spPr>
          <a:xfrm>
            <a:off x="2291621" y="2517174"/>
            <a:ext cx="102923" cy="45773"/>
          </a:xfrm>
          <a:prstGeom prst="rect">
            <a:avLst/>
          </a:prstGeom>
          <a:solidFill>
            <a:srgbClr val="B939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9" name="vpm-real-preictal-spectrogram-r12-c17">
            <a:extLst>
              <a:ext uri="{FF2B5EF4-FFF2-40B4-BE49-F238E27FC236}">
                <a16:creationId xmlns:a16="http://schemas.microsoft.com/office/drawing/2014/main" id="{FFEC4F0D-E9B8-43A3-BB00-671213387184}"/>
              </a:ext>
            </a:extLst>
          </p:cNvPr>
          <p:cNvSpPr>
            <a:spLocks noGrp="1"/>
          </p:cNvSpPr>
          <p:nvPr/>
        </p:nvSpPr>
        <p:spPr>
          <a:xfrm>
            <a:off x="2392162" y="2517174"/>
            <a:ext cx="102923" cy="45773"/>
          </a:xfrm>
          <a:prstGeom prst="rect">
            <a:avLst/>
          </a:prstGeom>
          <a:solidFill>
            <a:srgbClr val="8024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0" name="vpm-real-preictal-spectrogram-r13-c0">
            <a:extLst>
              <a:ext uri="{FF2B5EF4-FFF2-40B4-BE49-F238E27FC236}">
                <a16:creationId xmlns:a16="http://schemas.microsoft.com/office/drawing/2014/main" id="{5267DF69-6649-4195-8460-5D59C16264D0}"/>
              </a:ext>
            </a:extLst>
          </p:cNvPr>
          <p:cNvSpPr>
            <a:spLocks noGrp="1"/>
          </p:cNvSpPr>
          <p:nvPr/>
        </p:nvSpPr>
        <p:spPr>
          <a:xfrm>
            <a:off x="682954" y="2560566"/>
            <a:ext cx="102923" cy="45773"/>
          </a:xfrm>
          <a:prstGeom prst="rect">
            <a:avLst/>
          </a:prstGeom>
          <a:solidFill>
            <a:srgbClr val="7C22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1" name="vpm-real-preictal-spectrogram-r13-c1">
            <a:extLst>
              <a:ext uri="{FF2B5EF4-FFF2-40B4-BE49-F238E27FC236}">
                <a16:creationId xmlns:a16="http://schemas.microsoft.com/office/drawing/2014/main" id="{A10F9A59-ADB4-4F7D-AA34-532ABF4FF5D7}"/>
              </a:ext>
            </a:extLst>
          </p:cNvPr>
          <p:cNvSpPr>
            <a:spLocks noGrp="1"/>
          </p:cNvSpPr>
          <p:nvPr/>
        </p:nvSpPr>
        <p:spPr>
          <a:xfrm>
            <a:off x="783496" y="2560566"/>
            <a:ext cx="102923" cy="45773"/>
          </a:xfrm>
          <a:prstGeom prst="rect">
            <a:avLst/>
          </a:prstGeom>
          <a:solidFill>
            <a:srgbClr val="B939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2" name="vpm-real-preictal-spectrogram-r13-c2">
            <a:extLst>
              <a:ext uri="{FF2B5EF4-FFF2-40B4-BE49-F238E27FC236}">
                <a16:creationId xmlns:a16="http://schemas.microsoft.com/office/drawing/2014/main" id="{21DE9A39-0B8C-4D6E-A786-94C0DC281C93}"/>
              </a:ext>
            </a:extLst>
          </p:cNvPr>
          <p:cNvSpPr>
            <a:spLocks noGrp="1"/>
          </p:cNvSpPr>
          <p:nvPr/>
        </p:nvSpPr>
        <p:spPr>
          <a:xfrm>
            <a:off x="884037" y="2560566"/>
            <a:ext cx="102923" cy="45773"/>
          </a:xfrm>
          <a:prstGeom prst="rect">
            <a:avLst/>
          </a:prstGeom>
          <a:solidFill>
            <a:srgbClr val="CD4C6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3" name="vpm-real-preictal-spectrogram-r13-c3">
            <a:extLst>
              <a:ext uri="{FF2B5EF4-FFF2-40B4-BE49-F238E27FC236}">
                <a16:creationId xmlns:a16="http://schemas.microsoft.com/office/drawing/2014/main" id="{279F5C25-87E5-4328-8D08-28A7F86D57FE}"/>
              </a:ext>
            </a:extLst>
          </p:cNvPr>
          <p:cNvSpPr>
            <a:spLocks noGrp="1"/>
          </p:cNvSpPr>
          <p:nvPr/>
        </p:nvSpPr>
        <p:spPr>
          <a:xfrm>
            <a:off x="984579" y="2560566"/>
            <a:ext cx="102923" cy="45773"/>
          </a:xfrm>
          <a:prstGeom prst="rect">
            <a:avLst/>
          </a:prstGeom>
          <a:solidFill>
            <a:srgbClr val="BD3C7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4" name="vpm-real-preictal-spectrogram-r13-c4">
            <a:extLst>
              <a:ext uri="{FF2B5EF4-FFF2-40B4-BE49-F238E27FC236}">
                <a16:creationId xmlns:a16="http://schemas.microsoft.com/office/drawing/2014/main" id="{59BB8426-99E1-469C-9F08-4E79FA607E2D}"/>
              </a:ext>
            </a:extLst>
          </p:cNvPr>
          <p:cNvSpPr>
            <a:spLocks noGrp="1"/>
          </p:cNvSpPr>
          <p:nvPr/>
        </p:nvSpPr>
        <p:spPr>
          <a:xfrm>
            <a:off x="1085121" y="2560566"/>
            <a:ext cx="102923" cy="45773"/>
          </a:xfrm>
          <a:prstGeom prst="rect">
            <a:avLst/>
          </a:prstGeom>
          <a:solidFill>
            <a:srgbClr val="972C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5" name="vpm-real-preictal-spectrogram-r13-c5">
            <a:extLst>
              <a:ext uri="{FF2B5EF4-FFF2-40B4-BE49-F238E27FC236}">
                <a16:creationId xmlns:a16="http://schemas.microsoft.com/office/drawing/2014/main" id="{9E740C8F-00CD-4311-B1D0-A699B2A81B69}"/>
              </a:ext>
            </a:extLst>
          </p:cNvPr>
          <p:cNvSpPr>
            <a:spLocks noGrp="1"/>
          </p:cNvSpPr>
          <p:nvPr/>
        </p:nvSpPr>
        <p:spPr>
          <a:xfrm>
            <a:off x="1185662" y="2560566"/>
            <a:ext cx="102923" cy="45773"/>
          </a:xfrm>
          <a:prstGeom prst="rect">
            <a:avLst/>
          </a:prstGeom>
          <a:solidFill>
            <a:srgbClr val="C6457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6" name="vpm-real-preictal-spectrogram-r13-c6">
            <a:extLst>
              <a:ext uri="{FF2B5EF4-FFF2-40B4-BE49-F238E27FC236}">
                <a16:creationId xmlns:a16="http://schemas.microsoft.com/office/drawing/2014/main" id="{4EC678EA-46F9-4298-947C-92C1EA347887}"/>
              </a:ext>
            </a:extLst>
          </p:cNvPr>
          <p:cNvSpPr>
            <a:spLocks noGrp="1"/>
          </p:cNvSpPr>
          <p:nvPr/>
        </p:nvSpPr>
        <p:spPr>
          <a:xfrm>
            <a:off x="1286204" y="2560566"/>
            <a:ext cx="102923" cy="45773"/>
          </a:xfrm>
          <a:prstGeom prst="rect">
            <a:avLst/>
          </a:prstGeom>
          <a:solidFill>
            <a:srgbClr val="C443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7" name="vpm-real-preictal-spectrogram-r13-c7">
            <a:extLst>
              <a:ext uri="{FF2B5EF4-FFF2-40B4-BE49-F238E27FC236}">
                <a16:creationId xmlns:a16="http://schemas.microsoft.com/office/drawing/2014/main" id="{7363010E-9FBC-43CB-B47A-2F3BAACF9387}"/>
              </a:ext>
            </a:extLst>
          </p:cNvPr>
          <p:cNvSpPr>
            <a:spLocks noGrp="1"/>
          </p:cNvSpPr>
          <p:nvPr/>
        </p:nvSpPr>
        <p:spPr>
          <a:xfrm>
            <a:off x="1386746" y="2560566"/>
            <a:ext cx="102923" cy="45773"/>
          </a:xfrm>
          <a:prstGeom prst="rect">
            <a:avLst/>
          </a:prstGeom>
          <a:solidFill>
            <a:srgbClr val="9A2D7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8" name="vpm-real-preictal-spectrogram-r13-c8">
            <a:extLst>
              <a:ext uri="{FF2B5EF4-FFF2-40B4-BE49-F238E27FC236}">
                <a16:creationId xmlns:a16="http://schemas.microsoft.com/office/drawing/2014/main" id="{D3EFF555-09D7-4711-8FDC-4E379BA050A0}"/>
              </a:ext>
            </a:extLst>
          </p:cNvPr>
          <p:cNvSpPr>
            <a:spLocks noGrp="1"/>
          </p:cNvSpPr>
          <p:nvPr/>
        </p:nvSpPr>
        <p:spPr>
          <a:xfrm>
            <a:off x="1487287" y="2560566"/>
            <a:ext cx="102923" cy="45773"/>
          </a:xfrm>
          <a:prstGeom prst="rect">
            <a:avLst/>
          </a:prstGeom>
          <a:solidFill>
            <a:srgbClr val="31126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9" name="vpm-real-preictal-spectrogram-r13-c9">
            <a:extLst>
              <a:ext uri="{FF2B5EF4-FFF2-40B4-BE49-F238E27FC236}">
                <a16:creationId xmlns:a16="http://schemas.microsoft.com/office/drawing/2014/main" id="{C80B0798-67E2-4368-BA42-E3B02F5A5E91}"/>
              </a:ext>
            </a:extLst>
          </p:cNvPr>
          <p:cNvSpPr>
            <a:spLocks noGrp="1"/>
          </p:cNvSpPr>
          <p:nvPr/>
        </p:nvSpPr>
        <p:spPr>
          <a:xfrm>
            <a:off x="1587829" y="2560566"/>
            <a:ext cx="102923" cy="45773"/>
          </a:xfrm>
          <a:prstGeom prst="rect">
            <a:avLst/>
          </a:prstGeom>
          <a:solidFill>
            <a:srgbClr val="3F156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0" name="vpm-real-preictal-spectrogram-r13-c10">
            <a:extLst>
              <a:ext uri="{FF2B5EF4-FFF2-40B4-BE49-F238E27FC236}">
                <a16:creationId xmlns:a16="http://schemas.microsoft.com/office/drawing/2014/main" id="{33A23B14-B0D8-4D5B-BF6D-69F23B68CF83}"/>
              </a:ext>
            </a:extLst>
          </p:cNvPr>
          <p:cNvSpPr>
            <a:spLocks noGrp="1"/>
          </p:cNvSpPr>
          <p:nvPr/>
        </p:nvSpPr>
        <p:spPr>
          <a:xfrm>
            <a:off x="1688371" y="2560566"/>
            <a:ext cx="102923" cy="45773"/>
          </a:xfrm>
          <a:prstGeom prst="rect">
            <a:avLst/>
          </a:prstGeom>
          <a:solidFill>
            <a:srgbClr val="C241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1" name="vpm-real-preictal-spectrogram-r13-c11">
            <a:extLst>
              <a:ext uri="{FF2B5EF4-FFF2-40B4-BE49-F238E27FC236}">
                <a16:creationId xmlns:a16="http://schemas.microsoft.com/office/drawing/2014/main" id="{4600BA8C-CCA2-47F7-8D4D-53BE5E81DDA3}"/>
              </a:ext>
            </a:extLst>
          </p:cNvPr>
          <p:cNvSpPr>
            <a:spLocks noGrp="1"/>
          </p:cNvSpPr>
          <p:nvPr/>
        </p:nvSpPr>
        <p:spPr>
          <a:xfrm>
            <a:off x="1788912" y="2560566"/>
            <a:ext cx="102923" cy="45773"/>
          </a:xfrm>
          <a:prstGeom prst="rect">
            <a:avLst/>
          </a:prstGeom>
          <a:solidFill>
            <a:srgbClr val="9B2D7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2" name="vpm-real-preictal-spectrogram-r13-c12">
            <a:extLst>
              <a:ext uri="{FF2B5EF4-FFF2-40B4-BE49-F238E27FC236}">
                <a16:creationId xmlns:a16="http://schemas.microsoft.com/office/drawing/2014/main" id="{F7363586-5A70-4BE1-A129-A94C3D98CAD3}"/>
              </a:ext>
            </a:extLst>
          </p:cNvPr>
          <p:cNvSpPr>
            <a:spLocks noGrp="1"/>
          </p:cNvSpPr>
          <p:nvPr/>
        </p:nvSpPr>
        <p:spPr>
          <a:xfrm>
            <a:off x="1889454" y="2560566"/>
            <a:ext cx="102923" cy="45773"/>
          </a:xfrm>
          <a:prstGeom prst="rect">
            <a:avLst/>
          </a:prstGeom>
          <a:solidFill>
            <a:srgbClr val="B637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3" name="vpm-real-preictal-spectrogram-r13-c13">
            <a:extLst>
              <a:ext uri="{FF2B5EF4-FFF2-40B4-BE49-F238E27FC236}">
                <a16:creationId xmlns:a16="http://schemas.microsoft.com/office/drawing/2014/main" id="{A9BC9580-3B94-4BDE-A805-B61FED25D916}"/>
              </a:ext>
            </a:extLst>
          </p:cNvPr>
          <p:cNvSpPr>
            <a:spLocks noGrp="1"/>
          </p:cNvSpPr>
          <p:nvPr/>
        </p:nvSpPr>
        <p:spPr>
          <a:xfrm>
            <a:off x="1989996" y="2560566"/>
            <a:ext cx="102923" cy="45773"/>
          </a:xfrm>
          <a:prstGeom prst="rect">
            <a:avLst/>
          </a:prstGeom>
          <a:solidFill>
            <a:srgbClr val="A02F7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4" name="vpm-real-preictal-spectrogram-r13-c14">
            <a:extLst>
              <a:ext uri="{FF2B5EF4-FFF2-40B4-BE49-F238E27FC236}">
                <a16:creationId xmlns:a16="http://schemas.microsoft.com/office/drawing/2014/main" id="{B47B67E5-9298-4766-9715-D8753F534F41}"/>
              </a:ext>
            </a:extLst>
          </p:cNvPr>
          <p:cNvSpPr>
            <a:spLocks noGrp="1"/>
          </p:cNvSpPr>
          <p:nvPr/>
        </p:nvSpPr>
        <p:spPr>
          <a:xfrm>
            <a:off x="2090537" y="2560566"/>
            <a:ext cx="102923" cy="45773"/>
          </a:xfrm>
          <a:prstGeom prst="rect">
            <a:avLst/>
          </a:prstGeom>
          <a:solidFill>
            <a:srgbClr val="B335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5" name="vpm-real-preictal-spectrogram-r13-c15">
            <a:extLst>
              <a:ext uri="{FF2B5EF4-FFF2-40B4-BE49-F238E27FC236}">
                <a16:creationId xmlns:a16="http://schemas.microsoft.com/office/drawing/2014/main" id="{95AEAC4C-BDB4-4455-A889-D32D912939F3}"/>
              </a:ext>
            </a:extLst>
          </p:cNvPr>
          <p:cNvSpPr>
            <a:spLocks noGrp="1"/>
          </p:cNvSpPr>
          <p:nvPr/>
        </p:nvSpPr>
        <p:spPr>
          <a:xfrm>
            <a:off x="2191079" y="2560566"/>
            <a:ext cx="102923" cy="45773"/>
          </a:xfrm>
          <a:prstGeom prst="rect">
            <a:avLst/>
          </a:prstGeom>
          <a:solidFill>
            <a:srgbClr val="FCF9B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6" name="vpm-real-preictal-spectrogram-r13-c16">
            <a:extLst>
              <a:ext uri="{FF2B5EF4-FFF2-40B4-BE49-F238E27FC236}">
                <a16:creationId xmlns:a16="http://schemas.microsoft.com/office/drawing/2014/main" id="{7CD5B6B8-78DC-46EA-BE7E-140F493C5EAC}"/>
              </a:ext>
            </a:extLst>
          </p:cNvPr>
          <p:cNvSpPr>
            <a:spLocks noGrp="1"/>
          </p:cNvSpPr>
          <p:nvPr/>
        </p:nvSpPr>
        <p:spPr>
          <a:xfrm>
            <a:off x="2291621" y="2560566"/>
            <a:ext cx="102923" cy="45773"/>
          </a:xfrm>
          <a:prstGeom prst="rect">
            <a:avLst/>
          </a:prstGeom>
          <a:solidFill>
            <a:srgbClr val="FAAB6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7" name="vpm-real-preictal-spectrogram-r13-c17">
            <a:extLst>
              <a:ext uri="{FF2B5EF4-FFF2-40B4-BE49-F238E27FC236}">
                <a16:creationId xmlns:a16="http://schemas.microsoft.com/office/drawing/2014/main" id="{6D4E71C0-5CB5-42BC-838B-2006A9194EE6}"/>
              </a:ext>
            </a:extLst>
          </p:cNvPr>
          <p:cNvSpPr>
            <a:spLocks noGrp="1"/>
          </p:cNvSpPr>
          <p:nvPr/>
        </p:nvSpPr>
        <p:spPr>
          <a:xfrm>
            <a:off x="2392162" y="2560566"/>
            <a:ext cx="102923" cy="45773"/>
          </a:xfrm>
          <a:prstGeom prst="rect">
            <a:avLst/>
          </a:prstGeom>
          <a:solidFill>
            <a:srgbClr val="A12F7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8" name="vpm-real-preictal-spectrogram-r14-c0">
            <a:extLst>
              <a:ext uri="{FF2B5EF4-FFF2-40B4-BE49-F238E27FC236}">
                <a16:creationId xmlns:a16="http://schemas.microsoft.com/office/drawing/2014/main" id="{FD7E754A-9344-4D29-8DEB-249B9FA9A907}"/>
              </a:ext>
            </a:extLst>
          </p:cNvPr>
          <p:cNvSpPr>
            <a:spLocks noGrp="1"/>
          </p:cNvSpPr>
          <p:nvPr/>
        </p:nvSpPr>
        <p:spPr>
          <a:xfrm>
            <a:off x="682954" y="2603957"/>
            <a:ext cx="102923" cy="45773"/>
          </a:xfrm>
          <a:prstGeom prst="rect">
            <a:avLst/>
          </a:prstGeom>
          <a:solidFill>
            <a:srgbClr val="942B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9" name="vpm-real-preictal-spectrogram-r14-c1">
            <a:extLst>
              <a:ext uri="{FF2B5EF4-FFF2-40B4-BE49-F238E27FC236}">
                <a16:creationId xmlns:a16="http://schemas.microsoft.com/office/drawing/2014/main" id="{0E43F89E-EBD4-4402-B5E0-79107831410F}"/>
              </a:ext>
            </a:extLst>
          </p:cNvPr>
          <p:cNvSpPr>
            <a:spLocks noGrp="1"/>
          </p:cNvSpPr>
          <p:nvPr/>
        </p:nvSpPr>
        <p:spPr>
          <a:xfrm>
            <a:off x="783496" y="2603957"/>
            <a:ext cx="102923" cy="45773"/>
          </a:xfrm>
          <a:prstGeom prst="rect">
            <a:avLst/>
          </a:prstGeom>
          <a:solidFill>
            <a:srgbClr val="F3846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0" name="vpm-real-preictal-spectrogram-r14-c2">
            <a:extLst>
              <a:ext uri="{FF2B5EF4-FFF2-40B4-BE49-F238E27FC236}">
                <a16:creationId xmlns:a16="http://schemas.microsoft.com/office/drawing/2014/main" id="{D794DA1F-BE55-4CC0-BD4C-A42D91B42845}"/>
              </a:ext>
            </a:extLst>
          </p:cNvPr>
          <p:cNvSpPr>
            <a:spLocks noGrp="1"/>
          </p:cNvSpPr>
          <p:nvPr/>
        </p:nvSpPr>
        <p:spPr>
          <a:xfrm>
            <a:off x="884037" y="2603957"/>
            <a:ext cx="102923" cy="45773"/>
          </a:xfrm>
          <a:prstGeom prst="rect">
            <a:avLst/>
          </a:prstGeom>
          <a:solidFill>
            <a:srgbClr val="FDBE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1" name="vpm-real-preictal-spectrogram-r14-c3">
            <a:extLst>
              <a:ext uri="{FF2B5EF4-FFF2-40B4-BE49-F238E27FC236}">
                <a16:creationId xmlns:a16="http://schemas.microsoft.com/office/drawing/2014/main" id="{653B14B1-AC94-48B5-8596-D8D55FBB68D5}"/>
              </a:ext>
            </a:extLst>
          </p:cNvPr>
          <p:cNvSpPr>
            <a:spLocks noGrp="1"/>
          </p:cNvSpPr>
          <p:nvPr/>
        </p:nvSpPr>
        <p:spPr>
          <a:xfrm>
            <a:off x="984579" y="2603957"/>
            <a:ext cx="102923" cy="45773"/>
          </a:xfrm>
          <a:prstGeom prst="rect">
            <a:avLst/>
          </a:prstGeom>
          <a:solidFill>
            <a:srgbClr val="FDD18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2" name="vpm-real-preictal-spectrogram-r14-c4">
            <a:extLst>
              <a:ext uri="{FF2B5EF4-FFF2-40B4-BE49-F238E27FC236}">
                <a16:creationId xmlns:a16="http://schemas.microsoft.com/office/drawing/2014/main" id="{C1BC24E5-A5A9-4386-B26E-A955C655FD70}"/>
              </a:ext>
            </a:extLst>
          </p:cNvPr>
          <p:cNvSpPr>
            <a:spLocks noGrp="1"/>
          </p:cNvSpPr>
          <p:nvPr/>
        </p:nvSpPr>
        <p:spPr>
          <a:xfrm>
            <a:off x="1085121" y="2603957"/>
            <a:ext cx="102923" cy="45773"/>
          </a:xfrm>
          <a:prstGeom prst="rect">
            <a:avLst/>
          </a:prstGeom>
          <a:solidFill>
            <a:srgbClr val="DB586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3" name="vpm-real-preictal-spectrogram-r14-c5">
            <a:extLst>
              <a:ext uri="{FF2B5EF4-FFF2-40B4-BE49-F238E27FC236}">
                <a16:creationId xmlns:a16="http://schemas.microsoft.com/office/drawing/2014/main" id="{8E2727A5-642D-4905-BC2B-47D8640C4E10}"/>
              </a:ext>
            </a:extLst>
          </p:cNvPr>
          <p:cNvSpPr>
            <a:spLocks noGrp="1"/>
          </p:cNvSpPr>
          <p:nvPr/>
        </p:nvSpPr>
        <p:spPr>
          <a:xfrm>
            <a:off x="1185662" y="2603957"/>
            <a:ext cx="102923" cy="45773"/>
          </a:xfrm>
          <a:prstGeom prst="rect">
            <a:avLst/>
          </a:prstGeom>
          <a:solidFill>
            <a:srgbClr val="DC596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4" name="vpm-real-preictal-spectrogram-r14-c6">
            <a:extLst>
              <a:ext uri="{FF2B5EF4-FFF2-40B4-BE49-F238E27FC236}">
                <a16:creationId xmlns:a16="http://schemas.microsoft.com/office/drawing/2014/main" id="{127A68CB-2EDC-4E27-9433-CCB484D0A569}"/>
              </a:ext>
            </a:extLst>
          </p:cNvPr>
          <p:cNvSpPr>
            <a:spLocks noGrp="1"/>
          </p:cNvSpPr>
          <p:nvPr/>
        </p:nvSpPr>
        <p:spPr>
          <a:xfrm>
            <a:off x="1286204" y="2603957"/>
            <a:ext cx="102923" cy="45773"/>
          </a:xfrm>
          <a:prstGeom prst="rect">
            <a:avLst/>
          </a:prstGeom>
          <a:solidFill>
            <a:srgbClr val="F8A36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5" name="vpm-real-preictal-spectrogram-r14-c7">
            <a:extLst>
              <a:ext uri="{FF2B5EF4-FFF2-40B4-BE49-F238E27FC236}">
                <a16:creationId xmlns:a16="http://schemas.microsoft.com/office/drawing/2014/main" id="{48B671BD-78A4-49CB-87C2-83A15AAEEC5C}"/>
              </a:ext>
            </a:extLst>
          </p:cNvPr>
          <p:cNvSpPr>
            <a:spLocks noGrp="1"/>
          </p:cNvSpPr>
          <p:nvPr/>
        </p:nvSpPr>
        <p:spPr>
          <a:xfrm>
            <a:off x="1386746" y="2603957"/>
            <a:ext cx="102923" cy="45773"/>
          </a:xfrm>
          <a:prstGeom prst="rect">
            <a:avLst/>
          </a:prstGeom>
          <a:solidFill>
            <a:srgbClr val="EC685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6" name="vpm-real-preictal-spectrogram-r14-c8">
            <a:extLst>
              <a:ext uri="{FF2B5EF4-FFF2-40B4-BE49-F238E27FC236}">
                <a16:creationId xmlns:a16="http://schemas.microsoft.com/office/drawing/2014/main" id="{C392E85C-3F57-4252-9AA5-DD42DAEE719D}"/>
              </a:ext>
            </a:extLst>
          </p:cNvPr>
          <p:cNvSpPr>
            <a:spLocks noGrp="1"/>
          </p:cNvSpPr>
          <p:nvPr/>
        </p:nvSpPr>
        <p:spPr>
          <a:xfrm>
            <a:off x="1487287" y="2603957"/>
            <a:ext cx="102923" cy="45773"/>
          </a:xfrm>
          <a:prstGeom prst="rect">
            <a:avLst/>
          </a:prstGeom>
          <a:solidFill>
            <a:srgbClr val="F17A5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7" name="vpm-real-preictal-spectrogram-r14-c9">
            <a:extLst>
              <a:ext uri="{FF2B5EF4-FFF2-40B4-BE49-F238E27FC236}">
                <a16:creationId xmlns:a16="http://schemas.microsoft.com/office/drawing/2014/main" id="{E9ECAC40-4BE2-4726-AAF3-FE985E879C49}"/>
              </a:ext>
            </a:extLst>
          </p:cNvPr>
          <p:cNvSpPr>
            <a:spLocks noGrp="1"/>
          </p:cNvSpPr>
          <p:nvPr/>
        </p:nvSpPr>
        <p:spPr>
          <a:xfrm>
            <a:off x="1587829" y="2603957"/>
            <a:ext cx="102923" cy="45773"/>
          </a:xfrm>
          <a:prstGeom prst="rect">
            <a:avLst/>
          </a:prstGeom>
          <a:solidFill>
            <a:srgbClr val="DC596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8" name="vpm-real-preictal-spectrogram-r14-c10">
            <a:extLst>
              <a:ext uri="{FF2B5EF4-FFF2-40B4-BE49-F238E27FC236}">
                <a16:creationId xmlns:a16="http://schemas.microsoft.com/office/drawing/2014/main" id="{8F1A7589-0AF0-437B-A6C4-79D543080B93}"/>
              </a:ext>
            </a:extLst>
          </p:cNvPr>
          <p:cNvSpPr>
            <a:spLocks noGrp="1"/>
          </p:cNvSpPr>
          <p:nvPr/>
        </p:nvSpPr>
        <p:spPr>
          <a:xfrm>
            <a:off x="1688371" y="2603957"/>
            <a:ext cx="102923" cy="45773"/>
          </a:xfrm>
          <a:prstGeom prst="rect">
            <a:avLst/>
          </a:prstGeom>
          <a:solidFill>
            <a:srgbClr val="982C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9" name="vpm-real-preictal-spectrogram-r14-c11">
            <a:extLst>
              <a:ext uri="{FF2B5EF4-FFF2-40B4-BE49-F238E27FC236}">
                <a16:creationId xmlns:a16="http://schemas.microsoft.com/office/drawing/2014/main" id="{F4568CD5-149E-43C2-B6DE-F33EAF50EC2C}"/>
              </a:ext>
            </a:extLst>
          </p:cNvPr>
          <p:cNvSpPr>
            <a:spLocks noGrp="1"/>
          </p:cNvSpPr>
          <p:nvPr/>
        </p:nvSpPr>
        <p:spPr>
          <a:xfrm>
            <a:off x="1788912" y="2603957"/>
            <a:ext cx="102923" cy="45773"/>
          </a:xfrm>
          <a:prstGeom prst="rect">
            <a:avLst/>
          </a:prstGeom>
          <a:solidFill>
            <a:srgbClr val="B336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0" name="vpm-real-preictal-spectrogram-r14-c12">
            <a:extLst>
              <a:ext uri="{FF2B5EF4-FFF2-40B4-BE49-F238E27FC236}">
                <a16:creationId xmlns:a16="http://schemas.microsoft.com/office/drawing/2014/main" id="{17202936-03CD-4471-B41C-1E3B82477A80}"/>
              </a:ext>
            </a:extLst>
          </p:cNvPr>
          <p:cNvSpPr>
            <a:spLocks noGrp="1"/>
          </p:cNvSpPr>
          <p:nvPr/>
        </p:nvSpPr>
        <p:spPr>
          <a:xfrm>
            <a:off x="1889454" y="2603957"/>
            <a:ext cx="102923" cy="45773"/>
          </a:xfrm>
          <a:prstGeom prst="rect">
            <a:avLst/>
          </a:prstGeom>
          <a:solidFill>
            <a:srgbClr val="CC4B6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1" name="vpm-real-preictal-spectrogram-r14-c13">
            <a:extLst>
              <a:ext uri="{FF2B5EF4-FFF2-40B4-BE49-F238E27FC236}">
                <a16:creationId xmlns:a16="http://schemas.microsoft.com/office/drawing/2014/main" id="{BE07D97F-7958-4FCA-BA82-C8CE673E1CC3}"/>
              </a:ext>
            </a:extLst>
          </p:cNvPr>
          <p:cNvSpPr>
            <a:spLocks noGrp="1"/>
          </p:cNvSpPr>
          <p:nvPr/>
        </p:nvSpPr>
        <p:spPr>
          <a:xfrm>
            <a:off x="1989996" y="2603957"/>
            <a:ext cx="102923" cy="45773"/>
          </a:xfrm>
          <a:prstGeom prst="rect">
            <a:avLst/>
          </a:prstGeom>
          <a:solidFill>
            <a:srgbClr val="6E1E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2" name="vpm-real-preictal-spectrogram-r14-c14">
            <a:extLst>
              <a:ext uri="{FF2B5EF4-FFF2-40B4-BE49-F238E27FC236}">
                <a16:creationId xmlns:a16="http://schemas.microsoft.com/office/drawing/2014/main" id="{D1539237-06C8-49CD-BBFB-60B083305020}"/>
              </a:ext>
            </a:extLst>
          </p:cNvPr>
          <p:cNvSpPr>
            <a:spLocks noGrp="1"/>
          </p:cNvSpPr>
          <p:nvPr/>
        </p:nvSpPr>
        <p:spPr>
          <a:xfrm>
            <a:off x="2090537" y="2603957"/>
            <a:ext cx="102923" cy="45773"/>
          </a:xfrm>
          <a:prstGeom prst="rect">
            <a:avLst/>
          </a:prstGeom>
          <a:solidFill>
            <a:srgbClr val="DC5A6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3" name="vpm-real-preictal-spectrogram-r14-c15">
            <a:extLst>
              <a:ext uri="{FF2B5EF4-FFF2-40B4-BE49-F238E27FC236}">
                <a16:creationId xmlns:a16="http://schemas.microsoft.com/office/drawing/2014/main" id="{452C8BF7-9E91-4143-AD6D-76985F468AD4}"/>
              </a:ext>
            </a:extLst>
          </p:cNvPr>
          <p:cNvSpPr>
            <a:spLocks noGrp="1"/>
          </p:cNvSpPr>
          <p:nvPr/>
        </p:nvSpPr>
        <p:spPr>
          <a:xfrm>
            <a:off x="2191079" y="2603957"/>
            <a:ext cx="102923" cy="45773"/>
          </a:xfrm>
          <a:prstGeom prst="rect">
            <a:avLst/>
          </a:prstGeom>
          <a:solidFill>
            <a:srgbClr val="FCF6B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4" name="vpm-real-preictal-spectrogram-r14-c16">
            <a:extLst>
              <a:ext uri="{FF2B5EF4-FFF2-40B4-BE49-F238E27FC236}">
                <a16:creationId xmlns:a16="http://schemas.microsoft.com/office/drawing/2014/main" id="{440F0937-A4B3-4F4D-95E6-EBBEFF011D01}"/>
              </a:ext>
            </a:extLst>
          </p:cNvPr>
          <p:cNvSpPr>
            <a:spLocks noGrp="1"/>
          </p:cNvSpPr>
          <p:nvPr/>
        </p:nvSpPr>
        <p:spPr>
          <a:xfrm>
            <a:off x="2291621" y="2603957"/>
            <a:ext cx="102923" cy="45773"/>
          </a:xfrm>
          <a:prstGeom prst="rect">
            <a:avLst/>
          </a:prstGeom>
          <a:solidFill>
            <a:srgbClr val="FDC27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5" name="vpm-real-preictal-spectrogram-r14-c17">
            <a:extLst>
              <a:ext uri="{FF2B5EF4-FFF2-40B4-BE49-F238E27FC236}">
                <a16:creationId xmlns:a16="http://schemas.microsoft.com/office/drawing/2014/main" id="{587D8132-E698-46F4-AD79-7CE095D8AA08}"/>
              </a:ext>
            </a:extLst>
          </p:cNvPr>
          <p:cNvSpPr>
            <a:spLocks noGrp="1"/>
          </p:cNvSpPr>
          <p:nvPr/>
        </p:nvSpPr>
        <p:spPr>
          <a:xfrm>
            <a:off x="2392162" y="2603957"/>
            <a:ext cx="102923" cy="45773"/>
          </a:xfrm>
          <a:prstGeom prst="rect">
            <a:avLst/>
          </a:prstGeom>
          <a:solidFill>
            <a:srgbClr val="C6457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6" name="vpm-real-preictal-spectrogram-r15-c0">
            <a:extLst>
              <a:ext uri="{FF2B5EF4-FFF2-40B4-BE49-F238E27FC236}">
                <a16:creationId xmlns:a16="http://schemas.microsoft.com/office/drawing/2014/main" id="{29F92E68-8054-4CAE-BBA1-914CB0CBFB59}"/>
              </a:ext>
            </a:extLst>
          </p:cNvPr>
          <p:cNvSpPr>
            <a:spLocks noGrp="1"/>
          </p:cNvSpPr>
          <p:nvPr/>
        </p:nvSpPr>
        <p:spPr>
          <a:xfrm>
            <a:off x="682954" y="2647349"/>
            <a:ext cx="102923" cy="45773"/>
          </a:xfrm>
          <a:prstGeom prst="rect">
            <a:avLst/>
          </a:prstGeom>
          <a:solidFill>
            <a:srgbClr val="992D7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7" name="vpm-real-preictal-spectrogram-r15-c1">
            <a:extLst>
              <a:ext uri="{FF2B5EF4-FFF2-40B4-BE49-F238E27FC236}">
                <a16:creationId xmlns:a16="http://schemas.microsoft.com/office/drawing/2014/main" id="{F7CD25B5-BB13-4FD7-8CA4-B9B41E268B07}"/>
              </a:ext>
            </a:extLst>
          </p:cNvPr>
          <p:cNvSpPr>
            <a:spLocks noGrp="1"/>
          </p:cNvSpPr>
          <p:nvPr/>
        </p:nvSpPr>
        <p:spPr>
          <a:xfrm>
            <a:off x="783496" y="2647349"/>
            <a:ext cx="102923" cy="45773"/>
          </a:xfrm>
          <a:prstGeom prst="rect">
            <a:avLst/>
          </a:prstGeom>
          <a:solidFill>
            <a:srgbClr val="F0745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8" name="vpm-real-preictal-spectrogram-r15-c2">
            <a:extLst>
              <a:ext uri="{FF2B5EF4-FFF2-40B4-BE49-F238E27FC236}">
                <a16:creationId xmlns:a16="http://schemas.microsoft.com/office/drawing/2014/main" id="{52DD5BC1-EC36-4BA8-8132-83AC9F1C2110}"/>
              </a:ext>
            </a:extLst>
          </p:cNvPr>
          <p:cNvSpPr>
            <a:spLocks noGrp="1"/>
          </p:cNvSpPr>
          <p:nvPr/>
        </p:nvSpPr>
        <p:spPr>
          <a:xfrm>
            <a:off x="884037" y="2647349"/>
            <a:ext cx="102923" cy="45773"/>
          </a:xfrm>
          <a:prstGeom prst="rect">
            <a:avLst/>
          </a:prstGeom>
          <a:solidFill>
            <a:srgbClr val="BC3C7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9" name="vpm-real-preictal-spectrogram-r15-c3">
            <a:extLst>
              <a:ext uri="{FF2B5EF4-FFF2-40B4-BE49-F238E27FC236}">
                <a16:creationId xmlns:a16="http://schemas.microsoft.com/office/drawing/2014/main" id="{BF76352E-18A7-468C-B679-6BE3A177386A}"/>
              </a:ext>
            </a:extLst>
          </p:cNvPr>
          <p:cNvSpPr>
            <a:spLocks noGrp="1"/>
          </p:cNvSpPr>
          <p:nvPr/>
        </p:nvSpPr>
        <p:spPr>
          <a:xfrm>
            <a:off x="984579" y="2647349"/>
            <a:ext cx="102923" cy="45773"/>
          </a:xfrm>
          <a:prstGeom prst="rect">
            <a:avLst/>
          </a:prstGeom>
          <a:solidFill>
            <a:srgbClr val="FCFDB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0" name="vpm-real-preictal-spectrogram-r15-c4">
            <a:extLst>
              <a:ext uri="{FF2B5EF4-FFF2-40B4-BE49-F238E27FC236}">
                <a16:creationId xmlns:a16="http://schemas.microsoft.com/office/drawing/2014/main" id="{5C2DB077-09D7-4B52-A0CB-A82EC1A3596C}"/>
              </a:ext>
            </a:extLst>
          </p:cNvPr>
          <p:cNvSpPr>
            <a:spLocks noGrp="1"/>
          </p:cNvSpPr>
          <p:nvPr/>
        </p:nvSpPr>
        <p:spPr>
          <a:xfrm>
            <a:off x="1085121" y="2647349"/>
            <a:ext cx="102923" cy="45773"/>
          </a:xfrm>
          <a:prstGeom prst="rect">
            <a:avLst/>
          </a:prstGeom>
          <a:solidFill>
            <a:srgbClr val="FAA96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1" name="vpm-real-preictal-spectrogram-r15-c5">
            <a:extLst>
              <a:ext uri="{FF2B5EF4-FFF2-40B4-BE49-F238E27FC236}">
                <a16:creationId xmlns:a16="http://schemas.microsoft.com/office/drawing/2014/main" id="{A38DF896-8970-4E61-BB6E-093D9B5B0F8D}"/>
              </a:ext>
            </a:extLst>
          </p:cNvPr>
          <p:cNvSpPr>
            <a:spLocks noGrp="1"/>
          </p:cNvSpPr>
          <p:nvPr/>
        </p:nvSpPr>
        <p:spPr>
          <a:xfrm>
            <a:off x="1185662" y="2647349"/>
            <a:ext cx="102923" cy="45773"/>
          </a:xfrm>
          <a:prstGeom prst="rect">
            <a:avLst/>
          </a:prstGeom>
          <a:solidFill>
            <a:srgbClr val="FCB3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2" name="vpm-real-preictal-spectrogram-r15-c6">
            <a:extLst>
              <a:ext uri="{FF2B5EF4-FFF2-40B4-BE49-F238E27FC236}">
                <a16:creationId xmlns:a16="http://schemas.microsoft.com/office/drawing/2014/main" id="{C3E6B977-4B06-440D-BF52-B5852DC75CEF}"/>
              </a:ext>
            </a:extLst>
          </p:cNvPr>
          <p:cNvSpPr>
            <a:spLocks noGrp="1"/>
          </p:cNvSpPr>
          <p:nvPr/>
        </p:nvSpPr>
        <p:spPr>
          <a:xfrm>
            <a:off x="1286204" y="2647349"/>
            <a:ext cx="102923" cy="45773"/>
          </a:xfrm>
          <a:prstGeom prst="rect">
            <a:avLst/>
          </a:prstGeom>
          <a:solidFill>
            <a:srgbClr val="FCFDB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3" name="vpm-real-preictal-spectrogram-r15-c7">
            <a:extLst>
              <a:ext uri="{FF2B5EF4-FFF2-40B4-BE49-F238E27FC236}">
                <a16:creationId xmlns:a16="http://schemas.microsoft.com/office/drawing/2014/main" id="{478EF34D-334A-4FE9-92EA-477A8130BF51}"/>
              </a:ext>
            </a:extLst>
          </p:cNvPr>
          <p:cNvSpPr>
            <a:spLocks noGrp="1"/>
          </p:cNvSpPr>
          <p:nvPr/>
        </p:nvSpPr>
        <p:spPr>
          <a:xfrm>
            <a:off x="1386746" y="2647349"/>
            <a:ext cx="102923" cy="45773"/>
          </a:xfrm>
          <a:prstGeom prst="rect">
            <a:avLst/>
          </a:prstGeom>
          <a:solidFill>
            <a:srgbClr val="C443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4" name="vpm-real-preictal-spectrogram-r15-c8">
            <a:extLst>
              <a:ext uri="{FF2B5EF4-FFF2-40B4-BE49-F238E27FC236}">
                <a16:creationId xmlns:a16="http://schemas.microsoft.com/office/drawing/2014/main" id="{C5E33A90-8224-47CF-A32C-EC4B2D574DA9}"/>
              </a:ext>
            </a:extLst>
          </p:cNvPr>
          <p:cNvSpPr>
            <a:spLocks noGrp="1"/>
          </p:cNvSpPr>
          <p:nvPr/>
        </p:nvSpPr>
        <p:spPr>
          <a:xfrm>
            <a:off x="1487287" y="2647349"/>
            <a:ext cx="102923" cy="45773"/>
          </a:xfrm>
          <a:prstGeom prst="rect">
            <a:avLst/>
          </a:prstGeom>
          <a:solidFill>
            <a:srgbClr val="FDCF8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5" name="vpm-real-preictal-spectrogram-r15-c9">
            <a:extLst>
              <a:ext uri="{FF2B5EF4-FFF2-40B4-BE49-F238E27FC236}">
                <a16:creationId xmlns:a16="http://schemas.microsoft.com/office/drawing/2014/main" id="{FA533D64-B388-4A34-BD2F-5ADD4F3CB996}"/>
              </a:ext>
            </a:extLst>
          </p:cNvPr>
          <p:cNvSpPr>
            <a:spLocks noGrp="1"/>
          </p:cNvSpPr>
          <p:nvPr/>
        </p:nvSpPr>
        <p:spPr>
          <a:xfrm>
            <a:off x="1587829" y="2647349"/>
            <a:ext cx="102923" cy="45773"/>
          </a:xfrm>
          <a:prstGeom prst="rect">
            <a:avLst/>
          </a:prstGeom>
          <a:solidFill>
            <a:srgbClr val="EA665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6" name="vpm-real-preictal-spectrogram-r15-c10">
            <a:extLst>
              <a:ext uri="{FF2B5EF4-FFF2-40B4-BE49-F238E27FC236}">
                <a16:creationId xmlns:a16="http://schemas.microsoft.com/office/drawing/2014/main" id="{243396FB-2018-4572-A0FC-7711DB87A58D}"/>
              </a:ext>
            </a:extLst>
          </p:cNvPr>
          <p:cNvSpPr>
            <a:spLocks noGrp="1"/>
          </p:cNvSpPr>
          <p:nvPr/>
        </p:nvSpPr>
        <p:spPr>
          <a:xfrm>
            <a:off x="1688371" y="2647349"/>
            <a:ext cx="102923" cy="45773"/>
          </a:xfrm>
          <a:prstGeom prst="rect">
            <a:avLst/>
          </a:prstGeom>
          <a:solidFill>
            <a:srgbClr val="F48A6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7" name="vpm-real-preictal-spectrogram-r15-c11">
            <a:extLst>
              <a:ext uri="{FF2B5EF4-FFF2-40B4-BE49-F238E27FC236}">
                <a16:creationId xmlns:a16="http://schemas.microsoft.com/office/drawing/2014/main" id="{5082A536-31FB-4D53-A2F7-F01AA1C1ED8F}"/>
              </a:ext>
            </a:extLst>
          </p:cNvPr>
          <p:cNvSpPr>
            <a:spLocks noGrp="1"/>
          </p:cNvSpPr>
          <p:nvPr/>
        </p:nvSpPr>
        <p:spPr>
          <a:xfrm>
            <a:off x="1788912" y="2647349"/>
            <a:ext cx="102923" cy="45773"/>
          </a:xfrm>
          <a:prstGeom prst="rect">
            <a:avLst/>
          </a:prstGeom>
          <a:solidFill>
            <a:srgbClr val="E5616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8" name="vpm-real-preictal-spectrogram-r15-c12">
            <a:extLst>
              <a:ext uri="{FF2B5EF4-FFF2-40B4-BE49-F238E27FC236}">
                <a16:creationId xmlns:a16="http://schemas.microsoft.com/office/drawing/2014/main" id="{FD362AEF-37E3-479B-8878-456891BB881C}"/>
              </a:ext>
            </a:extLst>
          </p:cNvPr>
          <p:cNvSpPr>
            <a:spLocks noGrp="1"/>
          </p:cNvSpPr>
          <p:nvPr/>
        </p:nvSpPr>
        <p:spPr>
          <a:xfrm>
            <a:off x="1889454" y="2647349"/>
            <a:ext cx="102923" cy="45773"/>
          </a:xfrm>
          <a:prstGeom prst="rect">
            <a:avLst/>
          </a:prstGeom>
          <a:solidFill>
            <a:srgbClr val="FDDA9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9" name="vpm-real-preictal-spectrogram-r15-c13">
            <a:extLst>
              <a:ext uri="{FF2B5EF4-FFF2-40B4-BE49-F238E27FC236}">
                <a16:creationId xmlns:a16="http://schemas.microsoft.com/office/drawing/2014/main" id="{3C09950C-6DE2-42D1-B6E1-F5EA09D1AA0B}"/>
              </a:ext>
            </a:extLst>
          </p:cNvPr>
          <p:cNvSpPr>
            <a:spLocks noGrp="1"/>
          </p:cNvSpPr>
          <p:nvPr/>
        </p:nvSpPr>
        <p:spPr>
          <a:xfrm>
            <a:off x="1989996" y="2647349"/>
            <a:ext cx="102923" cy="45773"/>
          </a:xfrm>
          <a:prstGeom prst="rect">
            <a:avLst/>
          </a:prstGeom>
          <a:solidFill>
            <a:srgbClr val="FDBA6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0" name="vpm-real-preictal-spectrogram-r15-c14">
            <a:extLst>
              <a:ext uri="{FF2B5EF4-FFF2-40B4-BE49-F238E27FC236}">
                <a16:creationId xmlns:a16="http://schemas.microsoft.com/office/drawing/2014/main" id="{7AEDD153-DD8A-4A26-B68A-BD69E4D1D7E1}"/>
              </a:ext>
            </a:extLst>
          </p:cNvPr>
          <p:cNvSpPr>
            <a:spLocks noGrp="1"/>
          </p:cNvSpPr>
          <p:nvPr/>
        </p:nvSpPr>
        <p:spPr>
          <a:xfrm>
            <a:off x="2090537" y="2647349"/>
            <a:ext cx="102923" cy="45773"/>
          </a:xfrm>
          <a:prstGeom prst="rect">
            <a:avLst/>
          </a:prstGeom>
          <a:solidFill>
            <a:srgbClr val="FDD5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1" name="vpm-real-preictal-spectrogram-r15-c15">
            <a:extLst>
              <a:ext uri="{FF2B5EF4-FFF2-40B4-BE49-F238E27FC236}">
                <a16:creationId xmlns:a16="http://schemas.microsoft.com/office/drawing/2014/main" id="{CCB8B3C0-1D39-4EDE-83FA-088176DD568D}"/>
              </a:ext>
            </a:extLst>
          </p:cNvPr>
          <p:cNvSpPr>
            <a:spLocks noGrp="1"/>
          </p:cNvSpPr>
          <p:nvPr/>
        </p:nvSpPr>
        <p:spPr>
          <a:xfrm>
            <a:off x="2191079" y="2647349"/>
            <a:ext cx="102923" cy="45773"/>
          </a:xfrm>
          <a:prstGeom prst="rect">
            <a:avLst/>
          </a:prstGeom>
          <a:solidFill>
            <a:srgbClr val="FCFDB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2" name="vpm-real-preictal-spectrogram-r15-c16">
            <a:extLst>
              <a:ext uri="{FF2B5EF4-FFF2-40B4-BE49-F238E27FC236}">
                <a16:creationId xmlns:a16="http://schemas.microsoft.com/office/drawing/2014/main" id="{7E2EA3D3-E05F-4C57-9DEA-1145F467D301}"/>
              </a:ext>
            </a:extLst>
          </p:cNvPr>
          <p:cNvSpPr>
            <a:spLocks noGrp="1"/>
          </p:cNvSpPr>
          <p:nvPr/>
        </p:nvSpPr>
        <p:spPr>
          <a:xfrm>
            <a:off x="2291621" y="2647349"/>
            <a:ext cx="102923" cy="45773"/>
          </a:xfrm>
          <a:prstGeom prst="rect">
            <a:avLst/>
          </a:prstGeom>
          <a:solidFill>
            <a:srgbClr val="FCFDB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3" name="vpm-real-preictal-spectrogram-r15-c17">
            <a:extLst>
              <a:ext uri="{FF2B5EF4-FFF2-40B4-BE49-F238E27FC236}">
                <a16:creationId xmlns:a16="http://schemas.microsoft.com/office/drawing/2014/main" id="{4C85CFC4-E63B-4AA3-9571-3B3E94230EBE}"/>
              </a:ext>
            </a:extLst>
          </p:cNvPr>
          <p:cNvSpPr>
            <a:spLocks noGrp="1"/>
          </p:cNvSpPr>
          <p:nvPr/>
        </p:nvSpPr>
        <p:spPr>
          <a:xfrm>
            <a:off x="2392162" y="2647349"/>
            <a:ext cx="102923" cy="45773"/>
          </a:xfrm>
          <a:prstGeom prst="rect">
            <a:avLst/>
          </a:prstGeom>
          <a:solidFill>
            <a:srgbClr val="E3606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4" name="vpm-real-preictal-spectrogram-r16-c0">
            <a:extLst>
              <a:ext uri="{FF2B5EF4-FFF2-40B4-BE49-F238E27FC236}">
                <a16:creationId xmlns:a16="http://schemas.microsoft.com/office/drawing/2014/main" id="{20F32CE6-0089-4970-B241-D3B56DBCFB1A}"/>
              </a:ext>
            </a:extLst>
          </p:cNvPr>
          <p:cNvSpPr>
            <a:spLocks noGrp="1"/>
          </p:cNvSpPr>
          <p:nvPr/>
        </p:nvSpPr>
        <p:spPr>
          <a:xfrm>
            <a:off x="682954" y="2690741"/>
            <a:ext cx="102923" cy="45773"/>
          </a:xfrm>
          <a:prstGeom prst="rect">
            <a:avLst/>
          </a:prstGeom>
          <a:solidFill>
            <a:srgbClr val="89277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5" name="vpm-real-preictal-spectrogram-r16-c1">
            <a:extLst>
              <a:ext uri="{FF2B5EF4-FFF2-40B4-BE49-F238E27FC236}">
                <a16:creationId xmlns:a16="http://schemas.microsoft.com/office/drawing/2014/main" id="{30050D23-2586-4DD1-AEF4-0DB7E9E84B22}"/>
              </a:ext>
            </a:extLst>
          </p:cNvPr>
          <p:cNvSpPr>
            <a:spLocks noGrp="1"/>
          </p:cNvSpPr>
          <p:nvPr/>
        </p:nvSpPr>
        <p:spPr>
          <a:xfrm>
            <a:off x="783496" y="2690741"/>
            <a:ext cx="102923" cy="45773"/>
          </a:xfrm>
          <a:prstGeom prst="rect">
            <a:avLst/>
          </a:prstGeom>
          <a:solidFill>
            <a:srgbClr val="FBB1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6" name="vpm-real-preictal-spectrogram-r16-c2">
            <a:extLst>
              <a:ext uri="{FF2B5EF4-FFF2-40B4-BE49-F238E27FC236}">
                <a16:creationId xmlns:a16="http://schemas.microsoft.com/office/drawing/2014/main" id="{DB0DE878-59B4-4755-ACCF-59C027A4EC3A}"/>
              </a:ext>
            </a:extLst>
          </p:cNvPr>
          <p:cNvSpPr>
            <a:spLocks noGrp="1"/>
          </p:cNvSpPr>
          <p:nvPr/>
        </p:nvSpPr>
        <p:spPr>
          <a:xfrm>
            <a:off x="884037" y="2690741"/>
            <a:ext cx="102923" cy="45773"/>
          </a:xfrm>
          <a:prstGeom prst="rect">
            <a:avLst/>
          </a:prstGeom>
          <a:solidFill>
            <a:srgbClr val="F48B6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7" name="vpm-real-preictal-spectrogram-r16-c3">
            <a:extLst>
              <a:ext uri="{FF2B5EF4-FFF2-40B4-BE49-F238E27FC236}">
                <a16:creationId xmlns:a16="http://schemas.microsoft.com/office/drawing/2014/main" id="{B9B5F1BD-6D3B-4065-A54E-84A0FD21C991}"/>
              </a:ext>
            </a:extLst>
          </p:cNvPr>
          <p:cNvSpPr>
            <a:spLocks noGrp="1"/>
          </p:cNvSpPr>
          <p:nvPr/>
        </p:nvSpPr>
        <p:spPr>
          <a:xfrm>
            <a:off x="984579" y="2690741"/>
            <a:ext cx="102923" cy="45773"/>
          </a:xfrm>
          <a:prstGeom prst="rect">
            <a:avLst/>
          </a:prstGeom>
          <a:solidFill>
            <a:srgbClr val="C140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8" name="vpm-real-preictal-spectrogram-r16-c4">
            <a:extLst>
              <a:ext uri="{FF2B5EF4-FFF2-40B4-BE49-F238E27FC236}">
                <a16:creationId xmlns:a16="http://schemas.microsoft.com/office/drawing/2014/main" id="{13A33319-3BFC-43F7-8B99-C1AF05DD2A70}"/>
              </a:ext>
            </a:extLst>
          </p:cNvPr>
          <p:cNvSpPr>
            <a:spLocks noGrp="1"/>
          </p:cNvSpPr>
          <p:nvPr/>
        </p:nvSpPr>
        <p:spPr>
          <a:xfrm>
            <a:off x="1085121" y="2690741"/>
            <a:ext cx="102923" cy="45773"/>
          </a:xfrm>
          <a:prstGeom prst="rect">
            <a:avLst/>
          </a:prstGeom>
          <a:solidFill>
            <a:srgbClr val="E4616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9" name="vpm-real-preictal-spectrogram-r16-c5">
            <a:extLst>
              <a:ext uri="{FF2B5EF4-FFF2-40B4-BE49-F238E27FC236}">
                <a16:creationId xmlns:a16="http://schemas.microsoft.com/office/drawing/2014/main" id="{F53C59A0-CF36-4E26-973A-B647F4AF31D2}"/>
              </a:ext>
            </a:extLst>
          </p:cNvPr>
          <p:cNvSpPr>
            <a:spLocks noGrp="1"/>
          </p:cNvSpPr>
          <p:nvPr/>
        </p:nvSpPr>
        <p:spPr>
          <a:xfrm>
            <a:off x="1185662" y="2690741"/>
            <a:ext cx="102923" cy="45773"/>
          </a:xfrm>
          <a:prstGeom prst="rect">
            <a:avLst/>
          </a:prstGeom>
          <a:solidFill>
            <a:srgbClr val="F1785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0" name="vpm-real-preictal-spectrogram-r16-c6">
            <a:extLst>
              <a:ext uri="{FF2B5EF4-FFF2-40B4-BE49-F238E27FC236}">
                <a16:creationId xmlns:a16="http://schemas.microsoft.com/office/drawing/2014/main" id="{3D5EB899-FEC0-47FF-AE4C-E24B4970DC29}"/>
              </a:ext>
            </a:extLst>
          </p:cNvPr>
          <p:cNvSpPr>
            <a:spLocks noGrp="1"/>
          </p:cNvSpPr>
          <p:nvPr/>
        </p:nvSpPr>
        <p:spPr>
          <a:xfrm>
            <a:off x="1286204" y="2690741"/>
            <a:ext cx="102923" cy="45773"/>
          </a:xfrm>
          <a:prstGeom prst="rect">
            <a:avLst/>
          </a:prstGeom>
          <a:solidFill>
            <a:srgbClr val="FDBE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1" name="vpm-real-preictal-spectrogram-r16-c7">
            <a:extLst>
              <a:ext uri="{FF2B5EF4-FFF2-40B4-BE49-F238E27FC236}">
                <a16:creationId xmlns:a16="http://schemas.microsoft.com/office/drawing/2014/main" id="{3311A324-A16E-4504-821C-8F6BCA1009C2}"/>
              </a:ext>
            </a:extLst>
          </p:cNvPr>
          <p:cNvSpPr>
            <a:spLocks noGrp="1"/>
          </p:cNvSpPr>
          <p:nvPr/>
        </p:nvSpPr>
        <p:spPr>
          <a:xfrm>
            <a:off x="1386746" y="2690741"/>
            <a:ext cx="102923" cy="45773"/>
          </a:xfrm>
          <a:prstGeom prst="rect">
            <a:avLst/>
          </a:prstGeom>
          <a:solidFill>
            <a:srgbClr val="DD5A6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2" name="vpm-real-preictal-spectrogram-r16-c8">
            <a:extLst>
              <a:ext uri="{FF2B5EF4-FFF2-40B4-BE49-F238E27FC236}">
                <a16:creationId xmlns:a16="http://schemas.microsoft.com/office/drawing/2014/main" id="{43E462DF-B4A5-424C-BCDD-EC20F81A9DFF}"/>
              </a:ext>
            </a:extLst>
          </p:cNvPr>
          <p:cNvSpPr>
            <a:spLocks noGrp="1"/>
          </p:cNvSpPr>
          <p:nvPr/>
        </p:nvSpPr>
        <p:spPr>
          <a:xfrm>
            <a:off x="1487287" y="2690741"/>
            <a:ext cx="102923" cy="45773"/>
          </a:xfrm>
          <a:prstGeom prst="rect">
            <a:avLst/>
          </a:prstGeom>
          <a:solidFill>
            <a:srgbClr val="E8655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3" name="vpm-real-preictal-spectrogram-r16-c9">
            <a:extLst>
              <a:ext uri="{FF2B5EF4-FFF2-40B4-BE49-F238E27FC236}">
                <a16:creationId xmlns:a16="http://schemas.microsoft.com/office/drawing/2014/main" id="{A3C510B8-5DEE-4C49-8F09-F0520A4E6D9C}"/>
              </a:ext>
            </a:extLst>
          </p:cNvPr>
          <p:cNvSpPr>
            <a:spLocks noGrp="1"/>
          </p:cNvSpPr>
          <p:nvPr/>
        </p:nvSpPr>
        <p:spPr>
          <a:xfrm>
            <a:off x="1587829" y="2690741"/>
            <a:ext cx="102923" cy="45773"/>
          </a:xfrm>
          <a:prstGeom prst="rect">
            <a:avLst/>
          </a:prstGeom>
          <a:solidFill>
            <a:srgbClr val="FDBE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4" name="vpm-real-preictal-spectrogram-r16-c10">
            <a:extLst>
              <a:ext uri="{FF2B5EF4-FFF2-40B4-BE49-F238E27FC236}">
                <a16:creationId xmlns:a16="http://schemas.microsoft.com/office/drawing/2014/main" id="{ED35DA79-1974-4A68-BE75-2C07E93230BD}"/>
              </a:ext>
            </a:extLst>
          </p:cNvPr>
          <p:cNvSpPr>
            <a:spLocks noGrp="1"/>
          </p:cNvSpPr>
          <p:nvPr/>
        </p:nvSpPr>
        <p:spPr>
          <a:xfrm>
            <a:off x="1688371" y="2690741"/>
            <a:ext cx="102923" cy="45773"/>
          </a:xfrm>
          <a:prstGeom prst="rect">
            <a:avLst/>
          </a:prstGeom>
          <a:solidFill>
            <a:srgbClr val="F27D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5" name="vpm-real-preictal-spectrogram-r16-c11">
            <a:extLst>
              <a:ext uri="{FF2B5EF4-FFF2-40B4-BE49-F238E27FC236}">
                <a16:creationId xmlns:a16="http://schemas.microsoft.com/office/drawing/2014/main" id="{F3B4F690-3DA2-4C8C-8D00-C42AE4DEC4E7}"/>
              </a:ext>
            </a:extLst>
          </p:cNvPr>
          <p:cNvSpPr>
            <a:spLocks noGrp="1"/>
          </p:cNvSpPr>
          <p:nvPr/>
        </p:nvSpPr>
        <p:spPr>
          <a:xfrm>
            <a:off x="1788912" y="2690741"/>
            <a:ext cx="102923" cy="45773"/>
          </a:xfrm>
          <a:prstGeom prst="rect">
            <a:avLst/>
          </a:prstGeom>
          <a:solidFill>
            <a:srgbClr val="E15E6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6" name="vpm-real-preictal-spectrogram-r16-c12">
            <a:extLst>
              <a:ext uri="{FF2B5EF4-FFF2-40B4-BE49-F238E27FC236}">
                <a16:creationId xmlns:a16="http://schemas.microsoft.com/office/drawing/2014/main" id="{9A9F0A88-106F-4F46-9E1C-01F8E39FEE56}"/>
              </a:ext>
            </a:extLst>
          </p:cNvPr>
          <p:cNvSpPr>
            <a:spLocks noGrp="1"/>
          </p:cNvSpPr>
          <p:nvPr/>
        </p:nvSpPr>
        <p:spPr>
          <a:xfrm>
            <a:off x="1889454" y="2690741"/>
            <a:ext cx="102923" cy="45773"/>
          </a:xfrm>
          <a:prstGeom prst="rect">
            <a:avLst/>
          </a:prstGeom>
          <a:solidFill>
            <a:srgbClr val="FAAA6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7" name="vpm-real-preictal-spectrogram-r16-c13">
            <a:extLst>
              <a:ext uri="{FF2B5EF4-FFF2-40B4-BE49-F238E27FC236}">
                <a16:creationId xmlns:a16="http://schemas.microsoft.com/office/drawing/2014/main" id="{1FB4957D-5858-4CA7-999D-3CFAF78293CA}"/>
              </a:ext>
            </a:extLst>
          </p:cNvPr>
          <p:cNvSpPr>
            <a:spLocks noGrp="1"/>
          </p:cNvSpPr>
          <p:nvPr/>
        </p:nvSpPr>
        <p:spPr>
          <a:xfrm>
            <a:off x="1989996" y="2690741"/>
            <a:ext cx="102923" cy="45773"/>
          </a:xfrm>
          <a:prstGeom prst="rect">
            <a:avLst/>
          </a:prstGeom>
          <a:solidFill>
            <a:srgbClr val="F9A36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8" name="vpm-real-preictal-spectrogram-r16-c14">
            <a:extLst>
              <a:ext uri="{FF2B5EF4-FFF2-40B4-BE49-F238E27FC236}">
                <a16:creationId xmlns:a16="http://schemas.microsoft.com/office/drawing/2014/main" id="{02E5DE49-88D9-4DD1-B2D4-22611344A6E9}"/>
              </a:ext>
            </a:extLst>
          </p:cNvPr>
          <p:cNvSpPr>
            <a:spLocks noGrp="1"/>
          </p:cNvSpPr>
          <p:nvPr/>
        </p:nvSpPr>
        <p:spPr>
          <a:xfrm>
            <a:off x="2090537" y="2690741"/>
            <a:ext cx="102923" cy="45773"/>
          </a:xfrm>
          <a:prstGeom prst="rect">
            <a:avLst/>
          </a:prstGeom>
          <a:solidFill>
            <a:srgbClr val="FCFDB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9" name="vpm-real-preictal-spectrogram-r16-c15">
            <a:extLst>
              <a:ext uri="{FF2B5EF4-FFF2-40B4-BE49-F238E27FC236}">
                <a16:creationId xmlns:a16="http://schemas.microsoft.com/office/drawing/2014/main" id="{20FDC2D8-2209-4278-A733-77DB467F255A}"/>
              </a:ext>
            </a:extLst>
          </p:cNvPr>
          <p:cNvSpPr>
            <a:spLocks noGrp="1"/>
          </p:cNvSpPr>
          <p:nvPr/>
        </p:nvSpPr>
        <p:spPr>
          <a:xfrm>
            <a:off x="2191079" y="2690741"/>
            <a:ext cx="102923" cy="45773"/>
          </a:xfrm>
          <a:prstGeom prst="rect">
            <a:avLst/>
          </a:prstGeom>
          <a:solidFill>
            <a:srgbClr val="FCFDB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0" name="vpm-real-preictal-spectrogram-r16-c16">
            <a:extLst>
              <a:ext uri="{FF2B5EF4-FFF2-40B4-BE49-F238E27FC236}">
                <a16:creationId xmlns:a16="http://schemas.microsoft.com/office/drawing/2014/main" id="{DCACF49E-ED84-4530-B456-7B3BE2BB1179}"/>
              </a:ext>
            </a:extLst>
          </p:cNvPr>
          <p:cNvSpPr>
            <a:spLocks noGrp="1"/>
          </p:cNvSpPr>
          <p:nvPr/>
        </p:nvSpPr>
        <p:spPr>
          <a:xfrm>
            <a:off x="2291621" y="2690741"/>
            <a:ext cx="102923" cy="45773"/>
          </a:xfrm>
          <a:prstGeom prst="rect">
            <a:avLst/>
          </a:prstGeom>
          <a:solidFill>
            <a:srgbClr val="FCFDB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1" name="vpm-real-preictal-spectrogram-r16-c17">
            <a:extLst>
              <a:ext uri="{FF2B5EF4-FFF2-40B4-BE49-F238E27FC236}">
                <a16:creationId xmlns:a16="http://schemas.microsoft.com/office/drawing/2014/main" id="{23B25B35-C779-464C-A5F7-FBFEB666E314}"/>
              </a:ext>
            </a:extLst>
          </p:cNvPr>
          <p:cNvSpPr>
            <a:spLocks noGrp="1"/>
          </p:cNvSpPr>
          <p:nvPr/>
        </p:nvSpPr>
        <p:spPr>
          <a:xfrm>
            <a:off x="2392162" y="2690741"/>
            <a:ext cx="102923" cy="45773"/>
          </a:xfrm>
          <a:prstGeom prst="rect">
            <a:avLst/>
          </a:prstGeom>
          <a:solidFill>
            <a:srgbClr val="F17B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2" name="vpm-real-preictal-spectrogram-r17-c0">
            <a:extLst>
              <a:ext uri="{FF2B5EF4-FFF2-40B4-BE49-F238E27FC236}">
                <a16:creationId xmlns:a16="http://schemas.microsoft.com/office/drawing/2014/main" id="{63819612-A7C9-47DB-9F64-11AF7F580016}"/>
              </a:ext>
            </a:extLst>
          </p:cNvPr>
          <p:cNvSpPr>
            <a:spLocks noGrp="1"/>
          </p:cNvSpPr>
          <p:nvPr/>
        </p:nvSpPr>
        <p:spPr>
          <a:xfrm>
            <a:off x="682954" y="2734132"/>
            <a:ext cx="102923" cy="45773"/>
          </a:xfrm>
          <a:prstGeom prst="rect">
            <a:avLst/>
          </a:prstGeom>
          <a:solidFill>
            <a:srgbClr val="75208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3" name="vpm-real-preictal-spectrogram-r17-c1">
            <a:extLst>
              <a:ext uri="{FF2B5EF4-FFF2-40B4-BE49-F238E27FC236}">
                <a16:creationId xmlns:a16="http://schemas.microsoft.com/office/drawing/2014/main" id="{FE0DB060-59FE-4C5B-A47C-BBE18656A9A4}"/>
              </a:ext>
            </a:extLst>
          </p:cNvPr>
          <p:cNvSpPr>
            <a:spLocks noGrp="1"/>
          </p:cNvSpPr>
          <p:nvPr/>
        </p:nvSpPr>
        <p:spPr>
          <a:xfrm>
            <a:off x="783496" y="2734132"/>
            <a:ext cx="102923" cy="45773"/>
          </a:xfrm>
          <a:prstGeom prst="rect">
            <a:avLst/>
          </a:prstGeom>
          <a:solidFill>
            <a:srgbClr val="AF34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4" name="vpm-real-preictal-spectrogram-r17-c2">
            <a:extLst>
              <a:ext uri="{FF2B5EF4-FFF2-40B4-BE49-F238E27FC236}">
                <a16:creationId xmlns:a16="http://schemas.microsoft.com/office/drawing/2014/main" id="{DC60E03D-C863-401E-BC1F-A6AEB8E5EC53}"/>
              </a:ext>
            </a:extLst>
          </p:cNvPr>
          <p:cNvSpPr>
            <a:spLocks noGrp="1"/>
          </p:cNvSpPr>
          <p:nvPr/>
        </p:nvSpPr>
        <p:spPr>
          <a:xfrm>
            <a:off x="884037" y="2734132"/>
            <a:ext cx="102923" cy="45773"/>
          </a:xfrm>
          <a:prstGeom prst="rect">
            <a:avLst/>
          </a:prstGeom>
          <a:solidFill>
            <a:srgbClr val="6C1E7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5" name="vpm-real-preictal-spectrogram-r17-c3">
            <a:extLst>
              <a:ext uri="{FF2B5EF4-FFF2-40B4-BE49-F238E27FC236}">
                <a16:creationId xmlns:a16="http://schemas.microsoft.com/office/drawing/2014/main" id="{CB3E5490-1A51-4FD5-B52F-FF2BA6FEA25B}"/>
              </a:ext>
            </a:extLst>
          </p:cNvPr>
          <p:cNvSpPr>
            <a:spLocks noGrp="1"/>
          </p:cNvSpPr>
          <p:nvPr/>
        </p:nvSpPr>
        <p:spPr>
          <a:xfrm>
            <a:off x="984579" y="2734132"/>
            <a:ext cx="102923" cy="45773"/>
          </a:xfrm>
          <a:prstGeom prst="rect">
            <a:avLst/>
          </a:prstGeom>
          <a:solidFill>
            <a:srgbClr val="D7556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6" name="vpm-real-preictal-spectrogram-r17-c4">
            <a:extLst>
              <a:ext uri="{FF2B5EF4-FFF2-40B4-BE49-F238E27FC236}">
                <a16:creationId xmlns:a16="http://schemas.microsoft.com/office/drawing/2014/main" id="{C53F56E7-A98D-4EF4-9619-52B037119081}"/>
              </a:ext>
            </a:extLst>
          </p:cNvPr>
          <p:cNvSpPr>
            <a:spLocks noGrp="1"/>
          </p:cNvSpPr>
          <p:nvPr/>
        </p:nvSpPr>
        <p:spPr>
          <a:xfrm>
            <a:off x="1085121" y="2734132"/>
            <a:ext cx="102923" cy="45773"/>
          </a:xfrm>
          <a:prstGeom prst="rect">
            <a:avLst/>
          </a:prstGeom>
          <a:solidFill>
            <a:srgbClr val="DA58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7" name="vpm-real-preictal-spectrogram-r17-c5">
            <a:extLst>
              <a:ext uri="{FF2B5EF4-FFF2-40B4-BE49-F238E27FC236}">
                <a16:creationId xmlns:a16="http://schemas.microsoft.com/office/drawing/2014/main" id="{8EC8CC33-3C3D-4B5B-B15E-DD45337FEDB8}"/>
              </a:ext>
            </a:extLst>
          </p:cNvPr>
          <p:cNvSpPr>
            <a:spLocks noGrp="1"/>
          </p:cNvSpPr>
          <p:nvPr/>
        </p:nvSpPr>
        <p:spPr>
          <a:xfrm>
            <a:off x="1185662" y="2734132"/>
            <a:ext cx="102923" cy="45773"/>
          </a:xfrm>
          <a:prstGeom prst="rect">
            <a:avLst/>
          </a:prstGeom>
          <a:solidFill>
            <a:srgbClr val="C847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8" name="vpm-real-preictal-spectrogram-r17-c6">
            <a:extLst>
              <a:ext uri="{FF2B5EF4-FFF2-40B4-BE49-F238E27FC236}">
                <a16:creationId xmlns:a16="http://schemas.microsoft.com/office/drawing/2014/main" id="{B4A2719B-115C-47C8-937D-60226802ED62}"/>
              </a:ext>
            </a:extLst>
          </p:cNvPr>
          <p:cNvSpPr>
            <a:spLocks noGrp="1"/>
          </p:cNvSpPr>
          <p:nvPr/>
        </p:nvSpPr>
        <p:spPr>
          <a:xfrm>
            <a:off x="1286204" y="2734132"/>
            <a:ext cx="102923" cy="45773"/>
          </a:xfrm>
          <a:prstGeom prst="rect">
            <a:avLst/>
          </a:prstGeom>
          <a:solidFill>
            <a:srgbClr val="601B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9" name="vpm-real-preictal-spectrogram-r17-c7">
            <a:extLst>
              <a:ext uri="{FF2B5EF4-FFF2-40B4-BE49-F238E27FC236}">
                <a16:creationId xmlns:a16="http://schemas.microsoft.com/office/drawing/2014/main" id="{14A56219-52E5-4AA6-A67E-7E0808297610}"/>
              </a:ext>
            </a:extLst>
          </p:cNvPr>
          <p:cNvSpPr>
            <a:spLocks noGrp="1"/>
          </p:cNvSpPr>
          <p:nvPr/>
        </p:nvSpPr>
        <p:spPr>
          <a:xfrm>
            <a:off x="1386746" y="2734132"/>
            <a:ext cx="102923" cy="45773"/>
          </a:xfrm>
          <a:prstGeom prst="rect">
            <a:avLst/>
          </a:prstGeom>
          <a:solidFill>
            <a:srgbClr val="28105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0" name="vpm-real-preictal-spectrogram-r17-c8">
            <a:extLst>
              <a:ext uri="{FF2B5EF4-FFF2-40B4-BE49-F238E27FC236}">
                <a16:creationId xmlns:a16="http://schemas.microsoft.com/office/drawing/2014/main" id="{A23D74A0-7881-44CC-8441-991DDE332EBD}"/>
              </a:ext>
            </a:extLst>
          </p:cNvPr>
          <p:cNvSpPr>
            <a:spLocks noGrp="1"/>
          </p:cNvSpPr>
          <p:nvPr/>
        </p:nvSpPr>
        <p:spPr>
          <a:xfrm>
            <a:off x="1487287" y="2734132"/>
            <a:ext cx="102923" cy="45773"/>
          </a:xfrm>
          <a:prstGeom prst="rect">
            <a:avLst/>
          </a:prstGeom>
          <a:solidFill>
            <a:srgbClr val="FDD79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1" name="vpm-real-preictal-spectrogram-r17-c9">
            <a:extLst>
              <a:ext uri="{FF2B5EF4-FFF2-40B4-BE49-F238E27FC236}">
                <a16:creationId xmlns:a16="http://schemas.microsoft.com/office/drawing/2014/main" id="{61B3322B-E75D-4978-A85F-E2B6AB0F5FCC}"/>
              </a:ext>
            </a:extLst>
          </p:cNvPr>
          <p:cNvSpPr>
            <a:spLocks noGrp="1"/>
          </p:cNvSpPr>
          <p:nvPr/>
        </p:nvSpPr>
        <p:spPr>
          <a:xfrm>
            <a:off x="1587829" y="2734132"/>
            <a:ext cx="102923" cy="45773"/>
          </a:xfrm>
          <a:prstGeom prst="rect">
            <a:avLst/>
          </a:prstGeom>
          <a:solidFill>
            <a:srgbClr val="EF715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2" name="vpm-real-preictal-spectrogram-r17-c10">
            <a:extLst>
              <a:ext uri="{FF2B5EF4-FFF2-40B4-BE49-F238E27FC236}">
                <a16:creationId xmlns:a16="http://schemas.microsoft.com/office/drawing/2014/main" id="{F3C224F7-250D-4D11-8353-52770BD3EEFA}"/>
              </a:ext>
            </a:extLst>
          </p:cNvPr>
          <p:cNvSpPr>
            <a:spLocks noGrp="1"/>
          </p:cNvSpPr>
          <p:nvPr/>
        </p:nvSpPr>
        <p:spPr>
          <a:xfrm>
            <a:off x="1688371" y="2734132"/>
            <a:ext cx="102923" cy="45773"/>
          </a:xfrm>
          <a:prstGeom prst="rect">
            <a:avLst/>
          </a:prstGeom>
          <a:solidFill>
            <a:srgbClr val="F27F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3" name="vpm-real-preictal-spectrogram-r17-c11">
            <a:extLst>
              <a:ext uri="{FF2B5EF4-FFF2-40B4-BE49-F238E27FC236}">
                <a16:creationId xmlns:a16="http://schemas.microsoft.com/office/drawing/2014/main" id="{0467AC52-F175-4E3C-9311-27E77E1810B6}"/>
              </a:ext>
            </a:extLst>
          </p:cNvPr>
          <p:cNvSpPr>
            <a:spLocks noGrp="1"/>
          </p:cNvSpPr>
          <p:nvPr/>
        </p:nvSpPr>
        <p:spPr>
          <a:xfrm>
            <a:off x="1788912" y="2734132"/>
            <a:ext cx="102923" cy="45773"/>
          </a:xfrm>
          <a:prstGeom prst="rect">
            <a:avLst/>
          </a:prstGeom>
          <a:solidFill>
            <a:srgbClr val="CD4B6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4" name="vpm-real-preictal-spectrogram-r17-c12">
            <a:extLst>
              <a:ext uri="{FF2B5EF4-FFF2-40B4-BE49-F238E27FC236}">
                <a16:creationId xmlns:a16="http://schemas.microsoft.com/office/drawing/2014/main" id="{28CFA060-8BE9-4F3E-954B-8AD04021BA8B}"/>
              </a:ext>
            </a:extLst>
          </p:cNvPr>
          <p:cNvSpPr>
            <a:spLocks noGrp="1"/>
          </p:cNvSpPr>
          <p:nvPr/>
        </p:nvSpPr>
        <p:spPr>
          <a:xfrm>
            <a:off x="1889454" y="2734132"/>
            <a:ext cx="102923" cy="45773"/>
          </a:xfrm>
          <a:prstGeom prst="rect">
            <a:avLst/>
          </a:prstGeom>
          <a:solidFill>
            <a:srgbClr val="B135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5" name="vpm-real-preictal-spectrogram-r17-c13">
            <a:extLst>
              <a:ext uri="{FF2B5EF4-FFF2-40B4-BE49-F238E27FC236}">
                <a16:creationId xmlns:a16="http://schemas.microsoft.com/office/drawing/2014/main" id="{1F11A53A-99ED-4BE7-AB29-D1312DE4471C}"/>
              </a:ext>
            </a:extLst>
          </p:cNvPr>
          <p:cNvSpPr>
            <a:spLocks noGrp="1"/>
          </p:cNvSpPr>
          <p:nvPr/>
        </p:nvSpPr>
        <p:spPr>
          <a:xfrm>
            <a:off x="1989996" y="2734132"/>
            <a:ext cx="102923" cy="45773"/>
          </a:xfrm>
          <a:prstGeom prst="rect">
            <a:avLst/>
          </a:prstGeom>
          <a:solidFill>
            <a:srgbClr val="AC33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6" name="vpm-real-preictal-spectrogram-r17-c14">
            <a:extLst>
              <a:ext uri="{FF2B5EF4-FFF2-40B4-BE49-F238E27FC236}">
                <a16:creationId xmlns:a16="http://schemas.microsoft.com/office/drawing/2014/main" id="{1F87E793-741E-47D2-85EB-5F040EAC0D18}"/>
              </a:ext>
            </a:extLst>
          </p:cNvPr>
          <p:cNvSpPr>
            <a:spLocks noGrp="1"/>
          </p:cNvSpPr>
          <p:nvPr/>
        </p:nvSpPr>
        <p:spPr>
          <a:xfrm>
            <a:off x="2090537" y="2734132"/>
            <a:ext cx="102923" cy="45773"/>
          </a:xfrm>
          <a:prstGeom prst="rect">
            <a:avLst/>
          </a:prstGeom>
          <a:solidFill>
            <a:srgbClr val="CA48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7" name="vpm-real-preictal-spectrogram-r17-c15">
            <a:extLst>
              <a:ext uri="{FF2B5EF4-FFF2-40B4-BE49-F238E27FC236}">
                <a16:creationId xmlns:a16="http://schemas.microsoft.com/office/drawing/2014/main" id="{0F239490-5037-4786-B33F-FF6C815478BF}"/>
              </a:ext>
            </a:extLst>
          </p:cNvPr>
          <p:cNvSpPr>
            <a:spLocks noGrp="1"/>
          </p:cNvSpPr>
          <p:nvPr/>
        </p:nvSpPr>
        <p:spPr>
          <a:xfrm>
            <a:off x="2191079" y="2734132"/>
            <a:ext cx="102923" cy="45773"/>
          </a:xfrm>
          <a:prstGeom prst="rect">
            <a:avLst/>
          </a:prstGeom>
          <a:solidFill>
            <a:srgbClr val="F48A6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8" name="vpm-real-preictal-spectrogram-r17-c16">
            <a:extLst>
              <a:ext uri="{FF2B5EF4-FFF2-40B4-BE49-F238E27FC236}">
                <a16:creationId xmlns:a16="http://schemas.microsoft.com/office/drawing/2014/main" id="{065447B8-FE44-4FCA-BE8E-433141BC4C7B}"/>
              </a:ext>
            </a:extLst>
          </p:cNvPr>
          <p:cNvSpPr>
            <a:spLocks noGrp="1"/>
          </p:cNvSpPr>
          <p:nvPr/>
        </p:nvSpPr>
        <p:spPr>
          <a:xfrm>
            <a:off x="2291621" y="2734132"/>
            <a:ext cx="102923" cy="45773"/>
          </a:xfrm>
          <a:prstGeom prst="rect">
            <a:avLst/>
          </a:prstGeom>
          <a:solidFill>
            <a:srgbClr val="B034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9" name="vpm-real-preictal-spectrogram-r17-c17">
            <a:extLst>
              <a:ext uri="{FF2B5EF4-FFF2-40B4-BE49-F238E27FC236}">
                <a16:creationId xmlns:a16="http://schemas.microsoft.com/office/drawing/2014/main" id="{135811EC-7A62-44B2-81C8-1B86167B1512}"/>
              </a:ext>
            </a:extLst>
          </p:cNvPr>
          <p:cNvSpPr>
            <a:spLocks noGrp="1"/>
          </p:cNvSpPr>
          <p:nvPr/>
        </p:nvSpPr>
        <p:spPr>
          <a:xfrm>
            <a:off x="2392162" y="2734132"/>
            <a:ext cx="102923" cy="45773"/>
          </a:xfrm>
          <a:prstGeom prst="rect">
            <a:avLst/>
          </a:prstGeom>
          <a:solidFill>
            <a:srgbClr val="F4886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0" name="vpm-real-preictal-spectrogram-border">
            <a:extLst>
              <a:ext uri="{FF2B5EF4-FFF2-40B4-BE49-F238E27FC236}">
                <a16:creationId xmlns:a16="http://schemas.microsoft.com/office/drawing/2014/main" id="{E69E9632-317B-4EE4-9EEC-75F9DC404980}"/>
              </a:ext>
            </a:extLst>
          </p:cNvPr>
          <p:cNvSpPr>
            <a:spLocks noGrp="1"/>
          </p:cNvSpPr>
          <p:nvPr/>
        </p:nvSpPr>
        <p:spPr>
          <a:xfrm>
            <a:off x="682954" y="1996474"/>
            <a:ext cx="180975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11430">
            <a:solidFill>
              <a:srgbClr val="102A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1" name="Straight Connector 330">
            <a:extLst>
              <a:ext uri="{FF2B5EF4-FFF2-40B4-BE49-F238E27FC236}">
                <a16:creationId xmlns:a16="http://schemas.microsoft.com/office/drawing/2014/main" id="{EF900B99-A2AE-4161-B554-E2AD9998165D}"/>
              </a:ext>
            </a:extLst>
          </p:cNvPr>
          <p:cNvSpPr>
            <a:spLocks noGrp="1"/>
          </p:cNvSpPr>
          <p:nvPr/>
        </p:nvSpPr>
        <p:spPr>
          <a:xfrm>
            <a:off x="1587829" y="2806099"/>
            <a:ext cx="0" cy="161925"/>
          </a:xfrm>
          <a:prstGeom prst="line">
            <a:avLst/>
          </a:prstGeom>
          <a:solidFill>
            <a:srgbClr val="000000">
              <a:alpha val="0"/>
            </a:srgbClr>
          </a:solidFill>
          <a:ln w="12383">
            <a:solidFill>
              <a:srgbClr val="1519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2" name="Isosceles Triangle 331">
            <a:extLst>
              <a:ext uri="{FF2B5EF4-FFF2-40B4-BE49-F238E27FC236}">
                <a16:creationId xmlns:a16="http://schemas.microsoft.com/office/drawing/2014/main" id="{09B5AB2C-F01C-4CE4-A207-76B0BEE33FEC}"/>
              </a:ext>
            </a:extLst>
          </p:cNvPr>
          <p:cNvSpPr>
            <a:spLocks noGrp="1"/>
          </p:cNvSpPr>
          <p:nvPr/>
        </p:nvSpPr>
        <p:spPr>
          <a:xfrm rot="10800000">
            <a:off x="1549729" y="2929924"/>
            <a:ext cx="76200" cy="76200"/>
          </a:xfrm>
          <a:prstGeom prst="triangle">
            <a:avLst/>
          </a:prstGeom>
          <a:solidFill>
            <a:srgbClr val="15191C"/>
          </a:solidFill>
          <a:ln w="0">
            <a:solidFill>
              <a:srgbClr val="1519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3" name="past-conv-1">
            <a:extLst>
              <a:ext uri="{FF2B5EF4-FFF2-40B4-BE49-F238E27FC236}">
                <a16:creationId xmlns:a16="http://schemas.microsoft.com/office/drawing/2014/main" id="{52FA68C3-5DB4-4A16-9BB0-CBA6FC96DB6C}"/>
              </a:ext>
            </a:extLst>
          </p:cNvPr>
          <p:cNvSpPr>
            <a:spLocks noGrp="1"/>
          </p:cNvSpPr>
          <p:nvPr/>
        </p:nvSpPr>
        <p:spPr>
          <a:xfrm>
            <a:off x="416254" y="3006124"/>
            <a:ext cx="2000250" cy="495300"/>
          </a:xfrm>
          <a:prstGeom prst="roundRect">
            <a:avLst>
              <a:gd name="adj" fmla="val 15385"/>
            </a:avLst>
          </a:prstGeom>
          <a:solidFill>
            <a:srgbClr val="EDF7FA"/>
          </a:solidFill>
          <a:ln w="14288">
            <a:solidFill>
              <a:srgbClr val="0752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4" name="past-conv-1-label">
            <a:extLst>
              <a:ext uri="{FF2B5EF4-FFF2-40B4-BE49-F238E27FC236}">
                <a16:creationId xmlns:a16="http://schemas.microsoft.com/office/drawing/2014/main" id="{579D8043-E6C9-4B97-B490-C9E17A720BC7}"/>
              </a:ext>
            </a:extLst>
          </p:cNvPr>
          <p:cNvSpPr>
            <a:spLocks noGrp="1"/>
          </p:cNvSpPr>
          <p:nvPr/>
        </p:nvSpPr>
        <p:spPr>
          <a:xfrm>
            <a:off x="492454" y="3044224"/>
            <a:ext cx="18478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275" b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A3A"/>
                </a:solidFill>
                <a:latin typeface="Aptos"/>
                <a:ea typeface="Aptos"/>
                <a:cs typeface="Aptos"/>
              </a:rPr>
              <a:t>Conv2D + GroupNorm + SiLU</a:t>
            </a:r>
          </a:p>
        </p:txBody>
      </p:sp>
      <p:sp>
        <p:nvSpPr>
          <p:cNvPr id="335" name="Straight Connector 334">
            <a:extLst>
              <a:ext uri="{FF2B5EF4-FFF2-40B4-BE49-F238E27FC236}">
                <a16:creationId xmlns:a16="http://schemas.microsoft.com/office/drawing/2014/main" id="{6DA82CC3-8DC8-4635-A543-3B93D777A32A}"/>
              </a:ext>
            </a:extLst>
          </p:cNvPr>
          <p:cNvSpPr>
            <a:spLocks noGrp="1"/>
          </p:cNvSpPr>
          <p:nvPr/>
        </p:nvSpPr>
        <p:spPr>
          <a:xfrm>
            <a:off x="1416379" y="3510949"/>
            <a:ext cx="0" cy="171450"/>
          </a:xfrm>
          <a:prstGeom prst="line">
            <a:avLst/>
          </a:prstGeom>
          <a:solidFill>
            <a:srgbClr val="000000">
              <a:alpha val="0"/>
            </a:srgbClr>
          </a:solidFill>
          <a:ln w="12383">
            <a:solidFill>
              <a:srgbClr val="1519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6" name="Isosceles Triangle 335">
            <a:extLst>
              <a:ext uri="{FF2B5EF4-FFF2-40B4-BE49-F238E27FC236}">
                <a16:creationId xmlns:a16="http://schemas.microsoft.com/office/drawing/2014/main" id="{A317D953-9FBE-4C06-B831-6F57134E30BB}"/>
              </a:ext>
            </a:extLst>
          </p:cNvPr>
          <p:cNvSpPr>
            <a:spLocks noGrp="1"/>
          </p:cNvSpPr>
          <p:nvPr/>
        </p:nvSpPr>
        <p:spPr>
          <a:xfrm rot="10800000">
            <a:off x="1378279" y="3644299"/>
            <a:ext cx="76200" cy="76200"/>
          </a:xfrm>
          <a:prstGeom prst="triangle">
            <a:avLst/>
          </a:prstGeom>
          <a:solidFill>
            <a:srgbClr val="15191C"/>
          </a:solidFill>
          <a:ln w="0">
            <a:solidFill>
              <a:srgbClr val="1519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7" name="past-conv-2">
            <a:extLst>
              <a:ext uri="{FF2B5EF4-FFF2-40B4-BE49-F238E27FC236}">
                <a16:creationId xmlns:a16="http://schemas.microsoft.com/office/drawing/2014/main" id="{DAD0D129-9850-4D81-B528-647C6D97FAF0}"/>
              </a:ext>
            </a:extLst>
          </p:cNvPr>
          <p:cNvSpPr>
            <a:spLocks noGrp="1"/>
          </p:cNvSpPr>
          <p:nvPr/>
        </p:nvSpPr>
        <p:spPr>
          <a:xfrm>
            <a:off x="416254" y="3710974"/>
            <a:ext cx="2000250" cy="495300"/>
          </a:xfrm>
          <a:prstGeom prst="roundRect">
            <a:avLst>
              <a:gd name="adj" fmla="val 15385"/>
            </a:avLst>
          </a:prstGeom>
          <a:solidFill>
            <a:srgbClr val="EDF7FA"/>
          </a:solidFill>
          <a:ln w="14288">
            <a:solidFill>
              <a:srgbClr val="0752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8" name="past-conv-2-label">
            <a:extLst>
              <a:ext uri="{FF2B5EF4-FFF2-40B4-BE49-F238E27FC236}">
                <a16:creationId xmlns:a16="http://schemas.microsoft.com/office/drawing/2014/main" id="{9B44C231-AAEC-4EF6-A3EE-09264644390F}"/>
              </a:ext>
            </a:extLst>
          </p:cNvPr>
          <p:cNvSpPr>
            <a:spLocks noGrp="1"/>
          </p:cNvSpPr>
          <p:nvPr/>
        </p:nvSpPr>
        <p:spPr>
          <a:xfrm>
            <a:off x="492454" y="3749074"/>
            <a:ext cx="18478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275" b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A3A"/>
                </a:solidFill>
                <a:latin typeface="Aptos"/>
                <a:ea typeface="Aptos"/>
                <a:cs typeface="Aptos"/>
              </a:rPr>
              <a:t>Conv2D + GroupNorm + SiLU</a:t>
            </a:r>
          </a:p>
        </p:txBody>
      </p:sp>
      <p:sp>
        <p:nvSpPr>
          <p:cNvPr id="339" name="Straight Connector 338">
            <a:extLst>
              <a:ext uri="{FF2B5EF4-FFF2-40B4-BE49-F238E27FC236}">
                <a16:creationId xmlns:a16="http://schemas.microsoft.com/office/drawing/2014/main" id="{0F21A567-E243-477B-AA7B-D3FC458E15A3}"/>
              </a:ext>
            </a:extLst>
          </p:cNvPr>
          <p:cNvSpPr>
            <a:spLocks noGrp="1"/>
          </p:cNvSpPr>
          <p:nvPr/>
        </p:nvSpPr>
        <p:spPr>
          <a:xfrm>
            <a:off x="1416379" y="4215799"/>
            <a:ext cx="0" cy="171450"/>
          </a:xfrm>
          <a:prstGeom prst="line">
            <a:avLst/>
          </a:prstGeom>
          <a:solidFill>
            <a:srgbClr val="000000">
              <a:alpha val="0"/>
            </a:srgbClr>
          </a:solidFill>
          <a:ln w="12383">
            <a:solidFill>
              <a:srgbClr val="1519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0" name="Isosceles Triangle 339">
            <a:extLst>
              <a:ext uri="{FF2B5EF4-FFF2-40B4-BE49-F238E27FC236}">
                <a16:creationId xmlns:a16="http://schemas.microsoft.com/office/drawing/2014/main" id="{AF2B3858-1E6B-4943-8BFA-B7EF17730993}"/>
              </a:ext>
            </a:extLst>
          </p:cNvPr>
          <p:cNvSpPr>
            <a:spLocks noGrp="1"/>
          </p:cNvSpPr>
          <p:nvPr/>
        </p:nvSpPr>
        <p:spPr>
          <a:xfrm rot="10800000">
            <a:off x="1378279" y="4349149"/>
            <a:ext cx="76200" cy="76200"/>
          </a:xfrm>
          <a:prstGeom prst="triangle">
            <a:avLst/>
          </a:prstGeom>
          <a:solidFill>
            <a:srgbClr val="15191C"/>
          </a:solidFill>
          <a:ln w="0">
            <a:solidFill>
              <a:srgbClr val="1519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1" name="past-conv-3">
            <a:extLst>
              <a:ext uri="{FF2B5EF4-FFF2-40B4-BE49-F238E27FC236}">
                <a16:creationId xmlns:a16="http://schemas.microsoft.com/office/drawing/2014/main" id="{FB88F6B4-0C1C-4DE9-BCC6-4D59E4898430}"/>
              </a:ext>
            </a:extLst>
          </p:cNvPr>
          <p:cNvSpPr>
            <a:spLocks noGrp="1"/>
          </p:cNvSpPr>
          <p:nvPr/>
        </p:nvSpPr>
        <p:spPr>
          <a:xfrm>
            <a:off x="416254" y="4415824"/>
            <a:ext cx="2000250" cy="495300"/>
          </a:xfrm>
          <a:prstGeom prst="roundRect">
            <a:avLst>
              <a:gd name="adj" fmla="val 15385"/>
            </a:avLst>
          </a:prstGeom>
          <a:solidFill>
            <a:srgbClr val="EDF7FA"/>
          </a:solidFill>
          <a:ln w="14288">
            <a:solidFill>
              <a:srgbClr val="0752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2" name="past-conv-3-label">
            <a:extLst>
              <a:ext uri="{FF2B5EF4-FFF2-40B4-BE49-F238E27FC236}">
                <a16:creationId xmlns:a16="http://schemas.microsoft.com/office/drawing/2014/main" id="{54FC0FC8-16B2-449B-A402-09FCAD8E1B3E}"/>
              </a:ext>
            </a:extLst>
          </p:cNvPr>
          <p:cNvSpPr>
            <a:spLocks noGrp="1"/>
          </p:cNvSpPr>
          <p:nvPr/>
        </p:nvSpPr>
        <p:spPr>
          <a:xfrm>
            <a:off x="492454" y="4453924"/>
            <a:ext cx="18478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275" b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A3A"/>
                </a:solidFill>
                <a:latin typeface="Aptos"/>
                <a:ea typeface="Aptos"/>
                <a:cs typeface="Aptos"/>
              </a:rPr>
              <a:t>Conv2D + GroupNorm + SiLU</a:t>
            </a:r>
          </a:p>
        </p:txBody>
      </p:sp>
      <p:sp>
        <p:nvSpPr>
          <p:cNvPr id="343" name="Straight Connector 342">
            <a:extLst>
              <a:ext uri="{FF2B5EF4-FFF2-40B4-BE49-F238E27FC236}">
                <a16:creationId xmlns:a16="http://schemas.microsoft.com/office/drawing/2014/main" id="{AA17EC95-76A8-4A26-92DD-175AE098CC91}"/>
              </a:ext>
            </a:extLst>
          </p:cNvPr>
          <p:cNvSpPr>
            <a:spLocks noGrp="1"/>
          </p:cNvSpPr>
          <p:nvPr/>
        </p:nvSpPr>
        <p:spPr>
          <a:xfrm>
            <a:off x="2549854" y="3006124"/>
            <a:ext cx="95250" cy="0"/>
          </a:xfrm>
          <a:prstGeom prst="line">
            <a:avLst/>
          </a:prstGeom>
          <a:solidFill>
            <a:srgbClr val="000000">
              <a:alpha val="0"/>
            </a:srgbClr>
          </a:solidFill>
          <a:ln w="11430">
            <a:solidFill>
              <a:srgbClr val="1519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4" name="Straight Connector 343">
            <a:extLst>
              <a:ext uri="{FF2B5EF4-FFF2-40B4-BE49-F238E27FC236}">
                <a16:creationId xmlns:a16="http://schemas.microsoft.com/office/drawing/2014/main" id="{49D4982A-16F4-4C9C-A22A-D612CDC3AF3E}"/>
              </a:ext>
            </a:extLst>
          </p:cNvPr>
          <p:cNvSpPr>
            <a:spLocks noGrp="1"/>
          </p:cNvSpPr>
          <p:nvPr/>
        </p:nvSpPr>
        <p:spPr>
          <a:xfrm>
            <a:off x="2645104" y="3006124"/>
            <a:ext cx="0" cy="1905000"/>
          </a:xfrm>
          <a:prstGeom prst="line">
            <a:avLst/>
          </a:prstGeom>
          <a:solidFill>
            <a:srgbClr val="000000">
              <a:alpha val="0"/>
            </a:srgbClr>
          </a:solidFill>
          <a:ln w="11430">
            <a:solidFill>
              <a:srgbClr val="1519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5" name="Straight Connector 344">
            <a:extLst>
              <a:ext uri="{FF2B5EF4-FFF2-40B4-BE49-F238E27FC236}">
                <a16:creationId xmlns:a16="http://schemas.microsoft.com/office/drawing/2014/main" id="{A9AFE9C3-E0D5-4B46-A52A-DB5F2289DA25}"/>
              </a:ext>
            </a:extLst>
          </p:cNvPr>
          <p:cNvSpPr>
            <a:spLocks noGrp="1"/>
          </p:cNvSpPr>
          <p:nvPr/>
        </p:nvSpPr>
        <p:spPr>
          <a:xfrm>
            <a:off x="2549854" y="4911124"/>
            <a:ext cx="95250" cy="0"/>
          </a:xfrm>
          <a:prstGeom prst="line">
            <a:avLst/>
          </a:prstGeom>
          <a:solidFill>
            <a:srgbClr val="000000">
              <a:alpha val="0"/>
            </a:srgbClr>
          </a:solidFill>
          <a:ln w="11430">
            <a:solidFill>
              <a:srgbClr val="1519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6" name="Rectangle 345">
            <a:extLst>
              <a:ext uri="{FF2B5EF4-FFF2-40B4-BE49-F238E27FC236}">
                <a16:creationId xmlns:a16="http://schemas.microsoft.com/office/drawing/2014/main" id="{D74A2555-4EAA-4268-88C5-204B79557714}"/>
              </a:ext>
            </a:extLst>
          </p:cNvPr>
          <p:cNvSpPr>
            <a:spLocks noGrp="1"/>
          </p:cNvSpPr>
          <p:nvPr/>
        </p:nvSpPr>
        <p:spPr>
          <a:xfrm>
            <a:off x="2683204" y="3596674"/>
            <a:ext cx="3810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900" b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02A3A"/>
                </a:solidFill>
                <a:latin typeface="Aptos"/>
                <a:ea typeface="Aptos"/>
                <a:cs typeface="Aptos"/>
              </a:rPr>
              <a:t>base_ch=64</a:t>
            </a:r>
          </a:p>
          <a:p>
            <a:pPr algn="l">
              <a:defRPr sz="900" b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02A3A"/>
                </a:solidFill>
                <a:latin typeface="Aptos"/>
                <a:ea typeface="Aptos"/>
                <a:cs typeface="Aptos"/>
              </a:rPr>
              <a:t>depth=3</a:t>
            </a:r>
          </a:p>
        </p:txBody>
      </p:sp>
      <p:sp>
        <p:nvSpPr>
          <p:cNvPr id="347" name="Straight Connector 346">
            <a:extLst>
              <a:ext uri="{FF2B5EF4-FFF2-40B4-BE49-F238E27FC236}">
                <a16:creationId xmlns:a16="http://schemas.microsoft.com/office/drawing/2014/main" id="{3CF76724-7088-426B-9F0F-94FBC124BA6A}"/>
              </a:ext>
            </a:extLst>
          </p:cNvPr>
          <p:cNvSpPr>
            <a:spLocks noGrp="1"/>
          </p:cNvSpPr>
          <p:nvPr/>
        </p:nvSpPr>
        <p:spPr>
          <a:xfrm>
            <a:off x="1416379" y="4920649"/>
            <a:ext cx="0" cy="180975"/>
          </a:xfrm>
          <a:prstGeom prst="line">
            <a:avLst/>
          </a:prstGeom>
          <a:solidFill>
            <a:srgbClr val="000000">
              <a:alpha val="0"/>
            </a:srgbClr>
          </a:solidFill>
          <a:ln w="12383">
            <a:solidFill>
              <a:srgbClr val="1519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8" name="Isosceles Triangle 347">
            <a:extLst>
              <a:ext uri="{FF2B5EF4-FFF2-40B4-BE49-F238E27FC236}">
                <a16:creationId xmlns:a16="http://schemas.microsoft.com/office/drawing/2014/main" id="{2757A44C-A621-4FFB-B995-85597FE5CE4A}"/>
              </a:ext>
            </a:extLst>
          </p:cNvPr>
          <p:cNvSpPr>
            <a:spLocks noGrp="1"/>
          </p:cNvSpPr>
          <p:nvPr/>
        </p:nvSpPr>
        <p:spPr>
          <a:xfrm rot="10800000">
            <a:off x="1378279" y="5063524"/>
            <a:ext cx="76200" cy="76200"/>
          </a:xfrm>
          <a:prstGeom prst="triangle">
            <a:avLst/>
          </a:prstGeom>
          <a:solidFill>
            <a:srgbClr val="15191C"/>
          </a:solidFill>
          <a:ln w="0">
            <a:solidFill>
              <a:srgbClr val="1519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9" name="past-downsample">
            <a:extLst>
              <a:ext uri="{FF2B5EF4-FFF2-40B4-BE49-F238E27FC236}">
                <a16:creationId xmlns:a16="http://schemas.microsoft.com/office/drawing/2014/main" id="{E9E604EA-4275-4D3A-9244-73BD222C41DB}"/>
              </a:ext>
            </a:extLst>
          </p:cNvPr>
          <p:cNvSpPr>
            <a:spLocks noGrp="1"/>
          </p:cNvSpPr>
          <p:nvPr/>
        </p:nvSpPr>
        <p:spPr>
          <a:xfrm>
            <a:off x="778204" y="5139724"/>
            <a:ext cx="1285875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1430">
            <a:solidFill>
              <a:srgbClr val="5B6570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350" name="past-downsample-label">
            <a:extLst>
              <a:ext uri="{FF2B5EF4-FFF2-40B4-BE49-F238E27FC236}">
                <a16:creationId xmlns:a16="http://schemas.microsoft.com/office/drawing/2014/main" id="{0ABB9BF2-C3C9-46D6-B98F-674ED6A519E4}"/>
              </a:ext>
            </a:extLst>
          </p:cNvPr>
          <p:cNvSpPr>
            <a:spLocks noGrp="1"/>
          </p:cNvSpPr>
          <p:nvPr/>
        </p:nvSpPr>
        <p:spPr>
          <a:xfrm>
            <a:off x="854404" y="5177824"/>
            <a:ext cx="1133475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125" b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A3A"/>
                </a:solidFill>
                <a:latin typeface="Aptos"/>
                <a:ea typeface="Aptos"/>
                <a:cs typeface="Aptos"/>
              </a:rPr>
              <a:t>Downsample</a:t>
            </a:r>
          </a:p>
          <a:p>
            <a:pPr algn="ctr">
              <a:defRPr sz="1125" b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A3A"/>
                </a:solidFill>
                <a:latin typeface="Aptos"/>
                <a:ea typeface="Aptos"/>
                <a:cs typeface="Aptos"/>
              </a:rPr>
              <a:t>(strided Conv2D)</a:t>
            </a:r>
          </a:p>
        </p:txBody>
      </p:sp>
      <p:sp>
        <p:nvSpPr>
          <p:cNvPr id="351" name="Straight Connector 350">
            <a:extLst>
              <a:ext uri="{FF2B5EF4-FFF2-40B4-BE49-F238E27FC236}">
                <a16:creationId xmlns:a16="http://schemas.microsoft.com/office/drawing/2014/main" id="{91E9F4CB-7252-4AEA-9717-F5FB0916C072}"/>
              </a:ext>
            </a:extLst>
          </p:cNvPr>
          <p:cNvSpPr>
            <a:spLocks noGrp="1"/>
          </p:cNvSpPr>
          <p:nvPr/>
        </p:nvSpPr>
        <p:spPr>
          <a:xfrm>
            <a:off x="1416379" y="5663599"/>
            <a:ext cx="0" cy="219075"/>
          </a:xfrm>
          <a:prstGeom prst="line">
            <a:avLst/>
          </a:prstGeom>
          <a:solidFill>
            <a:srgbClr val="000000">
              <a:alpha val="0"/>
            </a:srgbClr>
          </a:solidFill>
          <a:ln w="12383">
            <a:solidFill>
              <a:srgbClr val="1519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2" name="Isosceles Triangle 351">
            <a:extLst>
              <a:ext uri="{FF2B5EF4-FFF2-40B4-BE49-F238E27FC236}">
                <a16:creationId xmlns:a16="http://schemas.microsoft.com/office/drawing/2014/main" id="{FFDCA617-FCBF-4A4D-AE73-7F277ACB1757}"/>
              </a:ext>
            </a:extLst>
          </p:cNvPr>
          <p:cNvSpPr>
            <a:spLocks noGrp="1"/>
          </p:cNvSpPr>
          <p:nvPr/>
        </p:nvSpPr>
        <p:spPr>
          <a:xfrm rot="10800000">
            <a:off x="1378279" y="5844574"/>
            <a:ext cx="76200" cy="76200"/>
          </a:xfrm>
          <a:prstGeom prst="triangle">
            <a:avLst/>
          </a:prstGeom>
          <a:solidFill>
            <a:srgbClr val="15191C"/>
          </a:solidFill>
          <a:ln w="0">
            <a:solidFill>
              <a:srgbClr val="1519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3" name="Rectangle 352">
            <a:extLst>
              <a:ext uri="{FF2B5EF4-FFF2-40B4-BE49-F238E27FC236}">
                <a16:creationId xmlns:a16="http://schemas.microsoft.com/office/drawing/2014/main" id="{3C95C2D4-F8F3-4467-BDDF-41622518CC06}"/>
              </a:ext>
            </a:extLst>
          </p:cNvPr>
          <p:cNvSpPr>
            <a:spLocks noGrp="1"/>
          </p:cNvSpPr>
          <p:nvPr/>
        </p:nvSpPr>
        <p:spPr>
          <a:xfrm>
            <a:off x="292429" y="5835049"/>
            <a:ext cx="266700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050" b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02A3A"/>
                </a:solidFill>
                <a:latin typeface="Aptos"/>
                <a:ea typeface="Aptos"/>
                <a:cs typeface="Aptos"/>
              </a:rPr>
              <a:t>2D token grid, H_p x W_p, base_ch x 8</a:t>
            </a:r>
          </a:p>
        </p:txBody>
      </p:sp>
      <p:sp>
        <p:nvSpPr>
          <p:cNvPr id="354" name="past-token-grid-1-1">
            <a:extLst>
              <a:ext uri="{FF2B5EF4-FFF2-40B4-BE49-F238E27FC236}">
                <a16:creationId xmlns:a16="http://schemas.microsoft.com/office/drawing/2014/main" id="{B02C7EF6-132B-4D10-94A9-AC699B5281EF}"/>
              </a:ext>
            </a:extLst>
          </p:cNvPr>
          <p:cNvSpPr>
            <a:spLocks noGrp="1"/>
          </p:cNvSpPr>
          <p:nvPr/>
        </p:nvSpPr>
        <p:spPr>
          <a:xfrm>
            <a:off x="511504" y="6149374"/>
            <a:ext cx="231775" cy="228600"/>
          </a:xfrm>
          <a:prstGeom prst="rect">
            <a:avLst/>
          </a:prstGeom>
          <a:solidFill>
            <a:srgbClr val="DDF1F7"/>
          </a:solidFill>
          <a:ln w="9525">
            <a:solidFill>
              <a:srgbClr val="0752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5" name="past-token-grid-1-2">
            <a:extLst>
              <a:ext uri="{FF2B5EF4-FFF2-40B4-BE49-F238E27FC236}">
                <a16:creationId xmlns:a16="http://schemas.microsoft.com/office/drawing/2014/main" id="{C1000AED-AC91-4B1C-9DF2-75F9EAD6833B}"/>
              </a:ext>
            </a:extLst>
          </p:cNvPr>
          <p:cNvSpPr>
            <a:spLocks noGrp="1"/>
          </p:cNvSpPr>
          <p:nvPr/>
        </p:nvSpPr>
        <p:spPr>
          <a:xfrm>
            <a:off x="781379" y="6149374"/>
            <a:ext cx="231775" cy="228600"/>
          </a:xfrm>
          <a:prstGeom prst="rect">
            <a:avLst/>
          </a:prstGeom>
          <a:solidFill>
            <a:srgbClr val="DDF1F7"/>
          </a:solidFill>
          <a:ln w="9525">
            <a:solidFill>
              <a:srgbClr val="0752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6" name="past-token-grid-1-3">
            <a:extLst>
              <a:ext uri="{FF2B5EF4-FFF2-40B4-BE49-F238E27FC236}">
                <a16:creationId xmlns:a16="http://schemas.microsoft.com/office/drawing/2014/main" id="{050AD996-7EFC-47EE-8B0D-5862394FBFE0}"/>
              </a:ext>
            </a:extLst>
          </p:cNvPr>
          <p:cNvSpPr>
            <a:spLocks noGrp="1"/>
          </p:cNvSpPr>
          <p:nvPr/>
        </p:nvSpPr>
        <p:spPr>
          <a:xfrm>
            <a:off x="1051254" y="6149374"/>
            <a:ext cx="231775" cy="228600"/>
          </a:xfrm>
          <a:prstGeom prst="rect">
            <a:avLst/>
          </a:prstGeom>
          <a:solidFill>
            <a:srgbClr val="DDF1F7"/>
          </a:solidFill>
          <a:ln w="9525">
            <a:solidFill>
              <a:srgbClr val="0752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7" name="past-token-grid-1-4">
            <a:extLst>
              <a:ext uri="{FF2B5EF4-FFF2-40B4-BE49-F238E27FC236}">
                <a16:creationId xmlns:a16="http://schemas.microsoft.com/office/drawing/2014/main" id="{313EE3B9-28BD-4710-9CB7-1FB608D76E5B}"/>
              </a:ext>
            </a:extLst>
          </p:cNvPr>
          <p:cNvSpPr>
            <a:spLocks noGrp="1"/>
          </p:cNvSpPr>
          <p:nvPr/>
        </p:nvSpPr>
        <p:spPr>
          <a:xfrm>
            <a:off x="1321129" y="6149374"/>
            <a:ext cx="231775" cy="228600"/>
          </a:xfrm>
          <a:prstGeom prst="rect">
            <a:avLst/>
          </a:prstGeom>
          <a:solidFill>
            <a:srgbClr val="DDF1F7"/>
          </a:solidFill>
          <a:ln w="9525">
            <a:solidFill>
              <a:srgbClr val="0752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8" name="past-token-grid-1-5">
            <a:extLst>
              <a:ext uri="{FF2B5EF4-FFF2-40B4-BE49-F238E27FC236}">
                <a16:creationId xmlns:a16="http://schemas.microsoft.com/office/drawing/2014/main" id="{3FD6ABB0-7AAE-47C8-AEAC-3C6338645269}"/>
              </a:ext>
            </a:extLst>
          </p:cNvPr>
          <p:cNvSpPr>
            <a:spLocks noGrp="1"/>
          </p:cNvSpPr>
          <p:nvPr/>
        </p:nvSpPr>
        <p:spPr>
          <a:xfrm>
            <a:off x="1591004" y="6149374"/>
            <a:ext cx="231775" cy="228600"/>
          </a:xfrm>
          <a:prstGeom prst="rect">
            <a:avLst/>
          </a:prstGeom>
          <a:solidFill>
            <a:srgbClr val="DDF1F7"/>
          </a:solidFill>
          <a:ln w="9525">
            <a:solidFill>
              <a:srgbClr val="0752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9" name="past-token-grid-1-6">
            <a:extLst>
              <a:ext uri="{FF2B5EF4-FFF2-40B4-BE49-F238E27FC236}">
                <a16:creationId xmlns:a16="http://schemas.microsoft.com/office/drawing/2014/main" id="{356E097A-6B6B-4D07-B0E9-F77B9765C410}"/>
              </a:ext>
            </a:extLst>
          </p:cNvPr>
          <p:cNvSpPr>
            <a:spLocks noGrp="1"/>
          </p:cNvSpPr>
          <p:nvPr/>
        </p:nvSpPr>
        <p:spPr>
          <a:xfrm>
            <a:off x="1860879" y="6149374"/>
            <a:ext cx="231775" cy="228600"/>
          </a:xfrm>
          <a:prstGeom prst="rect">
            <a:avLst/>
          </a:prstGeom>
          <a:solidFill>
            <a:srgbClr val="DDF1F7"/>
          </a:solidFill>
          <a:ln w="9525">
            <a:solidFill>
              <a:srgbClr val="0752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0" name="past-token-grid-2-1">
            <a:extLst>
              <a:ext uri="{FF2B5EF4-FFF2-40B4-BE49-F238E27FC236}">
                <a16:creationId xmlns:a16="http://schemas.microsoft.com/office/drawing/2014/main" id="{497D525A-89FF-4A32-9F8C-642CEA28C64E}"/>
              </a:ext>
            </a:extLst>
          </p:cNvPr>
          <p:cNvSpPr>
            <a:spLocks noGrp="1"/>
          </p:cNvSpPr>
          <p:nvPr/>
        </p:nvSpPr>
        <p:spPr>
          <a:xfrm>
            <a:off x="511504" y="6416074"/>
            <a:ext cx="231775" cy="228600"/>
          </a:xfrm>
          <a:prstGeom prst="rect">
            <a:avLst/>
          </a:prstGeom>
          <a:solidFill>
            <a:srgbClr val="DDF1F7"/>
          </a:solidFill>
          <a:ln w="9525">
            <a:solidFill>
              <a:srgbClr val="0752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1" name="past-token-grid-2-2">
            <a:extLst>
              <a:ext uri="{FF2B5EF4-FFF2-40B4-BE49-F238E27FC236}">
                <a16:creationId xmlns:a16="http://schemas.microsoft.com/office/drawing/2014/main" id="{DBEB3E32-7397-4EFF-B546-21201F631819}"/>
              </a:ext>
            </a:extLst>
          </p:cNvPr>
          <p:cNvSpPr>
            <a:spLocks noGrp="1"/>
          </p:cNvSpPr>
          <p:nvPr/>
        </p:nvSpPr>
        <p:spPr>
          <a:xfrm>
            <a:off x="781379" y="6416074"/>
            <a:ext cx="231775" cy="228600"/>
          </a:xfrm>
          <a:prstGeom prst="rect">
            <a:avLst/>
          </a:prstGeom>
          <a:solidFill>
            <a:srgbClr val="DDF1F7"/>
          </a:solidFill>
          <a:ln w="9525">
            <a:solidFill>
              <a:srgbClr val="0752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2" name="past-token-grid-2-3">
            <a:extLst>
              <a:ext uri="{FF2B5EF4-FFF2-40B4-BE49-F238E27FC236}">
                <a16:creationId xmlns:a16="http://schemas.microsoft.com/office/drawing/2014/main" id="{16E7F16F-B2D6-405C-8218-64A4EAC7C79B}"/>
              </a:ext>
            </a:extLst>
          </p:cNvPr>
          <p:cNvSpPr>
            <a:spLocks noGrp="1"/>
          </p:cNvSpPr>
          <p:nvPr/>
        </p:nvSpPr>
        <p:spPr>
          <a:xfrm>
            <a:off x="1051254" y="6416074"/>
            <a:ext cx="231775" cy="228600"/>
          </a:xfrm>
          <a:prstGeom prst="rect">
            <a:avLst/>
          </a:prstGeom>
          <a:solidFill>
            <a:srgbClr val="DDF1F7"/>
          </a:solidFill>
          <a:ln w="9525">
            <a:solidFill>
              <a:srgbClr val="0752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3" name="past-token-grid-2-4">
            <a:extLst>
              <a:ext uri="{FF2B5EF4-FFF2-40B4-BE49-F238E27FC236}">
                <a16:creationId xmlns:a16="http://schemas.microsoft.com/office/drawing/2014/main" id="{1FC77AE1-AFE1-4879-9FED-1612CCD4CEEE}"/>
              </a:ext>
            </a:extLst>
          </p:cNvPr>
          <p:cNvSpPr>
            <a:spLocks noGrp="1"/>
          </p:cNvSpPr>
          <p:nvPr/>
        </p:nvSpPr>
        <p:spPr>
          <a:xfrm>
            <a:off x="1321129" y="6416074"/>
            <a:ext cx="231775" cy="228600"/>
          </a:xfrm>
          <a:prstGeom prst="rect">
            <a:avLst/>
          </a:prstGeom>
          <a:solidFill>
            <a:srgbClr val="DDF1F7"/>
          </a:solidFill>
          <a:ln w="9525">
            <a:solidFill>
              <a:srgbClr val="0752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4" name="past-token-grid-2-5">
            <a:extLst>
              <a:ext uri="{FF2B5EF4-FFF2-40B4-BE49-F238E27FC236}">
                <a16:creationId xmlns:a16="http://schemas.microsoft.com/office/drawing/2014/main" id="{5C8DBD28-F82C-4697-A6C3-DDC37A35207B}"/>
              </a:ext>
            </a:extLst>
          </p:cNvPr>
          <p:cNvSpPr>
            <a:spLocks noGrp="1"/>
          </p:cNvSpPr>
          <p:nvPr/>
        </p:nvSpPr>
        <p:spPr>
          <a:xfrm>
            <a:off x="1591004" y="6416074"/>
            <a:ext cx="231775" cy="228600"/>
          </a:xfrm>
          <a:prstGeom prst="rect">
            <a:avLst/>
          </a:prstGeom>
          <a:solidFill>
            <a:srgbClr val="DDF1F7"/>
          </a:solidFill>
          <a:ln w="9525">
            <a:solidFill>
              <a:srgbClr val="0752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5" name="past-token-grid-2-6">
            <a:extLst>
              <a:ext uri="{FF2B5EF4-FFF2-40B4-BE49-F238E27FC236}">
                <a16:creationId xmlns:a16="http://schemas.microsoft.com/office/drawing/2014/main" id="{A88BEE1E-5285-4A7D-9AFA-6DC3BD5FB917}"/>
              </a:ext>
            </a:extLst>
          </p:cNvPr>
          <p:cNvSpPr>
            <a:spLocks noGrp="1"/>
          </p:cNvSpPr>
          <p:nvPr/>
        </p:nvSpPr>
        <p:spPr>
          <a:xfrm>
            <a:off x="1860879" y="6416074"/>
            <a:ext cx="231775" cy="228600"/>
          </a:xfrm>
          <a:prstGeom prst="rect">
            <a:avLst/>
          </a:prstGeom>
          <a:solidFill>
            <a:srgbClr val="DDF1F7"/>
          </a:solidFill>
          <a:ln w="9525">
            <a:solidFill>
              <a:srgbClr val="0752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6" name="past-token-grid-3-1">
            <a:extLst>
              <a:ext uri="{FF2B5EF4-FFF2-40B4-BE49-F238E27FC236}">
                <a16:creationId xmlns:a16="http://schemas.microsoft.com/office/drawing/2014/main" id="{D9D88293-457B-4EA0-82EF-8ADD1B8EF33C}"/>
              </a:ext>
            </a:extLst>
          </p:cNvPr>
          <p:cNvSpPr>
            <a:spLocks noGrp="1"/>
          </p:cNvSpPr>
          <p:nvPr/>
        </p:nvSpPr>
        <p:spPr>
          <a:xfrm>
            <a:off x="511504" y="6682774"/>
            <a:ext cx="231775" cy="228600"/>
          </a:xfrm>
          <a:prstGeom prst="rect">
            <a:avLst/>
          </a:prstGeom>
          <a:solidFill>
            <a:srgbClr val="DDF1F7"/>
          </a:solidFill>
          <a:ln w="9525">
            <a:solidFill>
              <a:srgbClr val="0752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7" name="past-token-grid-3-2">
            <a:extLst>
              <a:ext uri="{FF2B5EF4-FFF2-40B4-BE49-F238E27FC236}">
                <a16:creationId xmlns:a16="http://schemas.microsoft.com/office/drawing/2014/main" id="{8530BC4F-658B-406F-B044-FEF7EA45BC06}"/>
              </a:ext>
            </a:extLst>
          </p:cNvPr>
          <p:cNvSpPr>
            <a:spLocks noGrp="1"/>
          </p:cNvSpPr>
          <p:nvPr/>
        </p:nvSpPr>
        <p:spPr>
          <a:xfrm>
            <a:off x="781379" y="6682774"/>
            <a:ext cx="231775" cy="228600"/>
          </a:xfrm>
          <a:prstGeom prst="rect">
            <a:avLst/>
          </a:prstGeom>
          <a:solidFill>
            <a:srgbClr val="DDF1F7"/>
          </a:solidFill>
          <a:ln w="9525">
            <a:solidFill>
              <a:srgbClr val="0752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8" name="past-token-grid-3-3">
            <a:extLst>
              <a:ext uri="{FF2B5EF4-FFF2-40B4-BE49-F238E27FC236}">
                <a16:creationId xmlns:a16="http://schemas.microsoft.com/office/drawing/2014/main" id="{D57BEDDA-57F7-42FE-BE76-7F09AD363957}"/>
              </a:ext>
            </a:extLst>
          </p:cNvPr>
          <p:cNvSpPr>
            <a:spLocks noGrp="1"/>
          </p:cNvSpPr>
          <p:nvPr/>
        </p:nvSpPr>
        <p:spPr>
          <a:xfrm>
            <a:off x="1051254" y="6682774"/>
            <a:ext cx="231775" cy="228600"/>
          </a:xfrm>
          <a:prstGeom prst="rect">
            <a:avLst/>
          </a:prstGeom>
          <a:solidFill>
            <a:srgbClr val="DDF1F7"/>
          </a:solidFill>
          <a:ln w="9525">
            <a:solidFill>
              <a:srgbClr val="0752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9" name="past-token-grid-3-4">
            <a:extLst>
              <a:ext uri="{FF2B5EF4-FFF2-40B4-BE49-F238E27FC236}">
                <a16:creationId xmlns:a16="http://schemas.microsoft.com/office/drawing/2014/main" id="{51274A2D-0FFB-4A49-A0AE-E8A9087356F3}"/>
              </a:ext>
            </a:extLst>
          </p:cNvPr>
          <p:cNvSpPr>
            <a:spLocks noGrp="1"/>
          </p:cNvSpPr>
          <p:nvPr/>
        </p:nvSpPr>
        <p:spPr>
          <a:xfrm>
            <a:off x="1321129" y="6682774"/>
            <a:ext cx="231775" cy="228600"/>
          </a:xfrm>
          <a:prstGeom prst="rect">
            <a:avLst/>
          </a:prstGeom>
          <a:solidFill>
            <a:srgbClr val="DDF1F7"/>
          </a:solidFill>
          <a:ln w="9525">
            <a:solidFill>
              <a:srgbClr val="0752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0" name="past-token-grid-3-5">
            <a:extLst>
              <a:ext uri="{FF2B5EF4-FFF2-40B4-BE49-F238E27FC236}">
                <a16:creationId xmlns:a16="http://schemas.microsoft.com/office/drawing/2014/main" id="{1C8D78F6-975B-49DA-9999-ECCAA734A589}"/>
              </a:ext>
            </a:extLst>
          </p:cNvPr>
          <p:cNvSpPr>
            <a:spLocks noGrp="1"/>
          </p:cNvSpPr>
          <p:nvPr/>
        </p:nvSpPr>
        <p:spPr>
          <a:xfrm>
            <a:off x="1591004" y="6682774"/>
            <a:ext cx="231775" cy="228600"/>
          </a:xfrm>
          <a:prstGeom prst="rect">
            <a:avLst/>
          </a:prstGeom>
          <a:solidFill>
            <a:srgbClr val="DDF1F7"/>
          </a:solidFill>
          <a:ln w="9525">
            <a:solidFill>
              <a:srgbClr val="0752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1" name="past-token-grid-3-6">
            <a:extLst>
              <a:ext uri="{FF2B5EF4-FFF2-40B4-BE49-F238E27FC236}">
                <a16:creationId xmlns:a16="http://schemas.microsoft.com/office/drawing/2014/main" id="{353560B5-B758-4847-A4BF-B0F8156654AC}"/>
              </a:ext>
            </a:extLst>
          </p:cNvPr>
          <p:cNvSpPr>
            <a:spLocks noGrp="1"/>
          </p:cNvSpPr>
          <p:nvPr/>
        </p:nvSpPr>
        <p:spPr>
          <a:xfrm>
            <a:off x="1860879" y="6682774"/>
            <a:ext cx="231775" cy="228600"/>
          </a:xfrm>
          <a:prstGeom prst="rect">
            <a:avLst/>
          </a:prstGeom>
          <a:solidFill>
            <a:srgbClr val="DDF1F7"/>
          </a:solidFill>
          <a:ln w="9525">
            <a:solidFill>
              <a:srgbClr val="0752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2" name="past-token-grid-4-1">
            <a:extLst>
              <a:ext uri="{FF2B5EF4-FFF2-40B4-BE49-F238E27FC236}">
                <a16:creationId xmlns:a16="http://schemas.microsoft.com/office/drawing/2014/main" id="{8C1BFEEF-CB50-4EEA-814D-4A4D92202D06}"/>
              </a:ext>
            </a:extLst>
          </p:cNvPr>
          <p:cNvSpPr>
            <a:spLocks noGrp="1"/>
          </p:cNvSpPr>
          <p:nvPr/>
        </p:nvSpPr>
        <p:spPr>
          <a:xfrm>
            <a:off x="511504" y="6949474"/>
            <a:ext cx="231775" cy="228600"/>
          </a:xfrm>
          <a:prstGeom prst="rect">
            <a:avLst/>
          </a:prstGeom>
          <a:solidFill>
            <a:srgbClr val="DDF1F7"/>
          </a:solidFill>
          <a:ln w="9525">
            <a:solidFill>
              <a:srgbClr val="0752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3" name="past-token-grid-4-2">
            <a:extLst>
              <a:ext uri="{FF2B5EF4-FFF2-40B4-BE49-F238E27FC236}">
                <a16:creationId xmlns:a16="http://schemas.microsoft.com/office/drawing/2014/main" id="{32E0BDF8-52F7-4495-9BC5-C8338D41EEFB}"/>
              </a:ext>
            </a:extLst>
          </p:cNvPr>
          <p:cNvSpPr>
            <a:spLocks noGrp="1"/>
          </p:cNvSpPr>
          <p:nvPr/>
        </p:nvSpPr>
        <p:spPr>
          <a:xfrm>
            <a:off x="781379" y="6949474"/>
            <a:ext cx="231775" cy="228600"/>
          </a:xfrm>
          <a:prstGeom prst="rect">
            <a:avLst/>
          </a:prstGeom>
          <a:solidFill>
            <a:srgbClr val="DDF1F7"/>
          </a:solidFill>
          <a:ln w="9525">
            <a:solidFill>
              <a:srgbClr val="0752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4" name="past-token-grid-4-3">
            <a:extLst>
              <a:ext uri="{FF2B5EF4-FFF2-40B4-BE49-F238E27FC236}">
                <a16:creationId xmlns:a16="http://schemas.microsoft.com/office/drawing/2014/main" id="{ED753DBA-F463-49F6-97B2-41D411334ACC}"/>
              </a:ext>
            </a:extLst>
          </p:cNvPr>
          <p:cNvSpPr>
            <a:spLocks noGrp="1"/>
          </p:cNvSpPr>
          <p:nvPr/>
        </p:nvSpPr>
        <p:spPr>
          <a:xfrm>
            <a:off x="1051254" y="6949474"/>
            <a:ext cx="231775" cy="228600"/>
          </a:xfrm>
          <a:prstGeom prst="rect">
            <a:avLst/>
          </a:prstGeom>
          <a:solidFill>
            <a:srgbClr val="DDF1F7"/>
          </a:solidFill>
          <a:ln w="9525">
            <a:solidFill>
              <a:srgbClr val="0752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5" name="past-token-grid-4-4">
            <a:extLst>
              <a:ext uri="{FF2B5EF4-FFF2-40B4-BE49-F238E27FC236}">
                <a16:creationId xmlns:a16="http://schemas.microsoft.com/office/drawing/2014/main" id="{F7E3BF94-0A40-45B8-9C89-3E6B0088AE6C}"/>
              </a:ext>
            </a:extLst>
          </p:cNvPr>
          <p:cNvSpPr>
            <a:spLocks noGrp="1"/>
          </p:cNvSpPr>
          <p:nvPr/>
        </p:nvSpPr>
        <p:spPr>
          <a:xfrm>
            <a:off x="1321129" y="6949474"/>
            <a:ext cx="231775" cy="228600"/>
          </a:xfrm>
          <a:prstGeom prst="rect">
            <a:avLst/>
          </a:prstGeom>
          <a:solidFill>
            <a:srgbClr val="DDF1F7"/>
          </a:solidFill>
          <a:ln w="9525">
            <a:solidFill>
              <a:srgbClr val="0752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6" name="past-token-grid-4-5">
            <a:extLst>
              <a:ext uri="{FF2B5EF4-FFF2-40B4-BE49-F238E27FC236}">
                <a16:creationId xmlns:a16="http://schemas.microsoft.com/office/drawing/2014/main" id="{3DF797F1-A37F-48AF-A98F-7889AC147FEF}"/>
              </a:ext>
            </a:extLst>
          </p:cNvPr>
          <p:cNvSpPr>
            <a:spLocks noGrp="1"/>
          </p:cNvSpPr>
          <p:nvPr/>
        </p:nvSpPr>
        <p:spPr>
          <a:xfrm>
            <a:off x="1591004" y="6949474"/>
            <a:ext cx="231775" cy="228600"/>
          </a:xfrm>
          <a:prstGeom prst="rect">
            <a:avLst/>
          </a:prstGeom>
          <a:solidFill>
            <a:srgbClr val="DDF1F7"/>
          </a:solidFill>
          <a:ln w="9525">
            <a:solidFill>
              <a:srgbClr val="0752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7" name="past-token-grid-4-6">
            <a:extLst>
              <a:ext uri="{FF2B5EF4-FFF2-40B4-BE49-F238E27FC236}">
                <a16:creationId xmlns:a16="http://schemas.microsoft.com/office/drawing/2014/main" id="{E984A544-31B7-402B-869C-D6680A1BEF4E}"/>
              </a:ext>
            </a:extLst>
          </p:cNvPr>
          <p:cNvSpPr>
            <a:spLocks noGrp="1"/>
          </p:cNvSpPr>
          <p:nvPr/>
        </p:nvSpPr>
        <p:spPr>
          <a:xfrm>
            <a:off x="1860879" y="6949474"/>
            <a:ext cx="231775" cy="228600"/>
          </a:xfrm>
          <a:prstGeom prst="rect">
            <a:avLst/>
          </a:prstGeom>
          <a:solidFill>
            <a:srgbClr val="DDF1F7"/>
          </a:solidFill>
          <a:ln w="9525">
            <a:solidFill>
              <a:srgbClr val="0752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8" name="Rectangle 377">
            <a:extLst>
              <a:ext uri="{FF2B5EF4-FFF2-40B4-BE49-F238E27FC236}">
                <a16:creationId xmlns:a16="http://schemas.microsoft.com/office/drawing/2014/main" id="{48BD98BF-5F6F-43C7-B87F-A5B49C242E3C}"/>
              </a:ext>
            </a:extLst>
          </p:cNvPr>
          <p:cNvSpPr>
            <a:spLocks noGrp="1"/>
          </p:cNvSpPr>
          <p:nvPr/>
        </p:nvSpPr>
        <p:spPr>
          <a:xfrm>
            <a:off x="2159329" y="6187474"/>
            <a:ext cx="266700" cy="933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500" b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500" b="0" dirty="0">
                <a:solidFill>
                  <a:srgbClr val="102A3A"/>
                </a:solidFill>
                <a:latin typeface="Aptos"/>
                <a:ea typeface="Aptos"/>
                <a:cs typeface="Aptos"/>
              </a:rPr>
              <a:t>...</a:t>
            </a:r>
          </a:p>
          <a:p>
            <a:endParaRPr sz="1500" b="0" dirty="0">
              <a:solidFill>
                <a:srgbClr val="102A3A"/>
              </a:solidFill>
              <a:latin typeface="Aptos"/>
              <a:ea typeface="Aptos"/>
              <a:cs typeface="Aptos"/>
            </a:endParaRPr>
          </a:p>
          <a:p>
            <a:pPr algn="ctr">
              <a:defRPr sz="1500" b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500" b="0" dirty="0">
                <a:solidFill>
                  <a:srgbClr val="102A3A"/>
                </a:solidFill>
                <a:latin typeface="Aptos"/>
                <a:ea typeface="Aptos"/>
                <a:cs typeface="Aptos"/>
              </a:rPr>
              <a:t>...</a:t>
            </a:r>
          </a:p>
        </p:txBody>
      </p:sp>
      <p:sp>
        <p:nvSpPr>
          <p:cNvPr id="379" name="Straight Connector 378">
            <a:extLst>
              <a:ext uri="{FF2B5EF4-FFF2-40B4-BE49-F238E27FC236}">
                <a16:creationId xmlns:a16="http://schemas.microsoft.com/office/drawing/2014/main" id="{26106BD4-A431-40A9-8472-8C765C5EF460}"/>
              </a:ext>
            </a:extLst>
          </p:cNvPr>
          <p:cNvSpPr>
            <a:spLocks noGrp="1"/>
          </p:cNvSpPr>
          <p:nvPr/>
        </p:nvSpPr>
        <p:spPr>
          <a:xfrm>
            <a:off x="1302079" y="7206649"/>
            <a:ext cx="0" cy="180975"/>
          </a:xfrm>
          <a:prstGeom prst="line">
            <a:avLst/>
          </a:prstGeom>
          <a:solidFill>
            <a:srgbClr val="000000">
              <a:alpha val="0"/>
            </a:srgbClr>
          </a:solidFill>
          <a:ln w="12383">
            <a:solidFill>
              <a:srgbClr val="1519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0" name="Isosceles Triangle 379">
            <a:extLst>
              <a:ext uri="{FF2B5EF4-FFF2-40B4-BE49-F238E27FC236}">
                <a16:creationId xmlns:a16="http://schemas.microsoft.com/office/drawing/2014/main" id="{1B4B2836-2038-482F-8D06-A177DBF5A92C}"/>
              </a:ext>
            </a:extLst>
          </p:cNvPr>
          <p:cNvSpPr>
            <a:spLocks noGrp="1"/>
          </p:cNvSpPr>
          <p:nvPr/>
        </p:nvSpPr>
        <p:spPr>
          <a:xfrm rot="10800000">
            <a:off x="1263979" y="7349524"/>
            <a:ext cx="76200" cy="76200"/>
          </a:xfrm>
          <a:prstGeom prst="triangle">
            <a:avLst/>
          </a:prstGeom>
          <a:solidFill>
            <a:srgbClr val="15191C"/>
          </a:solidFill>
          <a:ln w="0">
            <a:solidFill>
              <a:srgbClr val="1519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1" name="past-self-attention">
            <a:extLst>
              <a:ext uri="{FF2B5EF4-FFF2-40B4-BE49-F238E27FC236}">
                <a16:creationId xmlns:a16="http://schemas.microsoft.com/office/drawing/2014/main" id="{5AB274D3-7F83-45AB-999B-CABAFE7B7435}"/>
              </a:ext>
            </a:extLst>
          </p:cNvPr>
          <p:cNvSpPr>
            <a:spLocks noGrp="1"/>
          </p:cNvSpPr>
          <p:nvPr/>
        </p:nvSpPr>
        <p:spPr>
          <a:xfrm>
            <a:off x="473404" y="7435249"/>
            <a:ext cx="1809750" cy="504825"/>
          </a:xfrm>
          <a:prstGeom prst="roundRect">
            <a:avLst>
              <a:gd name="adj" fmla="val 15094"/>
            </a:avLst>
          </a:prstGeom>
          <a:solidFill>
            <a:srgbClr val="EDF7FA"/>
          </a:solidFill>
          <a:ln w="13335">
            <a:solidFill>
              <a:srgbClr val="0752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2" name="past-self-attention-label">
            <a:extLst>
              <a:ext uri="{FF2B5EF4-FFF2-40B4-BE49-F238E27FC236}">
                <a16:creationId xmlns:a16="http://schemas.microsoft.com/office/drawing/2014/main" id="{044CF05C-7775-4BC9-A7AE-FAFC2000024F}"/>
              </a:ext>
            </a:extLst>
          </p:cNvPr>
          <p:cNvSpPr>
            <a:spLocks noGrp="1"/>
          </p:cNvSpPr>
          <p:nvPr/>
        </p:nvSpPr>
        <p:spPr>
          <a:xfrm>
            <a:off x="549604" y="7473349"/>
            <a:ext cx="165735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350" b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A3A"/>
                </a:solidFill>
                <a:latin typeface="Aptos"/>
                <a:ea typeface="Aptos"/>
                <a:cs typeface="Aptos"/>
              </a:rPr>
              <a:t>Self-attention x 2</a:t>
            </a:r>
          </a:p>
        </p:txBody>
      </p:sp>
      <p:sp>
        <p:nvSpPr>
          <p:cNvPr id="383" name="Straight Connector 382">
            <a:extLst>
              <a:ext uri="{FF2B5EF4-FFF2-40B4-BE49-F238E27FC236}">
                <a16:creationId xmlns:a16="http://schemas.microsoft.com/office/drawing/2014/main" id="{1FB55309-2EC7-474A-A3A5-DFD52089C297}"/>
              </a:ext>
            </a:extLst>
          </p:cNvPr>
          <p:cNvSpPr>
            <a:spLocks noGrp="1"/>
          </p:cNvSpPr>
          <p:nvPr/>
        </p:nvSpPr>
        <p:spPr>
          <a:xfrm>
            <a:off x="1378279" y="7949599"/>
            <a:ext cx="0" cy="142875"/>
          </a:xfrm>
          <a:prstGeom prst="line">
            <a:avLst/>
          </a:prstGeom>
          <a:solidFill>
            <a:srgbClr val="000000">
              <a:alpha val="0"/>
            </a:srgbClr>
          </a:solidFill>
          <a:ln w="12383">
            <a:solidFill>
              <a:srgbClr val="1519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4" name="Isosceles Triangle 383">
            <a:extLst>
              <a:ext uri="{FF2B5EF4-FFF2-40B4-BE49-F238E27FC236}">
                <a16:creationId xmlns:a16="http://schemas.microsoft.com/office/drawing/2014/main" id="{3B6C85FB-0B7D-4346-AAEB-5B3C01C06E7C}"/>
              </a:ext>
            </a:extLst>
          </p:cNvPr>
          <p:cNvSpPr>
            <a:spLocks noGrp="1"/>
          </p:cNvSpPr>
          <p:nvPr/>
        </p:nvSpPr>
        <p:spPr>
          <a:xfrm rot="10800000">
            <a:off x="1340179" y="8054374"/>
            <a:ext cx="76200" cy="76200"/>
          </a:xfrm>
          <a:prstGeom prst="triangle">
            <a:avLst/>
          </a:prstGeom>
          <a:solidFill>
            <a:srgbClr val="15191C"/>
          </a:solidFill>
          <a:ln w="0">
            <a:solidFill>
              <a:srgbClr val="1519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5" name="past-output-token-1">
            <a:extLst>
              <a:ext uri="{FF2B5EF4-FFF2-40B4-BE49-F238E27FC236}">
                <a16:creationId xmlns:a16="http://schemas.microsoft.com/office/drawing/2014/main" id="{BBD34FE4-6CAD-48D6-A5A3-52E55806E4DD}"/>
              </a:ext>
            </a:extLst>
          </p:cNvPr>
          <p:cNvSpPr>
            <a:spLocks noGrp="1"/>
          </p:cNvSpPr>
          <p:nvPr/>
        </p:nvSpPr>
        <p:spPr>
          <a:xfrm>
            <a:off x="282904" y="8149624"/>
            <a:ext cx="148004" cy="209550"/>
          </a:xfrm>
          <a:prstGeom prst="rect">
            <a:avLst/>
          </a:prstGeom>
          <a:solidFill>
            <a:srgbClr val="E3F2F9"/>
          </a:solidFill>
          <a:ln w="9525">
            <a:solidFill>
              <a:srgbClr val="0752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6" name="past-output-token-2">
            <a:extLst>
              <a:ext uri="{FF2B5EF4-FFF2-40B4-BE49-F238E27FC236}">
                <a16:creationId xmlns:a16="http://schemas.microsoft.com/office/drawing/2014/main" id="{3DBC905F-69D1-4D98-B2BB-849325F8D63F}"/>
              </a:ext>
            </a:extLst>
          </p:cNvPr>
          <p:cNvSpPr>
            <a:spLocks noGrp="1"/>
          </p:cNvSpPr>
          <p:nvPr/>
        </p:nvSpPr>
        <p:spPr>
          <a:xfrm>
            <a:off x="469008" y="8149624"/>
            <a:ext cx="148004" cy="209550"/>
          </a:xfrm>
          <a:prstGeom prst="rect">
            <a:avLst/>
          </a:prstGeom>
          <a:solidFill>
            <a:srgbClr val="DBEEF6"/>
          </a:solidFill>
          <a:ln w="9525">
            <a:solidFill>
              <a:srgbClr val="0752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7" name="past-output-token-3">
            <a:extLst>
              <a:ext uri="{FF2B5EF4-FFF2-40B4-BE49-F238E27FC236}">
                <a16:creationId xmlns:a16="http://schemas.microsoft.com/office/drawing/2014/main" id="{0C2517F3-A856-48D8-9429-8CB53D73369C}"/>
              </a:ext>
            </a:extLst>
          </p:cNvPr>
          <p:cNvSpPr>
            <a:spLocks noGrp="1"/>
          </p:cNvSpPr>
          <p:nvPr/>
        </p:nvSpPr>
        <p:spPr>
          <a:xfrm>
            <a:off x="655112" y="8149624"/>
            <a:ext cx="148004" cy="209550"/>
          </a:xfrm>
          <a:prstGeom prst="rect">
            <a:avLst/>
          </a:prstGeom>
          <a:solidFill>
            <a:srgbClr val="D3E9F3"/>
          </a:solidFill>
          <a:ln w="9525">
            <a:solidFill>
              <a:srgbClr val="0752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8" name="past-output-token-4">
            <a:extLst>
              <a:ext uri="{FF2B5EF4-FFF2-40B4-BE49-F238E27FC236}">
                <a16:creationId xmlns:a16="http://schemas.microsoft.com/office/drawing/2014/main" id="{783E71BC-08BA-4EE3-908B-0E03282237EF}"/>
              </a:ext>
            </a:extLst>
          </p:cNvPr>
          <p:cNvSpPr>
            <a:spLocks noGrp="1"/>
          </p:cNvSpPr>
          <p:nvPr/>
        </p:nvSpPr>
        <p:spPr>
          <a:xfrm>
            <a:off x="841216" y="8149624"/>
            <a:ext cx="148004" cy="209550"/>
          </a:xfrm>
          <a:prstGeom prst="rect">
            <a:avLst/>
          </a:prstGeom>
          <a:solidFill>
            <a:srgbClr val="CAE5F0"/>
          </a:solidFill>
          <a:ln w="9525">
            <a:solidFill>
              <a:srgbClr val="0752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9" name="past-output-token-5">
            <a:extLst>
              <a:ext uri="{FF2B5EF4-FFF2-40B4-BE49-F238E27FC236}">
                <a16:creationId xmlns:a16="http://schemas.microsoft.com/office/drawing/2014/main" id="{B0E6CFB2-CC5C-4509-9D81-86A95A62C22B}"/>
              </a:ext>
            </a:extLst>
          </p:cNvPr>
          <p:cNvSpPr>
            <a:spLocks noGrp="1"/>
          </p:cNvSpPr>
          <p:nvPr/>
        </p:nvSpPr>
        <p:spPr>
          <a:xfrm>
            <a:off x="1027319" y="8149624"/>
            <a:ext cx="148004" cy="209550"/>
          </a:xfrm>
          <a:prstGeom prst="rect">
            <a:avLst/>
          </a:prstGeom>
          <a:solidFill>
            <a:srgbClr val="C2E0ED"/>
          </a:solidFill>
          <a:ln w="9525">
            <a:solidFill>
              <a:srgbClr val="0752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0" name="past-output-token-6">
            <a:extLst>
              <a:ext uri="{FF2B5EF4-FFF2-40B4-BE49-F238E27FC236}">
                <a16:creationId xmlns:a16="http://schemas.microsoft.com/office/drawing/2014/main" id="{2091269D-9975-4DA8-8043-361C9F5EFA7C}"/>
              </a:ext>
            </a:extLst>
          </p:cNvPr>
          <p:cNvSpPr>
            <a:spLocks noGrp="1"/>
          </p:cNvSpPr>
          <p:nvPr/>
        </p:nvSpPr>
        <p:spPr>
          <a:xfrm>
            <a:off x="1213423" y="8149624"/>
            <a:ext cx="148004" cy="209550"/>
          </a:xfrm>
          <a:prstGeom prst="rect">
            <a:avLst/>
          </a:prstGeom>
          <a:solidFill>
            <a:srgbClr val="BADCEA"/>
          </a:solidFill>
          <a:ln w="9525">
            <a:solidFill>
              <a:srgbClr val="0752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1" name="past-output-token-7">
            <a:extLst>
              <a:ext uri="{FF2B5EF4-FFF2-40B4-BE49-F238E27FC236}">
                <a16:creationId xmlns:a16="http://schemas.microsoft.com/office/drawing/2014/main" id="{BE32E49C-8486-40A4-8BA1-66777DA2FAD6}"/>
              </a:ext>
            </a:extLst>
          </p:cNvPr>
          <p:cNvSpPr>
            <a:spLocks noGrp="1"/>
          </p:cNvSpPr>
          <p:nvPr/>
        </p:nvSpPr>
        <p:spPr>
          <a:xfrm>
            <a:off x="1399527" y="8149624"/>
            <a:ext cx="148004" cy="209550"/>
          </a:xfrm>
          <a:prstGeom prst="rect">
            <a:avLst/>
          </a:prstGeom>
          <a:solidFill>
            <a:srgbClr val="B2D8E7"/>
          </a:solidFill>
          <a:ln w="9525">
            <a:solidFill>
              <a:srgbClr val="0752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2" name="past-output-token-8">
            <a:extLst>
              <a:ext uri="{FF2B5EF4-FFF2-40B4-BE49-F238E27FC236}">
                <a16:creationId xmlns:a16="http://schemas.microsoft.com/office/drawing/2014/main" id="{654BBF82-C7BC-4D21-A1C2-0A87BCABC6A9}"/>
              </a:ext>
            </a:extLst>
          </p:cNvPr>
          <p:cNvSpPr>
            <a:spLocks noGrp="1"/>
          </p:cNvSpPr>
          <p:nvPr/>
        </p:nvSpPr>
        <p:spPr>
          <a:xfrm>
            <a:off x="1585631" y="8149624"/>
            <a:ext cx="148004" cy="209550"/>
          </a:xfrm>
          <a:prstGeom prst="rect">
            <a:avLst/>
          </a:prstGeom>
          <a:solidFill>
            <a:srgbClr val="A9D3E3"/>
          </a:solidFill>
          <a:ln w="9525">
            <a:solidFill>
              <a:srgbClr val="0752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3" name="past-output-token-9">
            <a:extLst>
              <a:ext uri="{FF2B5EF4-FFF2-40B4-BE49-F238E27FC236}">
                <a16:creationId xmlns:a16="http://schemas.microsoft.com/office/drawing/2014/main" id="{4B1E0DFD-941F-4865-B49F-676580C0ED73}"/>
              </a:ext>
            </a:extLst>
          </p:cNvPr>
          <p:cNvSpPr>
            <a:spLocks noGrp="1"/>
          </p:cNvSpPr>
          <p:nvPr/>
        </p:nvSpPr>
        <p:spPr>
          <a:xfrm>
            <a:off x="1771735" y="8149624"/>
            <a:ext cx="148004" cy="209550"/>
          </a:xfrm>
          <a:prstGeom prst="rect">
            <a:avLst/>
          </a:prstGeom>
          <a:solidFill>
            <a:srgbClr val="A1CFE0"/>
          </a:solidFill>
          <a:ln w="9525">
            <a:solidFill>
              <a:srgbClr val="0752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4" name="past-output-token-10">
            <a:extLst>
              <a:ext uri="{FF2B5EF4-FFF2-40B4-BE49-F238E27FC236}">
                <a16:creationId xmlns:a16="http://schemas.microsoft.com/office/drawing/2014/main" id="{098AF7A5-40C6-4245-A08C-D0DF4EB623DE}"/>
              </a:ext>
            </a:extLst>
          </p:cNvPr>
          <p:cNvSpPr>
            <a:spLocks noGrp="1"/>
          </p:cNvSpPr>
          <p:nvPr/>
        </p:nvSpPr>
        <p:spPr>
          <a:xfrm>
            <a:off x="1957839" y="8149624"/>
            <a:ext cx="148004" cy="209550"/>
          </a:xfrm>
          <a:prstGeom prst="rect">
            <a:avLst/>
          </a:prstGeom>
          <a:solidFill>
            <a:srgbClr val="99CADD"/>
          </a:solidFill>
          <a:ln w="9525">
            <a:solidFill>
              <a:srgbClr val="0752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5" name="past-output-token-11">
            <a:extLst>
              <a:ext uri="{FF2B5EF4-FFF2-40B4-BE49-F238E27FC236}">
                <a16:creationId xmlns:a16="http://schemas.microsoft.com/office/drawing/2014/main" id="{C49ABDDF-8897-4013-AF02-7E2A9BFD43F0}"/>
              </a:ext>
            </a:extLst>
          </p:cNvPr>
          <p:cNvSpPr>
            <a:spLocks noGrp="1"/>
          </p:cNvSpPr>
          <p:nvPr/>
        </p:nvSpPr>
        <p:spPr>
          <a:xfrm>
            <a:off x="2143942" y="8149624"/>
            <a:ext cx="148004" cy="209550"/>
          </a:xfrm>
          <a:prstGeom prst="rect">
            <a:avLst/>
          </a:prstGeom>
          <a:solidFill>
            <a:srgbClr val="91C6DA"/>
          </a:solidFill>
          <a:ln w="9525">
            <a:solidFill>
              <a:srgbClr val="0752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6" name="past-output-token-12">
            <a:extLst>
              <a:ext uri="{FF2B5EF4-FFF2-40B4-BE49-F238E27FC236}">
                <a16:creationId xmlns:a16="http://schemas.microsoft.com/office/drawing/2014/main" id="{A62C6BE5-F4B6-45B1-A0D0-CB30BF9A46A9}"/>
              </a:ext>
            </a:extLst>
          </p:cNvPr>
          <p:cNvSpPr>
            <a:spLocks noGrp="1"/>
          </p:cNvSpPr>
          <p:nvPr/>
        </p:nvSpPr>
        <p:spPr>
          <a:xfrm>
            <a:off x="2330046" y="8149624"/>
            <a:ext cx="148004" cy="209550"/>
          </a:xfrm>
          <a:prstGeom prst="rect">
            <a:avLst/>
          </a:prstGeom>
          <a:solidFill>
            <a:srgbClr val="88C1D7"/>
          </a:solidFill>
          <a:ln w="9525">
            <a:solidFill>
              <a:srgbClr val="0752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7" name="past-output-token-13">
            <a:extLst>
              <a:ext uri="{FF2B5EF4-FFF2-40B4-BE49-F238E27FC236}">
                <a16:creationId xmlns:a16="http://schemas.microsoft.com/office/drawing/2014/main" id="{6C2A2D10-DBA9-43EF-B744-B20D1DF0F681}"/>
              </a:ext>
            </a:extLst>
          </p:cNvPr>
          <p:cNvSpPr>
            <a:spLocks noGrp="1"/>
          </p:cNvSpPr>
          <p:nvPr/>
        </p:nvSpPr>
        <p:spPr>
          <a:xfrm>
            <a:off x="2516150" y="8149624"/>
            <a:ext cx="148004" cy="209550"/>
          </a:xfrm>
          <a:prstGeom prst="rect">
            <a:avLst/>
          </a:prstGeom>
          <a:solidFill>
            <a:srgbClr val="80BDD4"/>
          </a:solidFill>
          <a:ln w="9525">
            <a:solidFill>
              <a:srgbClr val="0752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8" name="Rectangle 397">
            <a:extLst>
              <a:ext uri="{FF2B5EF4-FFF2-40B4-BE49-F238E27FC236}">
                <a16:creationId xmlns:a16="http://schemas.microsoft.com/office/drawing/2014/main" id="{ACE1AD1B-5498-46B3-A8E2-27F105F8FCC2}"/>
              </a:ext>
            </a:extLst>
          </p:cNvPr>
          <p:cNvSpPr>
            <a:spLocks noGrp="1"/>
          </p:cNvSpPr>
          <p:nvPr/>
        </p:nvSpPr>
        <p:spPr>
          <a:xfrm>
            <a:off x="1778329" y="8073424"/>
            <a:ext cx="23812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200" b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A3A"/>
                </a:solidFill>
                <a:latin typeface="Aptos"/>
                <a:ea typeface="Aptos"/>
                <a:cs typeface="Aptos"/>
              </a:rPr>
              <a:t>...</a:t>
            </a:r>
          </a:p>
        </p:txBody>
      </p:sp>
      <p:sp>
        <p:nvSpPr>
          <p:cNvPr id="399" name="Rectangle 398">
            <a:extLst>
              <a:ext uri="{FF2B5EF4-FFF2-40B4-BE49-F238E27FC236}">
                <a16:creationId xmlns:a16="http://schemas.microsoft.com/office/drawing/2014/main" id="{BFCCA055-715D-4B4A-8585-DF11647E9042}"/>
              </a:ext>
            </a:extLst>
          </p:cNvPr>
          <p:cNvSpPr>
            <a:spLocks noGrp="1"/>
          </p:cNvSpPr>
          <p:nvPr/>
        </p:nvSpPr>
        <p:spPr>
          <a:xfrm>
            <a:off x="330529" y="8425849"/>
            <a:ext cx="2333625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200" b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A3A"/>
                </a:solidFill>
                <a:latin typeface="Aptos"/>
                <a:ea typeface="Aptos"/>
                <a:cs typeface="Aptos"/>
              </a:rPr>
              <a:t>Past tokens, [B, N_tok, 256]</a:t>
            </a:r>
          </a:p>
        </p:txBody>
      </p:sp>
      <p:sp>
        <p:nvSpPr>
          <p:cNvPr id="400" name="Straight Connector 399">
            <a:extLst>
              <a:ext uri="{FF2B5EF4-FFF2-40B4-BE49-F238E27FC236}">
                <a16:creationId xmlns:a16="http://schemas.microsoft.com/office/drawing/2014/main" id="{A048D595-BC79-4B87-B3C1-BF62C42811D5}"/>
              </a:ext>
            </a:extLst>
          </p:cNvPr>
          <p:cNvSpPr>
            <a:spLocks noGrp="1"/>
          </p:cNvSpPr>
          <p:nvPr/>
        </p:nvSpPr>
        <p:spPr>
          <a:xfrm>
            <a:off x="1454479" y="8683024"/>
            <a:ext cx="0" cy="133350"/>
          </a:xfrm>
          <a:prstGeom prst="line">
            <a:avLst/>
          </a:prstGeom>
          <a:solidFill>
            <a:srgbClr val="000000">
              <a:alpha val="0"/>
            </a:srgbClr>
          </a:solidFill>
          <a:ln w="12383">
            <a:solidFill>
              <a:srgbClr val="1519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1" name="Isosceles Triangle 400">
            <a:extLst>
              <a:ext uri="{FF2B5EF4-FFF2-40B4-BE49-F238E27FC236}">
                <a16:creationId xmlns:a16="http://schemas.microsoft.com/office/drawing/2014/main" id="{3B6930E7-D351-4386-A864-4EFFAFD16DED}"/>
              </a:ext>
            </a:extLst>
          </p:cNvPr>
          <p:cNvSpPr>
            <a:spLocks noGrp="1"/>
          </p:cNvSpPr>
          <p:nvPr/>
        </p:nvSpPr>
        <p:spPr>
          <a:xfrm rot="10800000">
            <a:off x="1416379" y="8778274"/>
            <a:ext cx="76200" cy="76200"/>
          </a:xfrm>
          <a:prstGeom prst="triangle">
            <a:avLst/>
          </a:prstGeom>
          <a:solidFill>
            <a:srgbClr val="15191C"/>
          </a:solidFill>
          <a:ln w="0">
            <a:solidFill>
              <a:srgbClr val="1519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2" name="past-ce-head">
            <a:extLst>
              <a:ext uri="{FF2B5EF4-FFF2-40B4-BE49-F238E27FC236}">
                <a16:creationId xmlns:a16="http://schemas.microsoft.com/office/drawing/2014/main" id="{2E6752A4-6B53-4C8B-9300-132BE56E859D}"/>
              </a:ext>
            </a:extLst>
          </p:cNvPr>
          <p:cNvSpPr>
            <a:spLocks noGrp="1"/>
          </p:cNvSpPr>
          <p:nvPr/>
        </p:nvSpPr>
        <p:spPr>
          <a:xfrm>
            <a:off x="711529" y="8863999"/>
            <a:ext cx="1476375" cy="581025"/>
          </a:xfrm>
          <a:prstGeom prst="roundRect">
            <a:avLst>
              <a:gd name="adj" fmla="val 13115"/>
            </a:avLst>
          </a:prstGeom>
          <a:solidFill>
            <a:srgbClr val="FFFFFF"/>
          </a:solidFill>
          <a:ln w="14288">
            <a:solidFill>
              <a:srgbClr val="E4472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3" name="past-ce-head-label">
            <a:extLst>
              <a:ext uri="{FF2B5EF4-FFF2-40B4-BE49-F238E27FC236}">
                <a16:creationId xmlns:a16="http://schemas.microsoft.com/office/drawing/2014/main" id="{4C4EC1F1-90D6-4C36-AAA8-DF00E69F8B51}"/>
              </a:ext>
            </a:extLst>
          </p:cNvPr>
          <p:cNvSpPr>
            <a:spLocks noGrp="1"/>
          </p:cNvSpPr>
          <p:nvPr/>
        </p:nvSpPr>
        <p:spPr>
          <a:xfrm>
            <a:off x="787729" y="8902099"/>
            <a:ext cx="1323975" cy="504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200" b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A3A"/>
                </a:solidFill>
                <a:latin typeface="Aptos"/>
                <a:ea typeface="Aptos"/>
                <a:cs typeface="Aptos"/>
              </a:rPr>
              <a:t>Past CE head</a:t>
            </a:r>
          </a:p>
          <a:p>
            <a:pPr algn="ctr">
              <a:defRPr sz="1200" b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A3A"/>
                </a:solidFill>
                <a:latin typeface="Aptos"/>
                <a:ea typeface="Aptos"/>
                <a:cs typeface="Aptos"/>
              </a:rPr>
              <a:t>(training only)</a:t>
            </a:r>
          </a:p>
        </p:txBody>
      </p:sp>
      <p:sp>
        <p:nvSpPr>
          <p:cNvPr id="404" name="Rectangle 403">
            <a:extLst>
              <a:ext uri="{FF2B5EF4-FFF2-40B4-BE49-F238E27FC236}">
                <a16:creationId xmlns:a16="http://schemas.microsoft.com/office/drawing/2014/main" id="{581A3B08-DD45-436E-97AB-BCADB7955720}"/>
              </a:ext>
            </a:extLst>
          </p:cNvPr>
          <p:cNvSpPr>
            <a:spLocks noGrp="1"/>
          </p:cNvSpPr>
          <p:nvPr/>
        </p:nvSpPr>
        <p:spPr>
          <a:xfrm>
            <a:off x="4054804" y="1558324"/>
            <a:ext cx="195262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9525" rIns="19050" bIns="9525" anchor="ctr">
            <a:normAutofit fontScale="95753"/>
          </a:bodyPr>
          <a:lstStyle/>
          <a:p>
            <a:pPr algn="ctr">
              <a:defRPr sz="1200" b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A3A"/>
                </a:solidFill>
                <a:latin typeface="Aptos"/>
                <a:ea typeface="Aptos"/>
                <a:cs typeface="Aptos"/>
              </a:rPr>
              <a:t>x_t target; real x_0 shown at t=0</a:t>
            </a:r>
          </a:p>
        </p:txBody>
      </p:sp>
      <p:sp>
        <p:nvSpPr>
          <p:cNvPr id="405" name="vpm-real-target-spectrogram-r0-c0">
            <a:extLst>
              <a:ext uri="{FF2B5EF4-FFF2-40B4-BE49-F238E27FC236}">
                <a16:creationId xmlns:a16="http://schemas.microsoft.com/office/drawing/2014/main" id="{18E8C48A-B938-4573-BA96-D5AB12BEFDB3}"/>
              </a:ext>
            </a:extLst>
          </p:cNvPr>
          <p:cNvSpPr>
            <a:spLocks noGrp="1"/>
          </p:cNvSpPr>
          <p:nvPr/>
        </p:nvSpPr>
        <p:spPr>
          <a:xfrm>
            <a:off x="4473904" y="1882174"/>
            <a:ext cx="65881" cy="40481"/>
          </a:xfrm>
          <a:prstGeom prst="rect">
            <a:avLst/>
          </a:prstGeom>
          <a:solidFill>
            <a:srgbClr val="07051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6" name="vpm-real-target-spectrogram-r0-c1">
            <a:extLst>
              <a:ext uri="{FF2B5EF4-FFF2-40B4-BE49-F238E27FC236}">
                <a16:creationId xmlns:a16="http://schemas.microsoft.com/office/drawing/2014/main" id="{DB519DE5-DEBF-472F-9035-B69A3386BF4B}"/>
              </a:ext>
            </a:extLst>
          </p:cNvPr>
          <p:cNvSpPr>
            <a:spLocks noGrp="1"/>
          </p:cNvSpPr>
          <p:nvPr/>
        </p:nvSpPr>
        <p:spPr>
          <a:xfrm>
            <a:off x="4537404" y="1882174"/>
            <a:ext cx="65881" cy="40481"/>
          </a:xfrm>
          <a:prstGeom prst="rect">
            <a:avLst/>
          </a:prstGeom>
          <a:solidFill>
            <a:srgbClr val="33126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7" name="vpm-real-target-spectrogram-r0-c2">
            <a:extLst>
              <a:ext uri="{FF2B5EF4-FFF2-40B4-BE49-F238E27FC236}">
                <a16:creationId xmlns:a16="http://schemas.microsoft.com/office/drawing/2014/main" id="{0729721A-D07B-4EF8-ABCD-CC9198020AE8}"/>
              </a:ext>
            </a:extLst>
          </p:cNvPr>
          <p:cNvSpPr>
            <a:spLocks noGrp="1"/>
          </p:cNvSpPr>
          <p:nvPr/>
        </p:nvSpPr>
        <p:spPr>
          <a:xfrm>
            <a:off x="4600904" y="1882174"/>
            <a:ext cx="65881" cy="40481"/>
          </a:xfrm>
          <a:prstGeom prst="rect">
            <a:avLst/>
          </a:prstGeom>
          <a:solidFill>
            <a:srgbClr val="2F126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8" name="vpm-real-target-spectrogram-r0-c3">
            <a:extLst>
              <a:ext uri="{FF2B5EF4-FFF2-40B4-BE49-F238E27FC236}">
                <a16:creationId xmlns:a16="http://schemas.microsoft.com/office/drawing/2014/main" id="{B61503FE-4ED2-47A4-9C1A-08F54B9B577F}"/>
              </a:ext>
            </a:extLst>
          </p:cNvPr>
          <p:cNvSpPr>
            <a:spLocks noGrp="1"/>
          </p:cNvSpPr>
          <p:nvPr/>
        </p:nvSpPr>
        <p:spPr>
          <a:xfrm>
            <a:off x="4664404" y="1882174"/>
            <a:ext cx="65881" cy="40481"/>
          </a:xfrm>
          <a:prstGeom prst="rect">
            <a:avLst/>
          </a:prstGeom>
          <a:solidFill>
            <a:srgbClr val="2D116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9" name="vpm-real-target-spectrogram-r0-c4">
            <a:extLst>
              <a:ext uri="{FF2B5EF4-FFF2-40B4-BE49-F238E27FC236}">
                <a16:creationId xmlns:a16="http://schemas.microsoft.com/office/drawing/2014/main" id="{6F02A2F2-81D2-40F9-B7C4-198B0CB351CC}"/>
              </a:ext>
            </a:extLst>
          </p:cNvPr>
          <p:cNvSpPr>
            <a:spLocks noGrp="1"/>
          </p:cNvSpPr>
          <p:nvPr/>
        </p:nvSpPr>
        <p:spPr>
          <a:xfrm>
            <a:off x="4727904" y="1882174"/>
            <a:ext cx="65881" cy="40481"/>
          </a:xfrm>
          <a:prstGeom prst="rect">
            <a:avLst/>
          </a:prstGeom>
          <a:solidFill>
            <a:srgbClr val="08051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0" name="vpm-real-target-spectrogram-r0-c5">
            <a:extLst>
              <a:ext uri="{FF2B5EF4-FFF2-40B4-BE49-F238E27FC236}">
                <a16:creationId xmlns:a16="http://schemas.microsoft.com/office/drawing/2014/main" id="{59E9674E-D837-4328-8C8C-71EE7C6EFD4A}"/>
              </a:ext>
            </a:extLst>
          </p:cNvPr>
          <p:cNvSpPr>
            <a:spLocks noGrp="1"/>
          </p:cNvSpPr>
          <p:nvPr/>
        </p:nvSpPr>
        <p:spPr>
          <a:xfrm>
            <a:off x="4791404" y="1882174"/>
            <a:ext cx="65881" cy="40481"/>
          </a:xfrm>
          <a:prstGeom prst="rect">
            <a:avLst/>
          </a:prstGeom>
          <a:solidFill>
            <a:srgbClr val="0C072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1" name="vpm-real-target-spectrogram-r0-c6">
            <a:extLst>
              <a:ext uri="{FF2B5EF4-FFF2-40B4-BE49-F238E27FC236}">
                <a16:creationId xmlns:a16="http://schemas.microsoft.com/office/drawing/2014/main" id="{9CF6E129-B04C-4688-8BBE-F655FCC6E183}"/>
              </a:ext>
            </a:extLst>
          </p:cNvPr>
          <p:cNvSpPr>
            <a:spLocks noGrp="1"/>
          </p:cNvSpPr>
          <p:nvPr/>
        </p:nvSpPr>
        <p:spPr>
          <a:xfrm>
            <a:off x="4854904" y="1882174"/>
            <a:ext cx="65881" cy="40481"/>
          </a:xfrm>
          <a:prstGeom prst="rect">
            <a:avLst/>
          </a:prstGeom>
          <a:solidFill>
            <a:srgbClr val="0C072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2" name="vpm-real-target-spectrogram-r0-c7">
            <a:extLst>
              <a:ext uri="{FF2B5EF4-FFF2-40B4-BE49-F238E27FC236}">
                <a16:creationId xmlns:a16="http://schemas.microsoft.com/office/drawing/2014/main" id="{075BBD4A-3C3F-4B36-ABDF-B5C1FBBE7A7E}"/>
              </a:ext>
            </a:extLst>
          </p:cNvPr>
          <p:cNvSpPr>
            <a:spLocks noGrp="1"/>
          </p:cNvSpPr>
          <p:nvPr/>
        </p:nvSpPr>
        <p:spPr>
          <a:xfrm>
            <a:off x="4918404" y="1882174"/>
            <a:ext cx="65881" cy="40481"/>
          </a:xfrm>
          <a:prstGeom prst="rect">
            <a:avLst/>
          </a:prstGeom>
          <a:solidFill>
            <a:srgbClr val="07051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3" name="vpm-real-target-spectrogram-r0-c8">
            <a:extLst>
              <a:ext uri="{FF2B5EF4-FFF2-40B4-BE49-F238E27FC236}">
                <a16:creationId xmlns:a16="http://schemas.microsoft.com/office/drawing/2014/main" id="{E9FB30BB-B123-45EB-B58A-99829A1A72F2}"/>
              </a:ext>
            </a:extLst>
          </p:cNvPr>
          <p:cNvSpPr>
            <a:spLocks noGrp="1"/>
          </p:cNvSpPr>
          <p:nvPr/>
        </p:nvSpPr>
        <p:spPr>
          <a:xfrm>
            <a:off x="4981904" y="1882174"/>
            <a:ext cx="65881" cy="40481"/>
          </a:xfrm>
          <a:prstGeom prst="rect">
            <a:avLst/>
          </a:prstGeom>
          <a:solidFill>
            <a:srgbClr val="07051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4" name="vpm-real-target-spectrogram-r0-c9">
            <a:extLst>
              <a:ext uri="{FF2B5EF4-FFF2-40B4-BE49-F238E27FC236}">
                <a16:creationId xmlns:a16="http://schemas.microsoft.com/office/drawing/2014/main" id="{F10AE42D-6A33-4DEE-9BB0-96499F29540E}"/>
              </a:ext>
            </a:extLst>
          </p:cNvPr>
          <p:cNvSpPr>
            <a:spLocks noGrp="1"/>
          </p:cNvSpPr>
          <p:nvPr/>
        </p:nvSpPr>
        <p:spPr>
          <a:xfrm>
            <a:off x="5045404" y="1882174"/>
            <a:ext cx="65881" cy="40481"/>
          </a:xfrm>
          <a:prstGeom prst="rect">
            <a:avLst/>
          </a:prstGeom>
          <a:solidFill>
            <a:srgbClr val="0E07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5" name="vpm-real-target-spectrogram-r0-c10">
            <a:extLst>
              <a:ext uri="{FF2B5EF4-FFF2-40B4-BE49-F238E27FC236}">
                <a16:creationId xmlns:a16="http://schemas.microsoft.com/office/drawing/2014/main" id="{6DD400F9-7BE2-44E9-85D3-2F8A2A8CA136}"/>
              </a:ext>
            </a:extLst>
          </p:cNvPr>
          <p:cNvSpPr>
            <a:spLocks noGrp="1"/>
          </p:cNvSpPr>
          <p:nvPr/>
        </p:nvSpPr>
        <p:spPr>
          <a:xfrm>
            <a:off x="5108904" y="1882174"/>
            <a:ext cx="65881" cy="40481"/>
          </a:xfrm>
          <a:prstGeom prst="rect">
            <a:avLst/>
          </a:prstGeom>
          <a:solidFill>
            <a:srgbClr val="0906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6" name="vpm-real-target-spectrogram-r0-c11">
            <a:extLst>
              <a:ext uri="{FF2B5EF4-FFF2-40B4-BE49-F238E27FC236}">
                <a16:creationId xmlns:a16="http://schemas.microsoft.com/office/drawing/2014/main" id="{7F06A161-2AEF-477B-99CA-071142BFF3DF}"/>
              </a:ext>
            </a:extLst>
          </p:cNvPr>
          <p:cNvSpPr>
            <a:spLocks noGrp="1"/>
          </p:cNvSpPr>
          <p:nvPr/>
        </p:nvSpPr>
        <p:spPr>
          <a:xfrm>
            <a:off x="5172404" y="1882174"/>
            <a:ext cx="65881" cy="40481"/>
          </a:xfrm>
          <a:prstGeom prst="rect">
            <a:avLst/>
          </a:prstGeom>
          <a:solidFill>
            <a:srgbClr val="0A0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7" name="vpm-real-target-spectrogram-r0-c12">
            <a:extLst>
              <a:ext uri="{FF2B5EF4-FFF2-40B4-BE49-F238E27FC236}">
                <a16:creationId xmlns:a16="http://schemas.microsoft.com/office/drawing/2014/main" id="{5FA23560-19D0-442B-A97B-5EEE4083EC57}"/>
              </a:ext>
            </a:extLst>
          </p:cNvPr>
          <p:cNvSpPr>
            <a:spLocks noGrp="1"/>
          </p:cNvSpPr>
          <p:nvPr/>
        </p:nvSpPr>
        <p:spPr>
          <a:xfrm>
            <a:off x="5235904" y="1882174"/>
            <a:ext cx="65881" cy="40481"/>
          </a:xfrm>
          <a:prstGeom prst="rect">
            <a:avLst/>
          </a:prstGeom>
          <a:solidFill>
            <a:srgbClr val="0805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8" name="vpm-real-target-spectrogram-r0-c13">
            <a:extLst>
              <a:ext uri="{FF2B5EF4-FFF2-40B4-BE49-F238E27FC236}">
                <a16:creationId xmlns:a16="http://schemas.microsoft.com/office/drawing/2014/main" id="{5F2941A6-99D7-46B9-8CE4-6BD56F2A76DA}"/>
              </a:ext>
            </a:extLst>
          </p:cNvPr>
          <p:cNvSpPr>
            <a:spLocks noGrp="1"/>
          </p:cNvSpPr>
          <p:nvPr/>
        </p:nvSpPr>
        <p:spPr>
          <a:xfrm>
            <a:off x="5299404" y="1882174"/>
            <a:ext cx="65881" cy="40481"/>
          </a:xfrm>
          <a:prstGeom prst="rect">
            <a:avLst/>
          </a:prstGeom>
          <a:solidFill>
            <a:srgbClr val="07051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9" name="vpm-real-target-spectrogram-r0-c14">
            <a:extLst>
              <a:ext uri="{FF2B5EF4-FFF2-40B4-BE49-F238E27FC236}">
                <a16:creationId xmlns:a16="http://schemas.microsoft.com/office/drawing/2014/main" id="{025EABB7-0ABA-4B43-ABA3-23B8A459BBA3}"/>
              </a:ext>
            </a:extLst>
          </p:cNvPr>
          <p:cNvSpPr>
            <a:spLocks noGrp="1"/>
          </p:cNvSpPr>
          <p:nvPr/>
        </p:nvSpPr>
        <p:spPr>
          <a:xfrm>
            <a:off x="5362904" y="1882174"/>
            <a:ext cx="65881" cy="40481"/>
          </a:xfrm>
          <a:prstGeom prst="rect">
            <a:avLst/>
          </a:prstGeom>
          <a:solidFill>
            <a:srgbClr val="07051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0" name="vpm-real-target-spectrogram-r0-c15">
            <a:extLst>
              <a:ext uri="{FF2B5EF4-FFF2-40B4-BE49-F238E27FC236}">
                <a16:creationId xmlns:a16="http://schemas.microsoft.com/office/drawing/2014/main" id="{AE081243-6B81-4D8B-9157-5B35908A8E22}"/>
              </a:ext>
            </a:extLst>
          </p:cNvPr>
          <p:cNvSpPr>
            <a:spLocks noGrp="1"/>
          </p:cNvSpPr>
          <p:nvPr/>
        </p:nvSpPr>
        <p:spPr>
          <a:xfrm>
            <a:off x="5426404" y="1882174"/>
            <a:ext cx="65881" cy="40481"/>
          </a:xfrm>
          <a:prstGeom prst="rect">
            <a:avLst/>
          </a:prstGeom>
          <a:solidFill>
            <a:srgbClr val="07051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1" name="vpm-real-target-spectrogram-r0-c16">
            <a:extLst>
              <a:ext uri="{FF2B5EF4-FFF2-40B4-BE49-F238E27FC236}">
                <a16:creationId xmlns:a16="http://schemas.microsoft.com/office/drawing/2014/main" id="{3B5D599A-4DBD-4518-B4DE-5154488F8674}"/>
              </a:ext>
            </a:extLst>
          </p:cNvPr>
          <p:cNvSpPr>
            <a:spLocks noGrp="1"/>
          </p:cNvSpPr>
          <p:nvPr/>
        </p:nvSpPr>
        <p:spPr>
          <a:xfrm>
            <a:off x="5489904" y="1882174"/>
            <a:ext cx="65881" cy="40481"/>
          </a:xfrm>
          <a:prstGeom prst="rect">
            <a:avLst/>
          </a:prstGeom>
          <a:solidFill>
            <a:srgbClr val="1409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2" name="vpm-real-target-spectrogram-r0-c17">
            <a:extLst>
              <a:ext uri="{FF2B5EF4-FFF2-40B4-BE49-F238E27FC236}">
                <a16:creationId xmlns:a16="http://schemas.microsoft.com/office/drawing/2014/main" id="{661E9874-79B8-402F-BD35-C23735E76381}"/>
              </a:ext>
            </a:extLst>
          </p:cNvPr>
          <p:cNvSpPr>
            <a:spLocks noGrp="1"/>
          </p:cNvSpPr>
          <p:nvPr/>
        </p:nvSpPr>
        <p:spPr>
          <a:xfrm>
            <a:off x="5553404" y="1882174"/>
            <a:ext cx="65881" cy="40481"/>
          </a:xfrm>
          <a:prstGeom prst="rect">
            <a:avLst/>
          </a:prstGeom>
          <a:solidFill>
            <a:srgbClr val="0F08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3" name="vpm-real-target-spectrogram-r1-c0">
            <a:extLst>
              <a:ext uri="{FF2B5EF4-FFF2-40B4-BE49-F238E27FC236}">
                <a16:creationId xmlns:a16="http://schemas.microsoft.com/office/drawing/2014/main" id="{67DC5786-8296-4C1D-B626-28A43897EA68}"/>
              </a:ext>
            </a:extLst>
          </p:cNvPr>
          <p:cNvSpPr>
            <a:spLocks noGrp="1"/>
          </p:cNvSpPr>
          <p:nvPr/>
        </p:nvSpPr>
        <p:spPr>
          <a:xfrm>
            <a:off x="4473904" y="1920274"/>
            <a:ext cx="65881" cy="40481"/>
          </a:xfrm>
          <a:prstGeom prst="rect">
            <a:avLst/>
          </a:prstGeom>
          <a:solidFill>
            <a:srgbClr val="07051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4" name="vpm-real-target-spectrogram-r1-c1">
            <a:extLst>
              <a:ext uri="{FF2B5EF4-FFF2-40B4-BE49-F238E27FC236}">
                <a16:creationId xmlns:a16="http://schemas.microsoft.com/office/drawing/2014/main" id="{5EACAFCC-B248-402C-A28A-BEE0D3D9285E}"/>
              </a:ext>
            </a:extLst>
          </p:cNvPr>
          <p:cNvSpPr>
            <a:spLocks noGrp="1"/>
          </p:cNvSpPr>
          <p:nvPr/>
        </p:nvSpPr>
        <p:spPr>
          <a:xfrm>
            <a:off x="4537404" y="1920274"/>
            <a:ext cx="65881" cy="40481"/>
          </a:xfrm>
          <a:prstGeom prst="rect">
            <a:avLst/>
          </a:prstGeom>
          <a:solidFill>
            <a:srgbClr val="5419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5" name="vpm-real-target-spectrogram-r1-c2">
            <a:extLst>
              <a:ext uri="{FF2B5EF4-FFF2-40B4-BE49-F238E27FC236}">
                <a16:creationId xmlns:a16="http://schemas.microsoft.com/office/drawing/2014/main" id="{6744339F-98CB-48E1-9784-EFDEA96AF723}"/>
              </a:ext>
            </a:extLst>
          </p:cNvPr>
          <p:cNvSpPr>
            <a:spLocks noGrp="1"/>
          </p:cNvSpPr>
          <p:nvPr/>
        </p:nvSpPr>
        <p:spPr>
          <a:xfrm>
            <a:off x="4600904" y="1920274"/>
            <a:ext cx="65881" cy="40481"/>
          </a:xfrm>
          <a:prstGeom prst="rect">
            <a:avLst/>
          </a:prstGeom>
          <a:solidFill>
            <a:srgbClr val="8225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6" name="vpm-real-target-spectrogram-r1-c3">
            <a:extLst>
              <a:ext uri="{FF2B5EF4-FFF2-40B4-BE49-F238E27FC236}">
                <a16:creationId xmlns:a16="http://schemas.microsoft.com/office/drawing/2014/main" id="{92AEF02E-9323-4714-8301-0FBF7B127953}"/>
              </a:ext>
            </a:extLst>
          </p:cNvPr>
          <p:cNvSpPr>
            <a:spLocks noGrp="1"/>
          </p:cNvSpPr>
          <p:nvPr/>
        </p:nvSpPr>
        <p:spPr>
          <a:xfrm>
            <a:off x="4664404" y="1920274"/>
            <a:ext cx="65881" cy="40481"/>
          </a:xfrm>
          <a:prstGeom prst="rect">
            <a:avLst/>
          </a:prstGeom>
          <a:solidFill>
            <a:srgbClr val="2C11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7" name="vpm-real-target-spectrogram-r1-c4">
            <a:extLst>
              <a:ext uri="{FF2B5EF4-FFF2-40B4-BE49-F238E27FC236}">
                <a16:creationId xmlns:a16="http://schemas.microsoft.com/office/drawing/2014/main" id="{E86E5D01-2271-4CDD-9A04-DB2848012B9B}"/>
              </a:ext>
            </a:extLst>
          </p:cNvPr>
          <p:cNvSpPr>
            <a:spLocks noGrp="1"/>
          </p:cNvSpPr>
          <p:nvPr/>
        </p:nvSpPr>
        <p:spPr>
          <a:xfrm>
            <a:off x="4727904" y="1920274"/>
            <a:ext cx="65881" cy="40481"/>
          </a:xfrm>
          <a:prstGeom prst="rect">
            <a:avLst/>
          </a:prstGeom>
          <a:solidFill>
            <a:srgbClr val="200D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8" name="vpm-real-target-spectrogram-r1-c5">
            <a:extLst>
              <a:ext uri="{FF2B5EF4-FFF2-40B4-BE49-F238E27FC236}">
                <a16:creationId xmlns:a16="http://schemas.microsoft.com/office/drawing/2014/main" id="{19E15AE0-06A9-4C5F-8294-7A8D6470B4C4}"/>
              </a:ext>
            </a:extLst>
          </p:cNvPr>
          <p:cNvSpPr>
            <a:spLocks noGrp="1"/>
          </p:cNvSpPr>
          <p:nvPr/>
        </p:nvSpPr>
        <p:spPr>
          <a:xfrm>
            <a:off x="4791404" y="1920274"/>
            <a:ext cx="65881" cy="40481"/>
          </a:xfrm>
          <a:prstGeom prst="rect">
            <a:avLst/>
          </a:prstGeom>
          <a:solidFill>
            <a:srgbClr val="2B115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9" name="vpm-real-target-spectrogram-r1-c6">
            <a:extLst>
              <a:ext uri="{FF2B5EF4-FFF2-40B4-BE49-F238E27FC236}">
                <a16:creationId xmlns:a16="http://schemas.microsoft.com/office/drawing/2014/main" id="{CDC39A47-1F9B-4321-B423-602B368FD9FE}"/>
              </a:ext>
            </a:extLst>
          </p:cNvPr>
          <p:cNvSpPr>
            <a:spLocks noGrp="1"/>
          </p:cNvSpPr>
          <p:nvPr/>
        </p:nvSpPr>
        <p:spPr>
          <a:xfrm>
            <a:off x="4854904" y="1920274"/>
            <a:ext cx="65881" cy="40481"/>
          </a:xfrm>
          <a:prstGeom prst="rect">
            <a:avLst/>
          </a:prstGeom>
          <a:solidFill>
            <a:srgbClr val="1B0B3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0" name="vpm-real-target-spectrogram-r1-c7">
            <a:extLst>
              <a:ext uri="{FF2B5EF4-FFF2-40B4-BE49-F238E27FC236}">
                <a16:creationId xmlns:a16="http://schemas.microsoft.com/office/drawing/2014/main" id="{2C07E0E7-CD1C-483B-8080-0227951586B6}"/>
              </a:ext>
            </a:extLst>
          </p:cNvPr>
          <p:cNvSpPr>
            <a:spLocks noGrp="1"/>
          </p:cNvSpPr>
          <p:nvPr/>
        </p:nvSpPr>
        <p:spPr>
          <a:xfrm>
            <a:off x="4918404" y="1920274"/>
            <a:ext cx="65881" cy="40481"/>
          </a:xfrm>
          <a:prstGeom prst="rect">
            <a:avLst/>
          </a:prstGeom>
          <a:solidFill>
            <a:srgbClr val="07051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1" name="vpm-real-target-spectrogram-r1-c8">
            <a:extLst>
              <a:ext uri="{FF2B5EF4-FFF2-40B4-BE49-F238E27FC236}">
                <a16:creationId xmlns:a16="http://schemas.microsoft.com/office/drawing/2014/main" id="{02B1AA93-01C6-48B1-8B6B-F513C90FDC95}"/>
              </a:ext>
            </a:extLst>
          </p:cNvPr>
          <p:cNvSpPr>
            <a:spLocks noGrp="1"/>
          </p:cNvSpPr>
          <p:nvPr/>
        </p:nvSpPr>
        <p:spPr>
          <a:xfrm>
            <a:off x="4981904" y="1920274"/>
            <a:ext cx="65881" cy="40481"/>
          </a:xfrm>
          <a:prstGeom prst="rect">
            <a:avLst/>
          </a:prstGeom>
          <a:solidFill>
            <a:srgbClr val="210D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2" name="vpm-real-target-spectrogram-r1-c9">
            <a:extLst>
              <a:ext uri="{FF2B5EF4-FFF2-40B4-BE49-F238E27FC236}">
                <a16:creationId xmlns:a16="http://schemas.microsoft.com/office/drawing/2014/main" id="{CE8104DD-4CCC-4127-A1DE-07CE7BA01DF0}"/>
              </a:ext>
            </a:extLst>
          </p:cNvPr>
          <p:cNvSpPr>
            <a:spLocks noGrp="1"/>
          </p:cNvSpPr>
          <p:nvPr/>
        </p:nvSpPr>
        <p:spPr>
          <a:xfrm>
            <a:off x="5045404" y="1920274"/>
            <a:ext cx="65881" cy="40481"/>
          </a:xfrm>
          <a:prstGeom prst="rect">
            <a:avLst/>
          </a:prstGeom>
          <a:solidFill>
            <a:srgbClr val="0E072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3" name="vpm-real-target-spectrogram-r1-c10">
            <a:extLst>
              <a:ext uri="{FF2B5EF4-FFF2-40B4-BE49-F238E27FC236}">
                <a16:creationId xmlns:a16="http://schemas.microsoft.com/office/drawing/2014/main" id="{773A837E-95FB-4B8F-BA37-5E874E0B1C0B}"/>
              </a:ext>
            </a:extLst>
          </p:cNvPr>
          <p:cNvSpPr>
            <a:spLocks noGrp="1"/>
          </p:cNvSpPr>
          <p:nvPr/>
        </p:nvSpPr>
        <p:spPr>
          <a:xfrm>
            <a:off x="5108904" y="1920274"/>
            <a:ext cx="65881" cy="40481"/>
          </a:xfrm>
          <a:prstGeom prst="rect">
            <a:avLst/>
          </a:prstGeom>
          <a:solidFill>
            <a:srgbClr val="0B062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4" name="vpm-real-target-spectrogram-r1-c11">
            <a:extLst>
              <a:ext uri="{FF2B5EF4-FFF2-40B4-BE49-F238E27FC236}">
                <a16:creationId xmlns:a16="http://schemas.microsoft.com/office/drawing/2014/main" id="{048F6AD9-C733-488D-8D11-3D24B6B9D6B2}"/>
              </a:ext>
            </a:extLst>
          </p:cNvPr>
          <p:cNvSpPr>
            <a:spLocks noGrp="1"/>
          </p:cNvSpPr>
          <p:nvPr/>
        </p:nvSpPr>
        <p:spPr>
          <a:xfrm>
            <a:off x="5172404" y="1920274"/>
            <a:ext cx="65881" cy="40481"/>
          </a:xfrm>
          <a:prstGeom prst="rect">
            <a:avLst/>
          </a:prstGeom>
          <a:solidFill>
            <a:srgbClr val="190B3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5" name="vpm-real-target-spectrogram-r1-c12">
            <a:extLst>
              <a:ext uri="{FF2B5EF4-FFF2-40B4-BE49-F238E27FC236}">
                <a16:creationId xmlns:a16="http://schemas.microsoft.com/office/drawing/2014/main" id="{340D0F59-2F30-4A38-B3AA-6E2D7AE04895}"/>
              </a:ext>
            </a:extLst>
          </p:cNvPr>
          <p:cNvSpPr>
            <a:spLocks noGrp="1"/>
          </p:cNvSpPr>
          <p:nvPr/>
        </p:nvSpPr>
        <p:spPr>
          <a:xfrm>
            <a:off x="5235904" y="1920274"/>
            <a:ext cx="65881" cy="40481"/>
          </a:xfrm>
          <a:prstGeom prst="rect">
            <a:avLst/>
          </a:prstGeom>
          <a:solidFill>
            <a:srgbClr val="160A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6" name="vpm-real-target-spectrogram-r1-c13">
            <a:extLst>
              <a:ext uri="{FF2B5EF4-FFF2-40B4-BE49-F238E27FC236}">
                <a16:creationId xmlns:a16="http://schemas.microsoft.com/office/drawing/2014/main" id="{719D78B8-4CA2-4772-8F3F-559F59BD1721}"/>
              </a:ext>
            </a:extLst>
          </p:cNvPr>
          <p:cNvSpPr>
            <a:spLocks noGrp="1"/>
          </p:cNvSpPr>
          <p:nvPr/>
        </p:nvSpPr>
        <p:spPr>
          <a:xfrm>
            <a:off x="5299404" y="1920274"/>
            <a:ext cx="65881" cy="40481"/>
          </a:xfrm>
          <a:prstGeom prst="rect">
            <a:avLst/>
          </a:prstGeom>
          <a:solidFill>
            <a:srgbClr val="0C072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7" name="vpm-real-target-spectrogram-r1-c14">
            <a:extLst>
              <a:ext uri="{FF2B5EF4-FFF2-40B4-BE49-F238E27FC236}">
                <a16:creationId xmlns:a16="http://schemas.microsoft.com/office/drawing/2014/main" id="{A88F22D1-2AAF-48D6-A83D-7D8B7C71B948}"/>
              </a:ext>
            </a:extLst>
          </p:cNvPr>
          <p:cNvSpPr>
            <a:spLocks noGrp="1"/>
          </p:cNvSpPr>
          <p:nvPr/>
        </p:nvSpPr>
        <p:spPr>
          <a:xfrm>
            <a:off x="5362904" y="1920274"/>
            <a:ext cx="65881" cy="40481"/>
          </a:xfrm>
          <a:prstGeom prst="rect">
            <a:avLst/>
          </a:prstGeom>
          <a:solidFill>
            <a:srgbClr val="0B062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8" name="vpm-real-target-spectrogram-r1-c15">
            <a:extLst>
              <a:ext uri="{FF2B5EF4-FFF2-40B4-BE49-F238E27FC236}">
                <a16:creationId xmlns:a16="http://schemas.microsoft.com/office/drawing/2014/main" id="{7501CBA5-640B-404A-8EBF-CA3E0B3327B6}"/>
              </a:ext>
            </a:extLst>
          </p:cNvPr>
          <p:cNvSpPr>
            <a:spLocks noGrp="1"/>
          </p:cNvSpPr>
          <p:nvPr/>
        </p:nvSpPr>
        <p:spPr>
          <a:xfrm>
            <a:off x="5426404" y="1920274"/>
            <a:ext cx="65881" cy="40481"/>
          </a:xfrm>
          <a:prstGeom prst="rect">
            <a:avLst/>
          </a:prstGeom>
          <a:solidFill>
            <a:srgbClr val="07051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9" name="vpm-real-target-spectrogram-r1-c16">
            <a:extLst>
              <a:ext uri="{FF2B5EF4-FFF2-40B4-BE49-F238E27FC236}">
                <a16:creationId xmlns:a16="http://schemas.microsoft.com/office/drawing/2014/main" id="{F00C4B18-0FD4-487F-91C0-A0710CED34E4}"/>
              </a:ext>
            </a:extLst>
          </p:cNvPr>
          <p:cNvSpPr>
            <a:spLocks noGrp="1"/>
          </p:cNvSpPr>
          <p:nvPr/>
        </p:nvSpPr>
        <p:spPr>
          <a:xfrm>
            <a:off x="5489904" y="1920274"/>
            <a:ext cx="65881" cy="40481"/>
          </a:xfrm>
          <a:prstGeom prst="rect">
            <a:avLst/>
          </a:prstGeom>
          <a:solidFill>
            <a:srgbClr val="240E5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0" name="vpm-real-target-spectrogram-r1-c17">
            <a:extLst>
              <a:ext uri="{FF2B5EF4-FFF2-40B4-BE49-F238E27FC236}">
                <a16:creationId xmlns:a16="http://schemas.microsoft.com/office/drawing/2014/main" id="{90CC70A7-D94B-4F94-AE99-5E7EE3157CB4}"/>
              </a:ext>
            </a:extLst>
          </p:cNvPr>
          <p:cNvSpPr>
            <a:spLocks noGrp="1"/>
          </p:cNvSpPr>
          <p:nvPr/>
        </p:nvSpPr>
        <p:spPr>
          <a:xfrm>
            <a:off x="5553404" y="1920274"/>
            <a:ext cx="65881" cy="40481"/>
          </a:xfrm>
          <a:prstGeom prst="rect">
            <a:avLst/>
          </a:prstGeom>
          <a:solidFill>
            <a:srgbClr val="1409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1" name="vpm-real-target-spectrogram-r2-c0">
            <a:extLst>
              <a:ext uri="{FF2B5EF4-FFF2-40B4-BE49-F238E27FC236}">
                <a16:creationId xmlns:a16="http://schemas.microsoft.com/office/drawing/2014/main" id="{808F79CB-64E6-4CB8-9C78-B93B710945A1}"/>
              </a:ext>
            </a:extLst>
          </p:cNvPr>
          <p:cNvSpPr>
            <a:spLocks noGrp="1"/>
          </p:cNvSpPr>
          <p:nvPr/>
        </p:nvSpPr>
        <p:spPr>
          <a:xfrm>
            <a:off x="4473904" y="1958374"/>
            <a:ext cx="65881" cy="40481"/>
          </a:xfrm>
          <a:prstGeom prst="rect">
            <a:avLst/>
          </a:prstGeom>
          <a:solidFill>
            <a:srgbClr val="1008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2" name="vpm-real-target-spectrogram-r2-c1">
            <a:extLst>
              <a:ext uri="{FF2B5EF4-FFF2-40B4-BE49-F238E27FC236}">
                <a16:creationId xmlns:a16="http://schemas.microsoft.com/office/drawing/2014/main" id="{F0D1E54A-5024-4735-89B7-4DBD62657442}"/>
              </a:ext>
            </a:extLst>
          </p:cNvPr>
          <p:cNvSpPr>
            <a:spLocks noGrp="1"/>
          </p:cNvSpPr>
          <p:nvPr/>
        </p:nvSpPr>
        <p:spPr>
          <a:xfrm>
            <a:off x="4537404" y="1958374"/>
            <a:ext cx="65881" cy="40481"/>
          </a:xfrm>
          <a:prstGeom prst="rect">
            <a:avLst/>
          </a:prstGeom>
          <a:solidFill>
            <a:srgbClr val="922A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3" name="vpm-real-target-spectrogram-r2-c2">
            <a:extLst>
              <a:ext uri="{FF2B5EF4-FFF2-40B4-BE49-F238E27FC236}">
                <a16:creationId xmlns:a16="http://schemas.microsoft.com/office/drawing/2014/main" id="{993C4416-D068-4FE6-A7E4-E983D331A0A9}"/>
              </a:ext>
            </a:extLst>
          </p:cNvPr>
          <p:cNvSpPr>
            <a:spLocks noGrp="1"/>
          </p:cNvSpPr>
          <p:nvPr/>
        </p:nvSpPr>
        <p:spPr>
          <a:xfrm>
            <a:off x="4600904" y="1958374"/>
            <a:ext cx="65881" cy="40481"/>
          </a:xfrm>
          <a:prstGeom prst="rect">
            <a:avLst/>
          </a:prstGeom>
          <a:solidFill>
            <a:srgbClr val="C443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4" name="vpm-real-target-spectrogram-r2-c3">
            <a:extLst>
              <a:ext uri="{FF2B5EF4-FFF2-40B4-BE49-F238E27FC236}">
                <a16:creationId xmlns:a16="http://schemas.microsoft.com/office/drawing/2014/main" id="{6D97D0C5-190B-4D17-9F81-2666B3967182}"/>
              </a:ext>
            </a:extLst>
          </p:cNvPr>
          <p:cNvSpPr>
            <a:spLocks noGrp="1"/>
          </p:cNvSpPr>
          <p:nvPr/>
        </p:nvSpPr>
        <p:spPr>
          <a:xfrm>
            <a:off x="4664404" y="1958374"/>
            <a:ext cx="65881" cy="40481"/>
          </a:xfrm>
          <a:prstGeom prst="rect">
            <a:avLst/>
          </a:prstGeom>
          <a:solidFill>
            <a:srgbClr val="5419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5" name="vpm-real-target-spectrogram-r2-c4">
            <a:extLst>
              <a:ext uri="{FF2B5EF4-FFF2-40B4-BE49-F238E27FC236}">
                <a16:creationId xmlns:a16="http://schemas.microsoft.com/office/drawing/2014/main" id="{BFDF96F6-961C-49E4-9642-E9670274E95F}"/>
              </a:ext>
            </a:extLst>
          </p:cNvPr>
          <p:cNvSpPr>
            <a:spLocks noGrp="1"/>
          </p:cNvSpPr>
          <p:nvPr/>
        </p:nvSpPr>
        <p:spPr>
          <a:xfrm>
            <a:off x="4727904" y="1958374"/>
            <a:ext cx="65881" cy="40481"/>
          </a:xfrm>
          <a:prstGeom prst="rect">
            <a:avLst/>
          </a:prstGeom>
          <a:solidFill>
            <a:srgbClr val="4516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6" name="vpm-real-target-spectrogram-r2-c5">
            <a:extLst>
              <a:ext uri="{FF2B5EF4-FFF2-40B4-BE49-F238E27FC236}">
                <a16:creationId xmlns:a16="http://schemas.microsoft.com/office/drawing/2014/main" id="{1A5151B8-D905-4DA1-BE7B-7DA73C92236C}"/>
              </a:ext>
            </a:extLst>
          </p:cNvPr>
          <p:cNvSpPr>
            <a:spLocks noGrp="1"/>
          </p:cNvSpPr>
          <p:nvPr/>
        </p:nvSpPr>
        <p:spPr>
          <a:xfrm>
            <a:off x="4791404" y="1958374"/>
            <a:ext cx="65881" cy="40481"/>
          </a:xfrm>
          <a:prstGeom prst="rect">
            <a:avLst/>
          </a:prstGeom>
          <a:solidFill>
            <a:srgbClr val="2B115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7" name="vpm-real-target-spectrogram-r2-c6">
            <a:extLst>
              <a:ext uri="{FF2B5EF4-FFF2-40B4-BE49-F238E27FC236}">
                <a16:creationId xmlns:a16="http://schemas.microsoft.com/office/drawing/2014/main" id="{2CD822A1-A73D-4D16-AB71-886842C865F6}"/>
              </a:ext>
            </a:extLst>
          </p:cNvPr>
          <p:cNvSpPr>
            <a:spLocks noGrp="1"/>
          </p:cNvSpPr>
          <p:nvPr/>
        </p:nvSpPr>
        <p:spPr>
          <a:xfrm>
            <a:off x="4854904" y="1958374"/>
            <a:ext cx="65881" cy="40481"/>
          </a:xfrm>
          <a:prstGeom prst="rect">
            <a:avLst/>
          </a:prstGeom>
          <a:solidFill>
            <a:srgbClr val="1C0C4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8" name="vpm-real-target-spectrogram-r2-c7">
            <a:extLst>
              <a:ext uri="{FF2B5EF4-FFF2-40B4-BE49-F238E27FC236}">
                <a16:creationId xmlns:a16="http://schemas.microsoft.com/office/drawing/2014/main" id="{C986A6B1-6FFD-4FC4-BC83-AFF8A74663AA}"/>
              </a:ext>
            </a:extLst>
          </p:cNvPr>
          <p:cNvSpPr>
            <a:spLocks noGrp="1"/>
          </p:cNvSpPr>
          <p:nvPr/>
        </p:nvSpPr>
        <p:spPr>
          <a:xfrm>
            <a:off x="4918404" y="1958374"/>
            <a:ext cx="65881" cy="40481"/>
          </a:xfrm>
          <a:prstGeom prst="rect">
            <a:avLst/>
          </a:prstGeom>
          <a:solidFill>
            <a:srgbClr val="2A105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9" name="vpm-real-target-spectrogram-r2-c8">
            <a:extLst>
              <a:ext uri="{FF2B5EF4-FFF2-40B4-BE49-F238E27FC236}">
                <a16:creationId xmlns:a16="http://schemas.microsoft.com/office/drawing/2014/main" id="{D61AFA97-AFD1-46D0-9953-A3BD829C2E26}"/>
              </a:ext>
            </a:extLst>
          </p:cNvPr>
          <p:cNvSpPr>
            <a:spLocks noGrp="1"/>
          </p:cNvSpPr>
          <p:nvPr/>
        </p:nvSpPr>
        <p:spPr>
          <a:xfrm>
            <a:off x="4981904" y="1958374"/>
            <a:ext cx="65881" cy="40481"/>
          </a:xfrm>
          <a:prstGeom prst="rect">
            <a:avLst/>
          </a:prstGeom>
          <a:solidFill>
            <a:srgbClr val="31126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0" name="vpm-real-target-spectrogram-r2-c9">
            <a:extLst>
              <a:ext uri="{FF2B5EF4-FFF2-40B4-BE49-F238E27FC236}">
                <a16:creationId xmlns:a16="http://schemas.microsoft.com/office/drawing/2014/main" id="{FB1237EF-0A40-49C7-94D5-AC613F362462}"/>
              </a:ext>
            </a:extLst>
          </p:cNvPr>
          <p:cNvSpPr>
            <a:spLocks noGrp="1"/>
          </p:cNvSpPr>
          <p:nvPr/>
        </p:nvSpPr>
        <p:spPr>
          <a:xfrm>
            <a:off x="5045404" y="1958374"/>
            <a:ext cx="65881" cy="40481"/>
          </a:xfrm>
          <a:prstGeom prst="rect">
            <a:avLst/>
          </a:prstGeom>
          <a:solidFill>
            <a:srgbClr val="250F5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1" name="vpm-real-target-spectrogram-r2-c10">
            <a:extLst>
              <a:ext uri="{FF2B5EF4-FFF2-40B4-BE49-F238E27FC236}">
                <a16:creationId xmlns:a16="http://schemas.microsoft.com/office/drawing/2014/main" id="{21F86C8B-DFA5-479B-AFE5-CAD61FB74290}"/>
              </a:ext>
            </a:extLst>
          </p:cNvPr>
          <p:cNvSpPr>
            <a:spLocks noGrp="1"/>
          </p:cNvSpPr>
          <p:nvPr/>
        </p:nvSpPr>
        <p:spPr>
          <a:xfrm>
            <a:off x="5108904" y="1958374"/>
            <a:ext cx="65881" cy="40481"/>
          </a:xfrm>
          <a:prstGeom prst="rect">
            <a:avLst/>
          </a:prstGeom>
          <a:solidFill>
            <a:srgbClr val="1F0D4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2" name="vpm-real-target-spectrogram-r2-c11">
            <a:extLst>
              <a:ext uri="{FF2B5EF4-FFF2-40B4-BE49-F238E27FC236}">
                <a16:creationId xmlns:a16="http://schemas.microsoft.com/office/drawing/2014/main" id="{0F7694A4-FDD0-4FCA-B219-03D7D1D08A4C}"/>
              </a:ext>
            </a:extLst>
          </p:cNvPr>
          <p:cNvSpPr>
            <a:spLocks noGrp="1"/>
          </p:cNvSpPr>
          <p:nvPr/>
        </p:nvSpPr>
        <p:spPr>
          <a:xfrm>
            <a:off x="5172404" y="1958374"/>
            <a:ext cx="65881" cy="40481"/>
          </a:xfrm>
          <a:prstGeom prst="rect">
            <a:avLst/>
          </a:prstGeom>
          <a:solidFill>
            <a:srgbClr val="31126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3" name="vpm-real-target-spectrogram-r2-c12">
            <a:extLst>
              <a:ext uri="{FF2B5EF4-FFF2-40B4-BE49-F238E27FC236}">
                <a16:creationId xmlns:a16="http://schemas.microsoft.com/office/drawing/2014/main" id="{A8A0238D-1C24-4E80-9ED4-C69651BB3D5C}"/>
              </a:ext>
            </a:extLst>
          </p:cNvPr>
          <p:cNvSpPr>
            <a:spLocks noGrp="1"/>
          </p:cNvSpPr>
          <p:nvPr/>
        </p:nvSpPr>
        <p:spPr>
          <a:xfrm>
            <a:off x="5235904" y="1958374"/>
            <a:ext cx="65881" cy="40481"/>
          </a:xfrm>
          <a:prstGeom prst="rect">
            <a:avLst/>
          </a:prstGeom>
          <a:solidFill>
            <a:srgbClr val="31126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4" name="vpm-real-target-spectrogram-r2-c13">
            <a:extLst>
              <a:ext uri="{FF2B5EF4-FFF2-40B4-BE49-F238E27FC236}">
                <a16:creationId xmlns:a16="http://schemas.microsoft.com/office/drawing/2014/main" id="{F8BB63E9-B526-4F45-92AC-28E21E59821D}"/>
              </a:ext>
            </a:extLst>
          </p:cNvPr>
          <p:cNvSpPr>
            <a:spLocks noGrp="1"/>
          </p:cNvSpPr>
          <p:nvPr/>
        </p:nvSpPr>
        <p:spPr>
          <a:xfrm>
            <a:off x="5299404" y="1958374"/>
            <a:ext cx="65881" cy="40481"/>
          </a:xfrm>
          <a:prstGeom prst="rect">
            <a:avLst/>
          </a:prstGeom>
          <a:solidFill>
            <a:srgbClr val="160A3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5" name="vpm-real-target-spectrogram-r2-c14">
            <a:extLst>
              <a:ext uri="{FF2B5EF4-FFF2-40B4-BE49-F238E27FC236}">
                <a16:creationId xmlns:a16="http://schemas.microsoft.com/office/drawing/2014/main" id="{D001884E-703F-4023-BCE1-3C18DA5760A7}"/>
              </a:ext>
            </a:extLst>
          </p:cNvPr>
          <p:cNvSpPr>
            <a:spLocks noGrp="1"/>
          </p:cNvSpPr>
          <p:nvPr/>
        </p:nvSpPr>
        <p:spPr>
          <a:xfrm>
            <a:off x="5362904" y="1958374"/>
            <a:ext cx="65881" cy="40481"/>
          </a:xfrm>
          <a:prstGeom prst="rect">
            <a:avLst/>
          </a:prstGeom>
          <a:solidFill>
            <a:srgbClr val="1C0C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6" name="vpm-real-target-spectrogram-r2-c15">
            <a:extLst>
              <a:ext uri="{FF2B5EF4-FFF2-40B4-BE49-F238E27FC236}">
                <a16:creationId xmlns:a16="http://schemas.microsoft.com/office/drawing/2014/main" id="{A96E5BEB-810B-4450-8CA6-4C341C1CE188}"/>
              </a:ext>
            </a:extLst>
          </p:cNvPr>
          <p:cNvSpPr>
            <a:spLocks noGrp="1"/>
          </p:cNvSpPr>
          <p:nvPr/>
        </p:nvSpPr>
        <p:spPr>
          <a:xfrm>
            <a:off x="5426404" y="1958374"/>
            <a:ext cx="65881" cy="40481"/>
          </a:xfrm>
          <a:prstGeom prst="rect">
            <a:avLst/>
          </a:prstGeom>
          <a:solidFill>
            <a:srgbClr val="250F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7" name="vpm-real-target-spectrogram-r2-c16">
            <a:extLst>
              <a:ext uri="{FF2B5EF4-FFF2-40B4-BE49-F238E27FC236}">
                <a16:creationId xmlns:a16="http://schemas.microsoft.com/office/drawing/2014/main" id="{BBCBDF5E-CDA9-48D4-801E-62A3635DC02D}"/>
              </a:ext>
            </a:extLst>
          </p:cNvPr>
          <p:cNvSpPr>
            <a:spLocks noGrp="1"/>
          </p:cNvSpPr>
          <p:nvPr/>
        </p:nvSpPr>
        <p:spPr>
          <a:xfrm>
            <a:off x="5489904" y="1958374"/>
            <a:ext cx="65881" cy="40481"/>
          </a:xfrm>
          <a:prstGeom prst="rect">
            <a:avLst/>
          </a:prstGeom>
          <a:solidFill>
            <a:srgbClr val="250F5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8" name="vpm-real-target-spectrogram-r2-c17">
            <a:extLst>
              <a:ext uri="{FF2B5EF4-FFF2-40B4-BE49-F238E27FC236}">
                <a16:creationId xmlns:a16="http://schemas.microsoft.com/office/drawing/2014/main" id="{3BCDD7EB-531C-4638-BC31-484E0775F15F}"/>
              </a:ext>
            </a:extLst>
          </p:cNvPr>
          <p:cNvSpPr>
            <a:spLocks noGrp="1"/>
          </p:cNvSpPr>
          <p:nvPr/>
        </p:nvSpPr>
        <p:spPr>
          <a:xfrm>
            <a:off x="5553404" y="1958374"/>
            <a:ext cx="65881" cy="40481"/>
          </a:xfrm>
          <a:prstGeom prst="rect">
            <a:avLst/>
          </a:prstGeom>
          <a:solidFill>
            <a:srgbClr val="1A0B3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9" name="vpm-real-target-spectrogram-r3-c0">
            <a:extLst>
              <a:ext uri="{FF2B5EF4-FFF2-40B4-BE49-F238E27FC236}">
                <a16:creationId xmlns:a16="http://schemas.microsoft.com/office/drawing/2014/main" id="{D6285570-0F5D-48D2-900A-DCFD889F2EB9}"/>
              </a:ext>
            </a:extLst>
          </p:cNvPr>
          <p:cNvSpPr>
            <a:spLocks noGrp="1"/>
          </p:cNvSpPr>
          <p:nvPr/>
        </p:nvSpPr>
        <p:spPr>
          <a:xfrm>
            <a:off x="4473904" y="1996474"/>
            <a:ext cx="65881" cy="40481"/>
          </a:xfrm>
          <a:prstGeom prst="rect">
            <a:avLst/>
          </a:prstGeom>
          <a:solidFill>
            <a:srgbClr val="1D0C4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0" name="vpm-real-target-spectrogram-r3-c1">
            <a:extLst>
              <a:ext uri="{FF2B5EF4-FFF2-40B4-BE49-F238E27FC236}">
                <a16:creationId xmlns:a16="http://schemas.microsoft.com/office/drawing/2014/main" id="{5CCA72CA-E218-4D12-B168-DE146E950F4B}"/>
              </a:ext>
            </a:extLst>
          </p:cNvPr>
          <p:cNvSpPr>
            <a:spLocks noGrp="1"/>
          </p:cNvSpPr>
          <p:nvPr/>
        </p:nvSpPr>
        <p:spPr>
          <a:xfrm>
            <a:off x="4537404" y="1996474"/>
            <a:ext cx="65881" cy="40481"/>
          </a:xfrm>
          <a:prstGeom prst="rect">
            <a:avLst/>
          </a:prstGeom>
          <a:solidFill>
            <a:srgbClr val="9B2D7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1" name="vpm-real-target-spectrogram-r3-c2">
            <a:extLst>
              <a:ext uri="{FF2B5EF4-FFF2-40B4-BE49-F238E27FC236}">
                <a16:creationId xmlns:a16="http://schemas.microsoft.com/office/drawing/2014/main" id="{D0283667-7A64-44D5-A1EB-28B81FE60F29}"/>
              </a:ext>
            </a:extLst>
          </p:cNvPr>
          <p:cNvSpPr>
            <a:spLocks noGrp="1"/>
          </p:cNvSpPr>
          <p:nvPr/>
        </p:nvSpPr>
        <p:spPr>
          <a:xfrm>
            <a:off x="4600904" y="1996474"/>
            <a:ext cx="65881" cy="40481"/>
          </a:xfrm>
          <a:prstGeom prst="rect">
            <a:avLst/>
          </a:prstGeom>
          <a:solidFill>
            <a:srgbClr val="EA665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2" name="vpm-real-target-spectrogram-r3-c3">
            <a:extLst>
              <a:ext uri="{FF2B5EF4-FFF2-40B4-BE49-F238E27FC236}">
                <a16:creationId xmlns:a16="http://schemas.microsoft.com/office/drawing/2014/main" id="{BFBCAD64-CF87-4CDA-89A7-4F2E84D5296F}"/>
              </a:ext>
            </a:extLst>
          </p:cNvPr>
          <p:cNvSpPr>
            <a:spLocks noGrp="1"/>
          </p:cNvSpPr>
          <p:nvPr/>
        </p:nvSpPr>
        <p:spPr>
          <a:xfrm>
            <a:off x="4664404" y="1996474"/>
            <a:ext cx="65881" cy="40481"/>
          </a:xfrm>
          <a:prstGeom prst="rect">
            <a:avLst/>
          </a:prstGeom>
          <a:solidFill>
            <a:srgbClr val="6B1E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3" name="vpm-real-target-spectrogram-r3-c4">
            <a:extLst>
              <a:ext uri="{FF2B5EF4-FFF2-40B4-BE49-F238E27FC236}">
                <a16:creationId xmlns:a16="http://schemas.microsoft.com/office/drawing/2014/main" id="{583C773B-A433-4196-ABAE-F564CF55853A}"/>
              </a:ext>
            </a:extLst>
          </p:cNvPr>
          <p:cNvSpPr>
            <a:spLocks noGrp="1"/>
          </p:cNvSpPr>
          <p:nvPr/>
        </p:nvSpPr>
        <p:spPr>
          <a:xfrm>
            <a:off x="4727904" y="1996474"/>
            <a:ext cx="65881" cy="40481"/>
          </a:xfrm>
          <a:prstGeom prst="rect">
            <a:avLst/>
          </a:prstGeom>
          <a:solidFill>
            <a:srgbClr val="1F0D4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4" name="vpm-real-target-spectrogram-r3-c5">
            <a:extLst>
              <a:ext uri="{FF2B5EF4-FFF2-40B4-BE49-F238E27FC236}">
                <a16:creationId xmlns:a16="http://schemas.microsoft.com/office/drawing/2014/main" id="{180D6B0F-BF24-4F2B-987A-2A4B356C9FFB}"/>
              </a:ext>
            </a:extLst>
          </p:cNvPr>
          <p:cNvSpPr>
            <a:spLocks noGrp="1"/>
          </p:cNvSpPr>
          <p:nvPr/>
        </p:nvSpPr>
        <p:spPr>
          <a:xfrm>
            <a:off x="4791404" y="1996474"/>
            <a:ext cx="65881" cy="40481"/>
          </a:xfrm>
          <a:prstGeom prst="rect">
            <a:avLst/>
          </a:prstGeom>
          <a:solidFill>
            <a:srgbClr val="2F126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5" name="vpm-real-target-spectrogram-r3-c6">
            <a:extLst>
              <a:ext uri="{FF2B5EF4-FFF2-40B4-BE49-F238E27FC236}">
                <a16:creationId xmlns:a16="http://schemas.microsoft.com/office/drawing/2014/main" id="{F91DC883-012C-4072-9757-E040F11C14E2}"/>
              </a:ext>
            </a:extLst>
          </p:cNvPr>
          <p:cNvSpPr>
            <a:spLocks noGrp="1"/>
          </p:cNvSpPr>
          <p:nvPr/>
        </p:nvSpPr>
        <p:spPr>
          <a:xfrm>
            <a:off x="4854904" y="1996474"/>
            <a:ext cx="65881" cy="40481"/>
          </a:xfrm>
          <a:prstGeom prst="rect">
            <a:avLst/>
          </a:prstGeom>
          <a:solidFill>
            <a:srgbClr val="37136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6" name="vpm-real-target-spectrogram-r3-c7">
            <a:extLst>
              <a:ext uri="{FF2B5EF4-FFF2-40B4-BE49-F238E27FC236}">
                <a16:creationId xmlns:a16="http://schemas.microsoft.com/office/drawing/2014/main" id="{A8C654BE-06FE-4295-8C66-66C44F403533}"/>
              </a:ext>
            </a:extLst>
          </p:cNvPr>
          <p:cNvSpPr>
            <a:spLocks noGrp="1"/>
          </p:cNvSpPr>
          <p:nvPr/>
        </p:nvSpPr>
        <p:spPr>
          <a:xfrm>
            <a:off x="4918404" y="1996474"/>
            <a:ext cx="65881" cy="40481"/>
          </a:xfrm>
          <a:prstGeom prst="rect">
            <a:avLst/>
          </a:prstGeom>
          <a:solidFill>
            <a:srgbClr val="160A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7" name="vpm-real-target-spectrogram-r3-c8">
            <a:extLst>
              <a:ext uri="{FF2B5EF4-FFF2-40B4-BE49-F238E27FC236}">
                <a16:creationId xmlns:a16="http://schemas.microsoft.com/office/drawing/2014/main" id="{6CC27878-DCE9-452E-B077-394566787AE7}"/>
              </a:ext>
            </a:extLst>
          </p:cNvPr>
          <p:cNvSpPr>
            <a:spLocks noGrp="1"/>
          </p:cNvSpPr>
          <p:nvPr/>
        </p:nvSpPr>
        <p:spPr>
          <a:xfrm>
            <a:off x="4981904" y="1996474"/>
            <a:ext cx="65881" cy="40481"/>
          </a:xfrm>
          <a:prstGeom prst="rect">
            <a:avLst/>
          </a:prstGeom>
          <a:solidFill>
            <a:srgbClr val="2B115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8" name="vpm-real-target-spectrogram-r3-c9">
            <a:extLst>
              <a:ext uri="{FF2B5EF4-FFF2-40B4-BE49-F238E27FC236}">
                <a16:creationId xmlns:a16="http://schemas.microsoft.com/office/drawing/2014/main" id="{67D4639D-422B-47B3-BD7B-165C4D26AC15}"/>
              </a:ext>
            </a:extLst>
          </p:cNvPr>
          <p:cNvSpPr>
            <a:spLocks noGrp="1"/>
          </p:cNvSpPr>
          <p:nvPr/>
        </p:nvSpPr>
        <p:spPr>
          <a:xfrm>
            <a:off x="5045404" y="1996474"/>
            <a:ext cx="65881" cy="40481"/>
          </a:xfrm>
          <a:prstGeom prst="rect">
            <a:avLst/>
          </a:prstGeom>
          <a:solidFill>
            <a:srgbClr val="651C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9" name="vpm-real-target-spectrogram-r3-c10">
            <a:extLst>
              <a:ext uri="{FF2B5EF4-FFF2-40B4-BE49-F238E27FC236}">
                <a16:creationId xmlns:a16="http://schemas.microsoft.com/office/drawing/2014/main" id="{8ED74216-4BDA-4389-B817-73805FD4D07F}"/>
              </a:ext>
            </a:extLst>
          </p:cNvPr>
          <p:cNvSpPr>
            <a:spLocks noGrp="1"/>
          </p:cNvSpPr>
          <p:nvPr/>
        </p:nvSpPr>
        <p:spPr>
          <a:xfrm>
            <a:off x="5108904" y="1996474"/>
            <a:ext cx="65881" cy="40481"/>
          </a:xfrm>
          <a:prstGeom prst="rect">
            <a:avLst/>
          </a:prstGeom>
          <a:solidFill>
            <a:srgbClr val="38136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0" name="vpm-real-target-spectrogram-r3-c11">
            <a:extLst>
              <a:ext uri="{FF2B5EF4-FFF2-40B4-BE49-F238E27FC236}">
                <a16:creationId xmlns:a16="http://schemas.microsoft.com/office/drawing/2014/main" id="{9C2AB218-CC08-4512-900A-A8C933CCF9C0}"/>
              </a:ext>
            </a:extLst>
          </p:cNvPr>
          <p:cNvSpPr>
            <a:spLocks noGrp="1"/>
          </p:cNvSpPr>
          <p:nvPr/>
        </p:nvSpPr>
        <p:spPr>
          <a:xfrm>
            <a:off x="5172404" y="1996474"/>
            <a:ext cx="65881" cy="40481"/>
          </a:xfrm>
          <a:prstGeom prst="rect">
            <a:avLst/>
          </a:prstGeom>
          <a:solidFill>
            <a:srgbClr val="36136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1" name="vpm-real-target-spectrogram-r3-c12">
            <a:extLst>
              <a:ext uri="{FF2B5EF4-FFF2-40B4-BE49-F238E27FC236}">
                <a16:creationId xmlns:a16="http://schemas.microsoft.com/office/drawing/2014/main" id="{495A0EE3-BC36-4199-B9E8-E937FA2E601E}"/>
              </a:ext>
            </a:extLst>
          </p:cNvPr>
          <p:cNvSpPr>
            <a:spLocks noGrp="1"/>
          </p:cNvSpPr>
          <p:nvPr/>
        </p:nvSpPr>
        <p:spPr>
          <a:xfrm>
            <a:off x="5235904" y="1996474"/>
            <a:ext cx="65881" cy="40481"/>
          </a:xfrm>
          <a:prstGeom prst="rect">
            <a:avLst/>
          </a:prstGeom>
          <a:solidFill>
            <a:srgbClr val="2A10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2" name="vpm-real-target-spectrogram-r3-c13">
            <a:extLst>
              <a:ext uri="{FF2B5EF4-FFF2-40B4-BE49-F238E27FC236}">
                <a16:creationId xmlns:a16="http://schemas.microsoft.com/office/drawing/2014/main" id="{978A6E00-5828-4B3E-BA89-DCA61654E470}"/>
              </a:ext>
            </a:extLst>
          </p:cNvPr>
          <p:cNvSpPr>
            <a:spLocks noGrp="1"/>
          </p:cNvSpPr>
          <p:nvPr/>
        </p:nvSpPr>
        <p:spPr>
          <a:xfrm>
            <a:off x="5299404" y="1996474"/>
            <a:ext cx="65881" cy="40481"/>
          </a:xfrm>
          <a:prstGeom prst="rect">
            <a:avLst/>
          </a:prstGeom>
          <a:solidFill>
            <a:srgbClr val="160A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3" name="vpm-real-target-spectrogram-r3-c14">
            <a:extLst>
              <a:ext uri="{FF2B5EF4-FFF2-40B4-BE49-F238E27FC236}">
                <a16:creationId xmlns:a16="http://schemas.microsoft.com/office/drawing/2014/main" id="{8EBE74D9-BC11-450C-AFDD-5F30CDBF3642}"/>
              </a:ext>
            </a:extLst>
          </p:cNvPr>
          <p:cNvSpPr>
            <a:spLocks noGrp="1"/>
          </p:cNvSpPr>
          <p:nvPr/>
        </p:nvSpPr>
        <p:spPr>
          <a:xfrm>
            <a:off x="5362904" y="1996474"/>
            <a:ext cx="65881" cy="40481"/>
          </a:xfrm>
          <a:prstGeom prst="rect">
            <a:avLst/>
          </a:prstGeom>
          <a:solidFill>
            <a:srgbClr val="240E5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4" name="vpm-real-target-spectrogram-r3-c15">
            <a:extLst>
              <a:ext uri="{FF2B5EF4-FFF2-40B4-BE49-F238E27FC236}">
                <a16:creationId xmlns:a16="http://schemas.microsoft.com/office/drawing/2014/main" id="{202F959F-A8D2-4901-81BC-2E0EC6176390}"/>
              </a:ext>
            </a:extLst>
          </p:cNvPr>
          <p:cNvSpPr>
            <a:spLocks noGrp="1"/>
          </p:cNvSpPr>
          <p:nvPr/>
        </p:nvSpPr>
        <p:spPr>
          <a:xfrm>
            <a:off x="5426404" y="1996474"/>
            <a:ext cx="65881" cy="40481"/>
          </a:xfrm>
          <a:prstGeom prst="rect">
            <a:avLst/>
          </a:prstGeom>
          <a:solidFill>
            <a:srgbClr val="30126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5" name="vpm-real-target-spectrogram-r3-c16">
            <a:extLst>
              <a:ext uri="{FF2B5EF4-FFF2-40B4-BE49-F238E27FC236}">
                <a16:creationId xmlns:a16="http://schemas.microsoft.com/office/drawing/2014/main" id="{37384A22-B860-4501-8084-DD99A5E68147}"/>
              </a:ext>
            </a:extLst>
          </p:cNvPr>
          <p:cNvSpPr>
            <a:spLocks noGrp="1"/>
          </p:cNvSpPr>
          <p:nvPr/>
        </p:nvSpPr>
        <p:spPr>
          <a:xfrm>
            <a:off x="5489904" y="1996474"/>
            <a:ext cx="65881" cy="40481"/>
          </a:xfrm>
          <a:prstGeom prst="rect">
            <a:avLst/>
          </a:prstGeom>
          <a:solidFill>
            <a:srgbClr val="5B1A7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6" name="vpm-real-target-spectrogram-r3-c17">
            <a:extLst>
              <a:ext uri="{FF2B5EF4-FFF2-40B4-BE49-F238E27FC236}">
                <a16:creationId xmlns:a16="http://schemas.microsoft.com/office/drawing/2014/main" id="{638DE9B9-E6C2-417C-8B70-9C21ACAA7018}"/>
              </a:ext>
            </a:extLst>
          </p:cNvPr>
          <p:cNvSpPr>
            <a:spLocks noGrp="1"/>
          </p:cNvSpPr>
          <p:nvPr/>
        </p:nvSpPr>
        <p:spPr>
          <a:xfrm>
            <a:off x="5553404" y="1996474"/>
            <a:ext cx="65881" cy="40481"/>
          </a:xfrm>
          <a:prstGeom prst="rect">
            <a:avLst/>
          </a:prstGeom>
          <a:solidFill>
            <a:srgbClr val="1E0C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7" name="vpm-real-target-spectrogram-r4-c0">
            <a:extLst>
              <a:ext uri="{FF2B5EF4-FFF2-40B4-BE49-F238E27FC236}">
                <a16:creationId xmlns:a16="http://schemas.microsoft.com/office/drawing/2014/main" id="{0A1109B0-08B7-4E84-8C93-05FEE778227C}"/>
              </a:ext>
            </a:extLst>
          </p:cNvPr>
          <p:cNvSpPr>
            <a:spLocks noGrp="1"/>
          </p:cNvSpPr>
          <p:nvPr/>
        </p:nvSpPr>
        <p:spPr>
          <a:xfrm>
            <a:off x="4473904" y="2034574"/>
            <a:ext cx="65881" cy="40481"/>
          </a:xfrm>
          <a:prstGeom prst="rect">
            <a:avLst/>
          </a:prstGeom>
          <a:solidFill>
            <a:srgbClr val="28105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8" name="vpm-real-target-spectrogram-r4-c1">
            <a:extLst>
              <a:ext uri="{FF2B5EF4-FFF2-40B4-BE49-F238E27FC236}">
                <a16:creationId xmlns:a16="http://schemas.microsoft.com/office/drawing/2014/main" id="{16C79EF9-2784-45B5-86C9-AE1D5E401A01}"/>
              </a:ext>
            </a:extLst>
          </p:cNvPr>
          <p:cNvSpPr>
            <a:spLocks noGrp="1"/>
          </p:cNvSpPr>
          <p:nvPr/>
        </p:nvSpPr>
        <p:spPr>
          <a:xfrm>
            <a:off x="4537404" y="2034574"/>
            <a:ext cx="65881" cy="40481"/>
          </a:xfrm>
          <a:prstGeom prst="rect">
            <a:avLst/>
          </a:prstGeom>
          <a:solidFill>
            <a:srgbClr val="A430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9" name="vpm-real-target-spectrogram-r4-c2">
            <a:extLst>
              <a:ext uri="{FF2B5EF4-FFF2-40B4-BE49-F238E27FC236}">
                <a16:creationId xmlns:a16="http://schemas.microsoft.com/office/drawing/2014/main" id="{8EEA00F8-AA38-41DC-A17D-A969E2A8A66C}"/>
              </a:ext>
            </a:extLst>
          </p:cNvPr>
          <p:cNvSpPr>
            <a:spLocks noGrp="1"/>
          </p:cNvSpPr>
          <p:nvPr/>
        </p:nvSpPr>
        <p:spPr>
          <a:xfrm>
            <a:off x="4600904" y="2034574"/>
            <a:ext cx="65881" cy="40481"/>
          </a:xfrm>
          <a:prstGeom prst="rect">
            <a:avLst/>
          </a:prstGeom>
          <a:solidFill>
            <a:srgbClr val="D250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0" name="vpm-real-target-spectrogram-r4-c3">
            <a:extLst>
              <a:ext uri="{FF2B5EF4-FFF2-40B4-BE49-F238E27FC236}">
                <a16:creationId xmlns:a16="http://schemas.microsoft.com/office/drawing/2014/main" id="{3A69B9C1-915A-44DD-88EC-9D1CDBCFAF46}"/>
              </a:ext>
            </a:extLst>
          </p:cNvPr>
          <p:cNvSpPr>
            <a:spLocks noGrp="1"/>
          </p:cNvSpPr>
          <p:nvPr/>
        </p:nvSpPr>
        <p:spPr>
          <a:xfrm>
            <a:off x="4664404" y="2034574"/>
            <a:ext cx="65881" cy="40481"/>
          </a:xfrm>
          <a:prstGeom prst="rect">
            <a:avLst/>
          </a:prstGeom>
          <a:solidFill>
            <a:srgbClr val="922A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1" name="vpm-real-target-spectrogram-r4-c4">
            <a:extLst>
              <a:ext uri="{FF2B5EF4-FFF2-40B4-BE49-F238E27FC236}">
                <a16:creationId xmlns:a16="http://schemas.microsoft.com/office/drawing/2014/main" id="{236E0AEC-EE7E-4C82-9922-0846BA1CC2CB}"/>
              </a:ext>
            </a:extLst>
          </p:cNvPr>
          <p:cNvSpPr>
            <a:spLocks noGrp="1"/>
          </p:cNvSpPr>
          <p:nvPr/>
        </p:nvSpPr>
        <p:spPr>
          <a:xfrm>
            <a:off x="4727904" y="2034574"/>
            <a:ext cx="65881" cy="40481"/>
          </a:xfrm>
          <a:prstGeom prst="rect">
            <a:avLst/>
          </a:prstGeom>
          <a:solidFill>
            <a:srgbClr val="5319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2" name="vpm-real-target-spectrogram-r4-c5">
            <a:extLst>
              <a:ext uri="{FF2B5EF4-FFF2-40B4-BE49-F238E27FC236}">
                <a16:creationId xmlns:a16="http://schemas.microsoft.com/office/drawing/2014/main" id="{751BF07F-C446-480A-8F48-2E8110467280}"/>
              </a:ext>
            </a:extLst>
          </p:cNvPr>
          <p:cNvSpPr>
            <a:spLocks noGrp="1"/>
          </p:cNvSpPr>
          <p:nvPr/>
        </p:nvSpPr>
        <p:spPr>
          <a:xfrm>
            <a:off x="4791404" y="2034574"/>
            <a:ext cx="65881" cy="40481"/>
          </a:xfrm>
          <a:prstGeom prst="rect">
            <a:avLst/>
          </a:prstGeom>
          <a:solidFill>
            <a:srgbClr val="3F156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3" name="vpm-real-target-spectrogram-r4-c6">
            <a:extLst>
              <a:ext uri="{FF2B5EF4-FFF2-40B4-BE49-F238E27FC236}">
                <a16:creationId xmlns:a16="http://schemas.microsoft.com/office/drawing/2014/main" id="{E624FE1F-F905-4047-AF37-FA23C80F76F0}"/>
              </a:ext>
            </a:extLst>
          </p:cNvPr>
          <p:cNvSpPr>
            <a:spLocks noGrp="1"/>
          </p:cNvSpPr>
          <p:nvPr/>
        </p:nvSpPr>
        <p:spPr>
          <a:xfrm>
            <a:off x="4854904" y="2034574"/>
            <a:ext cx="65881" cy="40481"/>
          </a:xfrm>
          <a:prstGeom prst="rect">
            <a:avLst/>
          </a:prstGeom>
          <a:solidFill>
            <a:srgbClr val="49176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4" name="vpm-real-target-spectrogram-r4-c7">
            <a:extLst>
              <a:ext uri="{FF2B5EF4-FFF2-40B4-BE49-F238E27FC236}">
                <a16:creationId xmlns:a16="http://schemas.microsoft.com/office/drawing/2014/main" id="{AFD88451-CEDB-46FF-931E-FC4DA10CAD1B}"/>
              </a:ext>
            </a:extLst>
          </p:cNvPr>
          <p:cNvSpPr>
            <a:spLocks noGrp="1"/>
          </p:cNvSpPr>
          <p:nvPr/>
        </p:nvSpPr>
        <p:spPr>
          <a:xfrm>
            <a:off x="4918404" y="2034574"/>
            <a:ext cx="65881" cy="40481"/>
          </a:xfrm>
          <a:prstGeom prst="rect">
            <a:avLst/>
          </a:prstGeom>
          <a:solidFill>
            <a:srgbClr val="230E4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5" name="vpm-real-target-spectrogram-r4-c8">
            <a:extLst>
              <a:ext uri="{FF2B5EF4-FFF2-40B4-BE49-F238E27FC236}">
                <a16:creationId xmlns:a16="http://schemas.microsoft.com/office/drawing/2014/main" id="{D6F18B7B-8909-4677-8E6F-3937943C9213}"/>
              </a:ext>
            </a:extLst>
          </p:cNvPr>
          <p:cNvSpPr>
            <a:spLocks noGrp="1"/>
          </p:cNvSpPr>
          <p:nvPr/>
        </p:nvSpPr>
        <p:spPr>
          <a:xfrm>
            <a:off x="4981904" y="2034574"/>
            <a:ext cx="65881" cy="40481"/>
          </a:xfrm>
          <a:prstGeom prst="rect">
            <a:avLst/>
          </a:prstGeom>
          <a:solidFill>
            <a:srgbClr val="240E5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6" name="vpm-real-target-spectrogram-r4-c9">
            <a:extLst>
              <a:ext uri="{FF2B5EF4-FFF2-40B4-BE49-F238E27FC236}">
                <a16:creationId xmlns:a16="http://schemas.microsoft.com/office/drawing/2014/main" id="{3A65FA62-99CA-4E86-992D-41BE7DE639E1}"/>
              </a:ext>
            </a:extLst>
          </p:cNvPr>
          <p:cNvSpPr>
            <a:spLocks noGrp="1"/>
          </p:cNvSpPr>
          <p:nvPr/>
        </p:nvSpPr>
        <p:spPr>
          <a:xfrm>
            <a:off x="5045404" y="2034574"/>
            <a:ext cx="65881" cy="40481"/>
          </a:xfrm>
          <a:prstGeom prst="rect">
            <a:avLst/>
          </a:prstGeom>
          <a:solidFill>
            <a:srgbClr val="3513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7" name="vpm-real-target-spectrogram-r4-c10">
            <a:extLst>
              <a:ext uri="{FF2B5EF4-FFF2-40B4-BE49-F238E27FC236}">
                <a16:creationId xmlns:a16="http://schemas.microsoft.com/office/drawing/2014/main" id="{C2FBA662-A443-49D9-BECF-290AB87489BC}"/>
              </a:ext>
            </a:extLst>
          </p:cNvPr>
          <p:cNvSpPr>
            <a:spLocks noGrp="1"/>
          </p:cNvSpPr>
          <p:nvPr/>
        </p:nvSpPr>
        <p:spPr>
          <a:xfrm>
            <a:off x="5108904" y="2034574"/>
            <a:ext cx="65881" cy="40481"/>
          </a:xfrm>
          <a:prstGeom prst="rect">
            <a:avLst/>
          </a:prstGeom>
          <a:solidFill>
            <a:srgbClr val="4516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8" name="vpm-real-target-spectrogram-r4-c11">
            <a:extLst>
              <a:ext uri="{FF2B5EF4-FFF2-40B4-BE49-F238E27FC236}">
                <a16:creationId xmlns:a16="http://schemas.microsoft.com/office/drawing/2014/main" id="{FB5604BD-EAD5-47DD-A534-957D4165AE2C}"/>
              </a:ext>
            </a:extLst>
          </p:cNvPr>
          <p:cNvSpPr>
            <a:spLocks noGrp="1"/>
          </p:cNvSpPr>
          <p:nvPr/>
        </p:nvSpPr>
        <p:spPr>
          <a:xfrm>
            <a:off x="5172404" y="2034574"/>
            <a:ext cx="65881" cy="40481"/>
          </a:xfrm>
          <a:prstGeom prst="rect">
            <a:avLst/>
          </a:prstGeom>
          <a:solidFill>
            <a:srgbClr val="431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9" name="vpm-real-target-spectrogram-r4-c12">
            <a:extLst>
              <a:ext uri="{FF2B5EF4-FFF2-40B4-BE49-F238E27FC236}">
                <a16:creationId xmlns:a16="http://schemas.microsoft.com/office/drawing/2014/main" id="{1DEB4C9B-0FBB-4CB2-B84E-A792DDBF2EE2}"/>
              </a:ext>
            </a:extLst>
          </p:cNvPr>
          <p:cNvSpPr>
            <a:spLocks noGrp="1"/>
          </p:cNvSpPr>
          <p:nvPr/>
        </p:nvSpPr>
        <p:spPr>
          <a:xfrm>
            <a:off x="5235904" y="2034574"/>
            <a:ext cx="65881" cy="40481"/>
          </a:xfrm>
          <a:prstGeom prst="rect">
            <a:avLst/>
          </a:prstGeom>
          <a:solidFill>
            <a:srgbClr val="6C1E7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0" name="vpm-real-target-spectrogram-r4-c13">
            <a:extLst>
              <a:ext uri="{FF2B5EF4-FFF2-40B4-BE49-F238E27FC236}">
                <a16:creationId xmlns:a16="http://schemas.microsoft.com/office/drawing/2014/main" id="{679B0477-8B60-4D0F-B08B-E4189F310BC8}"/>
              </a:ext>
            </a:extLst>
          </p:cNvPr>
          <p:cNvSpPr>
            <a:spLocks noGrp="1"/>
          </p:cNvSpPr>
          <p:nvPr/>
        </p:nvSpPr>
        <p:spPr>
          <a:xfrm>
            <a:off x="5299404" y="2034574"/>
            <a:ext cx="65881" cy="40481"/>
          </a:xfrm>
          <a:prstGeom prst="rect">
            <a:avLst/>
          </a:prstGeom>
          <a:solidFill>
            <a:srgbClr val="4F18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1" name="vpm-real-target-spectrogram-r4-c14">
            <a:extLst>
              <a:ext uri="{FF2B5EF4-FFF2-40B4-BE49-F238E27FC236}">
                <a16:creationId xmlns:a16="http://schemas.microsoft.com/office/drawing/2014/main" id="{237D2318-CB39-41F1-B966-94A8785F78EA}"/>
              </a:ext>
            </a:extLst>
          </p:cNvPr>
          <p:cNvSpPr>
            <a:spLocks noGrp="1"/>
          </p:cNvSpPr>
          <p:nvPr/>
        </p:nvSpPr>
        <p:spPr>
          <a:xfrm>
            <a:off x="5362904" y="2034574"/>
            <a:ext cx="65881" cy="40481"/>
          </a:xfrm>
          <a:prstGeom prst="rect">
            <a:avLst/>
          </a:prstGeom>
          <a:solidFill>
            <a:srgbClr val="4416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2" name="vpm-real-target-spectrogram-r4-c15">
            <a:extLst>
              <a:ext uri="{FF2B5EF4-FFF2-40B4-BE49-F238E27FC236}">
                <a16:creationId xmlns:a16="http://schemas.microsoft.com/office/drawing/2014/main" id="{361117CD-C4EE-45A4-A7CB-DC4C122E118F}"/>
              </a:ext>
            </a:extLst>
          </p:cNvPr>
          <p:cNvSpPr>
            <a:spLocks noGrp="1"/>
          </p:cNvSpPr>
          <p:nvPr/>
        </p:nvSpPr>
        <p:spPr>
          <a:xfrm>
            <a:off x="5426404" y="2034574"/>
            <a:ext cx="65881" cy="40481"/>
          </a:xfrm>
          <a:prstGeom prst="rect">
            <a:avLst/>
          </a:prstGeom>
          <a:solidFill>
            <a:srgbClr val="2C11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3" name="vpm-real-target-spectrogram-r4-c16">
            <a:extLst>
              <a:ext uri="{FF2B5EF4-FFF2-40B4-BE49-F238E27FC236}">
                <a16:creationId xmlns:a16="http://schemas.microsoft.com/office/drawing/2014/main" id="{6FE35BAD-D4C2-4ACF-8A7E-3ACDF41EB5C4}"/>
              </a:ext>
            </a:extLst>
          </p:cNvPr>
          <p:cNvSpPr>
            <a:spLocks noGrp="1"/>
          </p:cNvSpPr>
          <p:nvPr/>
        </p:nvSpPr>
        <p:spPr>
          <a:xfrm>
            <a:off x="5489904" y="2034574"/>
            <a:ext cx="65881" cy="40481"/>
          </a:xfrm>
          <a:prstGeom prst="rect">
            <a:avLst/>
          </a:prstGeom>
          <a:solidFill>
            <a:srgbClr val="3A14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4" name="vpm-real-target-spectrogram-r4-c17">
            <a:extLst>
              <a:ext uri="{FF2B5EF4-FFF2-40B4-BE49-F238E27FC236}">
                <a16:creationId xmlns:a16="http://schemas.microsoft.com/office/drawing/2014/main" id="{031B11E5-BACE-4FC9-9D42-A5CA66C25E78}"/>
              </a:ext>
            </a:extLst>
          </p:cNvPr>
          <p:cNvSpPr>
            <a:spLocks noGrp="1"/>
          </p:cNvSpPr>
          <p:nvPr/>
        </p:nvSpPr>
        <p:spPr>
          <a:xfrm>
            <a:off x="5553404" y="2034574"/>
            <a:ext cx="65881" cy="40481"/>
          </a:xfrm>
          <a:prstGeom prst="rect">
            <a:avLst/>
          </a:prstGeom>
          <a:solidFill>
            <a:srgbClr val="1C0C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5" name="vpm-real-target-spectrogram-r5-c0">
            <a:extLst>
              <a:ext uri="{FF2B5EF4-FFF2-40B4-BE49-F238E27FC236}">
                <a16:creationId xmlns:a16="http://schemas.microsoft.com/office/drawing/2014/main" id="{5CFEF424-46EC-4952-903F-EC81678A3D49}"/>
              </a:ext>
            </a:extLst>
          </p:cNvPr>
          <p:cNvSpPr>
            <a:spLocks noGrp="1"/>
          </p:cNvSpPr>
          <p:nvPr/>
        </p:nvSpPr>
        <p:spPr>
          <a:xfrm>
            <a:off x="4473904" y="2072674"/>
            <a:ext cx="65881" cy="40481"/>
          </a:xfrm>
          <a:prstGeom prst="rect">
            <a:avLst/>
          </a:prstGeom>
          <a:solidFill>
            <a:srgbClr val="39146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6" name="vpm-real-target-spectrogram-r5-c1">
            <a:extLst>
              <a:ext uri="{FF2B5EF4-FFF2-40B4-BE49-F238E27FC236}">
                <a16:creationId xmlns:a16="http://schemas.microsoft.com/office/drawing/2014/main" id="{1509A214-D76C-4D5D-A53B-E992CA20BF8A}"/>
              </a:ext>
            </a:extLst>
          </p:cNvPr>
          <p:cNvSpPr>
            <a:spLocks noGrp="1"/>
          </p:cNvSpPr>
          <p:nvPr/>
        </p:nvSpPr>
        <p:spPr>
          <a:xfrm>
            <a:off x="4537404" y="2072674"/>
            <a:ext cx="65881" cy="40481"/>
          </a:xfrm>
          <a:prstGeom prst="rect">
            <a:avLst/>
          </a:prstGeom>
          <a:solidFill>
            <a:srgbClr val="E25F6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7" name="vpm-real-target-spectrogram-r5-c2">
            <a:extLst>
              <a:ext uri="{FF2B5EF4-FFF2-40B4-BE49-F238E27FC236}">
                <a16:creationId xmlns:a16="http://schemas.microsoft.com/office/drawing/2014/main" id="{6D61B0FF-D368-4156-982F-942F6F3E45B9}"/>
              </a:ext>
            </a:extLst>
          </p:cNvPr>
          <p:cNvSpPr>
            <a:spLocks noGrp="1"/>
          </p:cNvSpPr>
          <p:nvPr/>
        </p:nvSpPr>
        <p:spPr>
          <a:xfrm>
            <a:off x="4600904" y="2072674"/>
            <a:ext cx="65881" cy="40481"/>
          </a:xfrm>
          <a:prstGeom prst="rect">
            <a:avLst/>
          </a:prstGeom>
          <a:solidFill>
            <a:srgbClr val="FDCC8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8" name="vpm-real-target-spectrogram-r5-c3">
            <a:extLst>
              <a:ext uri="{FF2B5EF4-FFF2-40B4-BE49-F238E27FC236}">
                <a16:creationId xmlns:a16="http://schemas.microsoft.com/office/drawing/2014/main" id="{DFE2B8D9-2A49-4231-83E4-FBCCE2281E0D}"/>
              </a:ext>
            </a:extLst>
          </p:cNvPr>
          <p:cNvSpPr>
            <a:spLocks noGrp="1"/>
          </p:cNvSpPr>
          <p:nvPr/>
        </p:nvSpPr>
        <p:spPr>
          <a:xfrm>
            <a:off x="4664404" y="2072674"/>
            <a:ext cx="65881" cy="40481"/>
          </a:xfrm>
          <a:prstGeom prst="rect">
            <a:avLst/>
          </a:prstGeom>
          <a:solidFill>
            <a:srgbClr val="8626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9" name="vpm-real-target-spectrogram-r5-c4">
            <a:extLst>
              <a:ext uri="{FF2B5EF4-FFF2-40B4-BE49-F238E27FC236}">
                <a16:creationId xmlns:a16="http://schemas.microsoft.com/office/drawing/2014/main" id="{9CD35123-9CFD-49A5-8C78-62C256B0748A}"/>
              </a:ext>
            </a:extLst>
          </p:cNvPr>
          <p:cNvSpPr>
            <a:spLocks noGrp="1"/>
          </p:cNvSpPr>
          <p:nvPr/>
        </p:nvSpPr>
        <p:spPr>
          <a:xfrm>
            <a:off x="4727904" y="2072674"/>
            <a:ext cx="65881" cy="40481"/>
          </a:xfrm>
          <a:prstGeom prst="rect">
            <a:avLst/>
          </a:prstGeom>
          <a:solidFill>
            <a:srgbClr val="41156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0" name="vpm-real-target-spectrogram-r5-c5">
            <a:extLst>
              <a:ext uri="{FF2B5EF4-FFF2-40B4-BE49-F238E27FC236}">
                <a16:creationId xmlns:a16="http://schemas.microsoft.com/office/drawing/2014/main" id="{D4C4A4D3-197E-4335-9BF6-3FD5E54AD99E}"/>
              </a:ext>
            </a:extLst>
          </p:cNvPr>
          <p:cNvSpPr>
            <a:spLocks noGrp="1"/>
          </p:cNvSpPr>
          <p:nvPr/>
        </p:nvSpPr>
        <p:spPr>
          <a:xfrm>
            <a:off x="4791404" y="2072674"/>
            <a:ext cx="65881" cy="40481"/>
          </a:xfrm>
          <a:prstGeom prst="rect">
            <a:avLst/>
          </a:prstGeom>
          <a:solidFill>
            <a:srgbClr val="691D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1" name="vpm-real-target-spectrogram-r5-c6">
            <a:extLst>
              <a:ext uri="{FF2B5EF4-FFF2-40B4-BE49-F238E27FC236}">
                <a16:creationId xmlns:a16="http://schemas.microsoft.com/office/drawing/2014/main" id="{E9877CBB-9748-411E-83E6-F415A27C33E8}"/>
              </a:ext>
            </a:extLst>
          </p:cNvPr>
          <p:cNvSpPr>
            <a:spLocks noGrp="1"/>
          </p:cNvSpPr>
          <p:nvPr/>
        </p:nvSpPr>
        <p:spPr>
          <a:xfrm>
            <a:off x="4854904" y="2072674"/>
            <a:ext cx="65881" cy="40481"/>
          </a:xfrm>
          <a:prstGeom prst="rect">
            <a:avLst/>
          </a:prstGeom>
          <a:solidFill>
            <a:srgbClr val="7D23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2" name="vpm-real-target-spectrogram-r5-c7">
            <a:extLst>
              <a:ext uri="{FF2B5EF4-FFF2-40B4-BE49-F238E27FC236}">
                <a16:creationId xmlns:a16="http://schemas.microsoft.com/office/drawing/2014/main" id="{C84516B9-8E05-406D-A824-540A82BEFB8B}"/>
              </a:ext>
            </a:extLst>
          </p:cNvPr>
          <p:cNvSpPr>
            <a:spLocks noGrp="1"/>
          </p:cNvSpPr>
          <p:nvPr/>
        </p:nvSpPr>
        <p:spPr>
          <a:xfrm>
            <a:off x="4918404" y="2072674"/>
            <a:ext cx="65881" cy="40481"/>
          </a:xfrm>
          <a:prstGeom prst="rect">
            <a:avLst/>
          </a:prstGeom>
          <a:solidFill>
            <a:srgbClr val="46166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3" name="vpm-real-target-spectrogram-r5-c8">
            <a:extLst>
              <a:ext uri="{FF2B5EF4-FFF2-40B4-BE49-F238E27FC236}">
                <a16:creationId xmlns:a16="http://schemas.microsoft.com/office/drawing/2014/main" id="{8AC29F17-E2AE-474B-83F5-FAB87F257C35}"/>
              </a:ext>
            </a:extLst>
          </p:cNvPr>
          <p:cNvSpPr>
            <a:spLocks noGrp="1"/>
          </p:cNvSpPr>
          <p:nvPr/>
        </p:nvSpPr>
        <p:spPr>
          <a:xfrm>
            <a:off x="4981904" y="2072674"/>
            <a:ext cx="65881" cy="40481"/>
          </a:xfrm>
          <a:prstGeom prst="rect">
            <a:avLst/>
          </a:prstGeom>
          <a:solidFill>
            <a:srgbClr val="4416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4" name="vpm-real-target-spectrogram-r5-c9">
            <a:extLst>
              <a:ext uri="{FF2B5EF4-FFF2-40B4-BE49-F238E27FC236}">
                <a16:creationId xmlns:a16="http://schemas.microsoft.com/office/drawing/2014/main" id="{E86DF0D8-0B0D-4CC3-8583-6195D581F1B1}"/>
              </a:ext>
            </a:extLst>
          </p:cNvPr>
          <p:cNvSpPr>
            <a:spLocks noGrp="1"/>
          </p:cNvSpPr>
          <p:nvPr/>
        </p:nvSpPr>
        <p:spPr>
          <a:xfrm>
            <a:off x="5045404" y="2072674"/>
            <a:ext cx="65881" cy="40481"/>
          </a:xfrm>
          <a:prstGeom prst="rect">
            <a:avLst/>
          </a:prstGeom>
          <a:solidFill>
            <a:srgbClr val="651C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5" name="vpm-real-target-spectrogram-r5-c10">
            <a:extLst>
              <a:ext uri="{FF2B5EF4-FFF2-40B4-BE49-F238E27FC236}">
                <a16:creationId xmlns:a16="http://schemas.microsoft.com/office/drawing/2014/main" id="{82DE3A84-56F1-4F39-9849-B0E4F4B1FF71}"/>
              </a:ext>
            </a:extLst>
          </p:cNvPr>
          <p:cNvSpPr>
            <a:spLocks noGrp="1"/>
          </p:cNvSpPr>
          <p:nvPr/>
        </p:nvSpPr>
        <p:spPr>
          <a:xfrm>
            <a:off x="5108904" y="2072674"/>
            <a:ext cx="65881" cy="40481"/>
          </a:xfrm>
          <a:prstGeom prst="rect">
            <a:avLst/>
          </a:prstGeom>
          <a:solidFill>
            <a:srgbClr val="5F1B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6" name="vpm-real-target-spectrogram-r5-c11">
            <a:extLst>
              <a:ext uri="{FF2B5EF4-FFF2-40B4-BE49-F238E27FC236}">
                <a16:creationId xmlns:a16="http://schemas.microsoft.com/office/drawing/2014/main" id="{785AE96A-74B0-432B-A3DD-FF46261B2C96}"/>
              </a:ext>
            </a:extLst>
          </p:cNvPr>
          <p:cNvSpPr>
            <a:spLocks noGrp="1"/>
          </p:cNvSpPr>
          <p:nvPr/>
        </p:nvSpPr>
        <p:spPr>
          <a:xfrm>
            <a:off x="5172404" y="2072674"/>
            <a:ext cx="65881" cy="40481"/>
          </a:xfrm>
          <a:prstGeom prst="rect">
            <a:avLst/>
          </a:prstGeom>
          <a:solidFill>
            <a:srgbClr val="4E18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7" name="vpm-real-target-spectrogram-r5-c12">
            <a:extLst>
              <a:ext uri="{FF2B5EF4-FFF2-40B4-BE49-F238E27FC236}">
                <a16:creationId xmlns:a16="http://schemas.microsoft.com/office/drawing/2014/main" id="{E29B74EE-3D23-4F68-82B0-2ECD7374B49D}"/>
              </a:ext>
            </a:extLst>
          </p:cNvPr>
          <p:cNvSpPr>
            <a:spLocks noGrp="1"/>
          </p:cNvSpPr>
          <p:nvPr/>
        </p:nvSpPr>
        <p:spPr>
          <a:xfrm>
            <a:off x="5235904" y="2072674"/>
            <a:ext cx="65881" cy="40481"/>
          </a:xfrm>
          <a:prstGeom prst="rect">
            <a:avLst/>
          </a:prstGeom>
          <a:solidFill>
            <a:srgbClr val="74208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8" name="vpm-real-target-spectrogram-r5-c13">
            <a:extLst>
              <a:ext uri="{FF2B5EF4-FFF2-40B4-BE49-F238E27FC236}">
                <a16:creationId xmlns:a16="http://schemas.microsoft.com/office/drawing/2014/main" id="{2AC4344D-745E-4E3D-BD24-95FB508EB5E8}"/>
              </a:ext>
            </a:extLst>
          </p:cNvPr>
          <p:cNvSpPr>
            <a:spLocks noGrp="1"/>
          </p:cNvSpPr>
          <p:nvPr/>
        </p:nvSpPr>
        <p:spPr>
          <a:xfrm>
            <a:off x="5299404" y="2072674"/>
            <a:ext cx="65881" cy="40481"/>
          </a:xfrm>
          <a:prstGeom prst="rect">
            <a:avLst/>
          </a:prstGeom>
          <a:solidFill>
            <a:srgbClr val="601B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9" name="vpm-real-target-spectrogram-r5-c14">
            <a:extLst>
              <a:ext uri="{FF2B5EF4-FFF2-40B4-BE49-F238E27FC236}">
                <a16:creationId xmlns:a16="http://schemas.microsoft.com/office/drawing/2014/main" id="{F6DDA56C-E2F9-421D-82FB-91C03FEA3892}"/>
              </a:ext>
            </a:extLst>
          </p:cNvPr>
          <p:cNvSpPr>
            <a:spLocks noGrp="1"/>
          </p:cNvSpPr>
          <p:nvPr/>
        </p:nvSpPr>
        <p:spPr>
          <a:xfrm>
            <a:off x="5362904" y="2072674"/>
            <a:ext cx="65881" cy="40481"/>
          </a:xfrm>
          <a:prstGeom prst="rect">
            <a:avLst/>
          </a:prstGeom>
          <a:solidFill>
            <a:srgbClr val="52197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0" name="vpm-real-target-spectrogram-r5-c15">
            <a:extLst>
              <a:ext uri="{FF2B5EF4-FFF2-40B4-BE49-F238E27FC236}">
                <a16:creationId xmlns:a16="http://schemas.microsoft.com/office/drawing/2014/main" id="{CE34D887-936B-4A66-A4FD-55951CE1E112}"/>
              </a:ext>
            </a:extLst>
          </p:cNvPr>
          <p:cNvSpPr>
            <a:spLocks noGrp="1"/>
          </p:cNvSpPr>
          <p:nvPr/>
        </p:nvSpPr>
        <p:spPr>
          <a:xfrm>
            <a:off x="5426404" y="2072674"/>
            <a:ext cx="65881" cy="40481"/>
          </a:xfrm>
          <a:prstGeom prst="rect">
            <a:avLst/>
          </a:prstGeom>
          <a:solidFill>
            <a:srgbClr val="5E1B7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1" name="vpm-real-target-spectrogram-r5-c16">
            <a:extLst>
              <a:ext uri="{FF2B5EF4-FFF2-40B4-BE49-F238E27FC236}">
                <a16:creationId xmlns:a16="http://schemas.microsoft.com/office/drawing/2014/main" id="{BB06ACC5-9891-4A69-8DEA-691A5402392D}"/>
              </a:ext>
            </a:extLst>
          </p:cNvPr>
          <p:cNvSpPr>
            <a:spLocks noGrp="1"/>
          </p:cNvSpPr>
          <p:nvPr/>
        </p:nvSpPr>
        <p:spPr>
          <a:xfrm>
            <a:off x="5489904" y="2072674"/>
            <a:ext cx="65881" cy="40481"/>
          </a:xfrm>
          <a:prstGeom prst="rect">
            <a:avLst/>
          </a:prstGeom>
          <a:solidFill>
            <a:srgbClr val="41156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2" name="vpm-real-target-spectrogram-r5-c17">
            <a:extLst>
              <a:ext uri="{FF2B5EF4-FFF2-40B4-BE49-F238E27FC236}">
                <a16:creationId xmlns:a16="http://schemas.microsoft.com/office/drawing/2014/main" id="{0E1EB2D4-9E0E-46F5-8D6D-B6FCD6110A8C}"/>
              </a:ext>
            </a:extLst>
          </p:cNvPr>
          <p:cNvSpPr>
            <a:spLocks noGrp="1"/>
          </p:cNvSpPr>
          <p:nvPr/>
        </p:nvSpPr>
        <p:spPr>
          <a:xfrm>
            <a:off x="5553404" y="2072674"/>
            <a:ext cx="65881" cy="40481"/>
          </a:xfrm>
          <a:prstGeom prst="rect">
            <a:avLst/>
          </a:prstGeom>
          <a:solidFill>
            <a:srgbClr val="1A0B3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3" name="vpm-real-target-spectrogram-r6-c0">
            <a:extLst>
              <a:ext uri="{FF2B5EF4-FFF2-40B4-BE49-F238E27FC236}">
                <a16:creationId xmlns:a16="http://schemas.microsoft.com/office/drawing/2014/main" id="{82911A18-5EA0-427B-BCA6-AA00B6AA34C3}"/>
              </a:ext>
            </a:extLst>
          </p:cNvPr>
          <p:cNvSpPr>
            <a:spLocks noGrp="1"/>
          </p:cNvSpPr>
          <p:nvPr/>
        </p:nvSpPr>
        <p:spPr>
          <a:xfrm>
            <a:off x="4473904" y="2110774"/>
            <a:ext cx="65881" cy="40481"/>
          </a:xfrm>
          <a:prstGeom prst="rect">
            <a:avLst/>
          </a:prstGeom>
          <a:solidFill>
            <a:srgbClr val="4A17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4" name="vpm-real-target-spectrogram-r6-c1">
            <a:extLst>
              <a:ext uri="{FF2B5EF4-FFF2-40B4-BE49-F238E27FC236}">
                <a16:creationId xmlns:a16="http://schemas.microsoft.com/office/drawing/2014/main" id="{186B8060-FBDC-4DC8-A82C-A6ED06FDC076}"/>
              </a:ext>
            </a:extLst>
          </p:cNvPr>
          <p:cNvSpPr>
            <a:spLocks noGrp="1"/>
          </p:cNvSpPr>
          <p:nvPr/>
        </p:nvSpPr>
        <p:spPr>
          <a:xfrm>
            <a:off x="4537404" y="2110774"/>
            <a:ext cx="65881" cy="40481"/>
          </a:xfrm>
          <a:prstGeom prst="rect">
            <a:avLst/>
          </a:prstGeom>
          <a:solidFill>
            <a:srgbClr val="D8566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5" name="vpm-real-target-spectrogram-r6-c2">
            <a:extLst>
              <a:ext uri="{FF2B5EF4-FFF2-40B4-BE49-F238E27FC236}">
                <a16:creationId xmlns:a16="http://schemas.microsoft.com/office/drawing/2014/main" id="{8C8FCF46-ADF1-443C-BBCF-F53259EE301B}"/>
              </a:ext>
            </a:extLst>
          </p:cNvPr>
          <p:cNvSpPr>
            <a:spLocks noGrp="1"/>
          </p:cNvSpPr>
          <p:nvPr/>
        </p:nvSpPr>
        <p:spPr>
          <a:xfrm>
            <a:off x="4600904" y="2110774"/>
            <a:ext cx="65881" cy="40481"/>
          </a:xfrm>
          <a:prstGeom prst="rect">
            <a:avLst/>
          </a:prstGeom>
          <a:solidFill>
            <a:srgbClr val="E864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6" name="vpm-real-target-spectrogram-r6-c3">
            <a:extLst>
              <a:ext uri="{FF2B5EF4-FFF2-40B4-BE49-F238E27FC236}">
                <a16:creationId xmlns:a16="http://schemas.microsoft.com/office/drawing/2014/main" id="{4999AF0B-47B2-4ECF-93F8-862913825DC2}"/>
              </a:ext>
            </a:extLst>
          </p:cNvPr>
          <p:cNvSpPr>
            <a:spLocks noGrp="1"/>
          </p:cNvSpPr>
          <p:nvPr/>
        </p:nvSpPr>
        <p:spPr>
          <a:xfrm>
            <a:off x="4664404" y="2110774"/>
            <a:ext cx="65881" cy="40481"/>
          </a:xfrm>
          <a:prstGeom prst="rect">
            <a:avLst/>
          </a:prstGeom>
          <a:solidFill>
            <a:srgbClr val="AD33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7" name="vpm-real-target-spectrogram-r6-c4">
            <a:extLst>
              <a:ext uri="{FF2B5EF4-FFF2-40B4-BE49-F238E27FC236}">
                <a16:creationId xmlns:a16="http://schemas.microsoft.com/office/drawing/2014/main" id="{F40E9D43-0EF5-4B6E-9F49-C6BAA25D23BD}"/>
              </a:ext>
            </a:extLst>
          </p:cNvPr>
          <p:cNvSpPr>
            <a:spLocks noGrp="1"/>
          </p:cNvSpPr>
          <p:nvPr/>
        </p:nvSpPr>
        <p:spPr>
          <a:xfrm>
            <a:off x="4727904" y="2110774"/>
            <a:ext cx="65881" cy="40481"/>
          </a:xfrm>
          <a:prstGeom prst="rect">
            <a:avLst/>
          </a:prstGeom>
          <a:solidFill>
            <a:srgbClr val="88277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8" name="vpm-real-target-spectrogram-r6-c5">
            <a:extLst>
              <a:ext uri="{FF2B5EF4-FFF2-40B4-BE49-F238E27FC236}">
                <a16:creationId xmlns:a16="http://schemas.microsoft.com/office/drawing/2014/main" id="{7B6641DA-88D6-4982-90F2-0A886A3367F8}"/>
              </a:ext>
            </a:extLst>
          </p:cNvPr>
          <p:cNvSpPr>
            <a:spLocks noGrp="1"/>
          </p:cNvSpPr>
          <p:nvPr/>
        </p:nvSpPr>
        <p:spPr>
          <a:xfrm>
            <a:off x="4791404" y="2110774"/>
            <a:ext cx="65881" cy="40481"/>
          </a:xfrm>
          <a:prstGeom prst="rect">
            <a:avLst/>
          </a:prstGeom>
          <a:solidFill>
            <a:srgbClr val="2B115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9" name="vpm-real-target-spectrogram-r6-c6">
            <a:extLst>
              <a:ext uri="{FF2B5EF4-FFF2-40B4-BE49-F238E27FC236}">
                <a16:creationId xmlns:a16="http://schemas.microsoft.com/office/drawing/2014/main" id="{DD94D35A-1EBD-4C00-A56D-FC9C10BEEBBF}"/>
              </a:ext>
            </a:extLst>
          </p:cNvPr>
          <p:cNvSpPr>
            <a:spLocks noGrp="1"/>
          </p:cNvSpPr>
          <p:nvPr/>
        </p:nvSpPr>
        <p:spPr>
          <a:xfrm>
            <a:off x="4854904" y="2110774"/>
            <a:ext cx="65881" cy="40481"/>
          </a:xfrm>
          <a:prstGeom prst="rect">
            <a:avLst/>
          </a:prstGeom>
          <a:solidFill>
            <a:srgbClr val="47166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0" name="vpm-real-target-spectrogram-r6-c7">
            <a:extLst>
              <a:ext uri="{FF2B5EF4-FFF2-40B4-BE49-F238E27FC236}">
                <a16:creationId xmlns:a16="http://schemas.microsoft.com/office/drawing/2014/main" id="{EA88412B-F901-4FFB-AD46-120811D6B4B2}"/>
              </a:ext>
            </a:extLst>
          </p:cNvPr>
          <p:cNvSpPr>
            <a:spLocks noGrp="1"/>
          </p:cNvSpPr>
          <p:nvPr/>
        </p:nvSpPr>
        <p:spPr>
          <a:xfrm>
            <a:off x="4918404" y="2110774"/>
            <a:ext cx="65881" cy="40481"/>
          </a:xfrm>
          <a:prstGeom prst="rect">
            <a:avLst/>
          </a:prstGeom>
          <a:solidFill>
            <a:srgbClr val="250F5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1" name="vpm-real-target-spectrogram-r6-c8">
            <a:extLst>
              <a:ext uri="{FF2B5EF4-FFF2-40B4-BE49-F238E27FC236}">
                <a16:creationId xmlns:a16="http://schemas.microsoft.com/office/drawing/2014/main" id="{B216FCD3-8D63-4CC1-B267-5DE9131B6C1C}"/>
              </a:ext>
            </a:extLst>
          </p:cNvPr>
          <p:cNvSpPr>
            <a:spLocks noGrp="1"/>
          </p:cNvSpPr>
          <p:nvPr/>
        </p:nvSpPr>
        <p:spPr>
          <a:xfrm>
            <a:off x="4981904" y="2110774"/>
            <a:ext cx="65881" cy="40481"/>
          </a:xfrm>
          <a:prstGeom prst="rect">
            <a:avLst/>
          </a:prstGeom>
          <a:solidFill>
            <a:srgbClr val="5D1B7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2" name="vpm-real-target-spectrogram-r6-c9">
            <a:extLst>
              <a:ext uri="{FF2B5EF4-FFF2-40B4-BE49-F238E27FC236}">
                <a16:creationId xmlns:a16="http://schemas.microsoft.com/office/drawing/2014/main" id="{B3157394-B757-4EF5-9EA4-E9ECCBF56918}"/>
              </a:ext>
            </a:extLst>
          </p:cNvPr>
          <p:cNvSpPr>
            <a:spLocks noGrp="1"/>
          </p:cNvSpPr>
          <p:nvPr/>
        </p:nvSpPr>
        <p:spPr>
          <a:xfrm>
            <a:off x="5045404" y="2110774"/>
            <a:ext cx="65881" cy="40481"/>
          </a:xfrm>
          <a:prstGeom prst="rect">
            <a:avLst/>
          </a:prstGeom>
          <a:solidFill>
            <a:srgbClr val="75208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3" name="vpm-real-target-spectrogram-r6-c10">
            <a:extLst>
              <a:ext uri="{FF2B5EF4-FFF2-40B4-BE49-F238E27FC236}">
                <a16:creationId xmlns:a16="http://schemas.microsoft.com/office/drawing/2014/main" id="{CF14977C-60EF-4370-A547-9F05B4C0C614}"/>
              </a:ext>
            </a:extLst>
          </p:cNvPr>
          <p:cNvSpPr>
            <a:spLocks noGrp="1"/>
          </p:cNvSpPr>
          <p:nvPr/>
        </p:nvSpPr>
        <p:spPr>
          <a:xfrm>
            <a:off x="5108904" y="2110774"/>
            <a:ext cx="65881" cy="40481"/>
          </a:xfrm>
          <a:prstGeom prst="rect">
            <a:avLst/>
          </a:prstGeom>
          <a:solidFill>
            <a:srgbClr val="AA32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4" name="vpm-real-target-spectrogram-r6-c11">
            <a:extLst>
              <a:ext uri="{FF2B5EF4-FFF2-40B4-BE49-F238E27FC236}">
                <a16:creationId xmlns:a16="http://schemas.microsoft.com/office/drawing/2014/main" id="{EE254194-3D60-446D-A4B0-2B16DD965042}"/>
              </a:ext>
            </a:extLst>
          </p:cNvPr>
          <p:cNvSpPr>
            <a:spLocks noGrp="1"/>
          </p:cNvSpPr>
          <p:nvPr/>
        </p:nvSpPr>
        <p:spPr>
          <a:xfrm>
            <a:off x="5172404" y="2110774"/>
            <a:ext cx="65881" cy="40481"/>
          </a:xfrm>
          <a:prstGeom prst="rect">
            <a:avLst/>
          </a:prstGeom>
          <a:solidFill>
            <a:srgbClr val="581A7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5" name="vpm-real-target-spectrogram-r6-c12">
            <a:extLst>
              <a:ext uri="{FF2B5EF4-FFF2-40B4-BE49-F238E27FC236}">
                <a16:creationId xmlns:a16="http://schemas.microsoft.com/office/drawing/2014/main" id="{9975F21B-3825-48E1-A4BA-33C688E8A7EB}"/>
              </a:ext>
            </a:extLst>
          </p:cNvPr>
          <p:cNvSpPr>
            <a:spLocks noGrp="1"/>
          </p:cNvSpPr>
          <p:nvPr/>
        </p:nvSpPr>
        <p:spPr>
          <a:xfrm>
            <a:off x="5235904" y="2110774"/>
            <a:ext cx="65881" cy="40481"/>
          </a:xfrm>
          <a:prstGeom prst="rect">
            <a:avLst/>
          </a:prstGeom>
          <a:solidFill>
            <a:srgbClr val="4E18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6" name="vpm-real-target-spectrogram-r6-c13">
            <a:extLst>
              <a:ext uri="{FF2B5EF4-FFF2-40B4-BE49-F238E27FC236}">
                <a16:creationId xmlns:a16="http://schemas.microsoft.com/office/drawing/2014/main" id="{6CDA4D1F-F3CC-4A93-B372-6F6947BBDF14}"/>
              </a:ext>
            </a:extLst>
          </p:cNvPr>
          <p:cNvSpPr>
            <a:spLocks noGrp="1"/>
          </p:cNvSpPr>
          <p:nvPr/>
        </p:nvSpPr>
        <p:spPr>
          <a:xfrm>
            <a:off x="5299404" y="2110774"/>
            <a:ext cx="65881" cy="40481"/>
          </a:xfrm>
          <a:prstGeom prst="rect">
            <a:avLst/>
          </a:prstGeom>
          <a:solidFill>
            <a:srgbClr val="8726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7" name="vpm-real-target-spectrogram-r6-c14">
            <a:extLst>
              <a:ext uri="{FF2B5EF4-FFF2-40B4-BE49-F238E27FC236}">
                <a16:creationId xmlns:a16="http://schemas.microsoft.com/office/drawing/2014/main" id="{416CD4BE-4EA4-41DC-AE0D-AC87269D1B56}"/>
              </a:ext>
            </a:extLst>
          </p:cNvPr>
          <p:cNvSpPr>
            <a:spLocks noGrp="1"/>
          </p:cNvSpPr>
          <p:nvPr/>
        </p:nvSpPr>
        <p:spPr>
          <a:xfrm>
            <a:off x="5362904" y="2110774"/>
            <a:ext cx="65881" cy="40481"/>
          </a:xfrm>
          <a:prstGeom prst="rect">
            <a:avLst/>
          </a:prstGeom>
          <a:solidFill>
            <a:srgbClr val="4616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8" name="vpm-real-target-spectrogram-r6-c15">
            <a:extLst>
              <a:ext uri="{FF2B5EF4-FFF2-40B4-BE49-F238E27FC236}">
                <a16:creationId xmlns:a16="http://schemas.microsoft.com/office/drawing/2014/main" id="{41C2964E-6AFB-415A-B0E1-7D3AF6A13358}"/>
              </a:ext>
            </a:extLst>
          </p:cNvPr>
          <p:cNvSpPr>
            <a:spLocks noGrp="1"/>
          </p:cNvSpPr>
          <p:nvPr/>
        </p:nvSpPr>
        <p:spPr>
          <a:xfrm>
            <a:off x="5426404" y="2110774"/>
            <a:ext cx="65881" cy="40481"/>
          </a:xfrm>
          <a:prstGeom prst="rect">
            <a:avLst/>
          </a:prstGeom>
          <a:solidFill>
            <a:srgbClr val="6E1E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9" name="vpm-real-target-spectrogram-r6-c16">
            <a:extLst>
              <a:ext uri="{FF2B5EF4-FFF2-40B4-BE49-F238E27FC236}">
                <a16:creationId xmlns:a16="http://schemas.microsoft.com/office/drawing/2014/main" id="{B952FC0A-0AE0-409D-B21F-E99E5EE782BC}"/>
              </a:ext>
            </a:extLst>
          </p:cNvPr>
          <p:cNvSpPr>
            <a:spLocks noGrp="1"/>
          </p:cNvSpPr>
          <p:nvPr/>
        </p:nvSpPr>
        <p:spPr>
          <a:xfrm>
            <a:off x="5489904" y="2110774"/>
            <a:ext cx="65881" cy="40481"/>
          </a:xfrm>
          <a:prstGeom prst="rect">
            <a:avLst/>
          </a:prstGeom>
          <a:solidFill>
            <a:srgbClr val="3F156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30" name="vpm-real-target-spectrogram-r6-c17">
            <a:extLst>
              <a:ext uri="{FF2B5EF4-FFF2-40B4-BE49-F238E27FC236}">
                <a16:creationId xmlns:a16="http://schemas.microsoft.com/office/drawing/2014/main" id="{ECFD15F3-C217-4FA4-99D5-5749C3D6C8E0}"/>
              </a:ext>
            </a:extLst>
          </p:cNvPr>
          <p:cNvSpPr>
            <a:spLocks noGrp="1"/>
          </p:cNvSpPr>
          <p:nvPr/>
        </p:nvSpPr>
        <p:spPr>
          <a:xfrm>
            <a:off x="5553404" y="2110774"/>
            <a:ext cx="65881" cy="40481"/>
          </a:xfrm>
          <a:prstGeom prst="rect">
            <a:avLst/>
          </a:prstGeom>
          <a:solidFill>
            <a:srgbClr val="1C0C4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31" name="vpm-real-target-spectrogram-r7-c0">
            <a:extLst>
              <a:ext uri="{FF2B5EF4-FFF2-40B4-BE49-F238E27FC236}">
                <a16:creationId xmlns:a16="http://schemas.microsoft.com/office/drawing/2014/main" id="{C49849F4-485F-45D8-A1DE-DED3DA948080}"/>
              </a:ext>
            </a:extLst>
          </p:cNvPr>
          <p:cNvSpPr>
            <a:spLocks noGrp="1"/>
          </p:cNvSpPr>
          <p:nvPr/>
        </p:nvSpPr>
        <p:spPr>
          <a:xfrm>
            <a:off x="4473904" y="2148874"/>
            <a:ext cx="65881" cy="40481"/>
          </a:xfrm>
          <a:prstGeom prst="rect">
            <a:avLst/>
          </a:prstGeom>
          <a:solidFill>
            <a:srgbClr val="5A1A7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32" name="vpm-real-target-spectrogram-r7-c1">
            <a:extLst>
              <a:ext uri="{FF2B5EF4-FFF2-40B4-BE49-F238E27FC236}">
                <a16:creationId xmlns:a16="http://schemas.microsoft.com/office/drawing/2014/main" id="{27F2EE54-7E98-4007-80B4-ED75FD171142}"/>
              </a:ext>
            </a:extLst>
          </p:cNvPr>
          <p:cNvSpPr>
            <a:spLocks noGrp="1"/>
          </p:cNvSpPr>
          <p:nvPr/>
        </p:nvSpPr>
        <p:spPr>
          <a:xfrm>
            <a:off x="4537404" y="2148874"/>
            <a:ext cx="65881" cy="40481"/>
          </a:xfrm>
          <a:prstGeom prst="rect">
            <a:avLst/>
          </a:prstGeom>
          <a:solidFill>
            <a:srgbClr val="F7986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33" name="vpm-real-target-spectrogram-r7-c2">
            <a:extLst>
              <a:ext uri="{FF2B5EF4-FFF2-40B4-BE49-F238E27FC236}">
                <a16:creationId xmlns:a16="http://schemas.microsoft.com/office/drawing/2014/main" id="{AC90754B-5314-4E40-8EA6-5F0066A43250}"/>
              </a:ext>
            </a:extLst>
          </p:cNvPr>
          <p:cNvSpPr>
            <a:spLocks noGrp="1"/>
          </p:cNvSpPr>
          <p:nvPr/>
        </p:nvSpPr>
        <p:spPr>
          <a:xfrm>
            <a:off x="4600904" y="2148874"/>
            <a:ext cx="65881" cy="40481"/>
          </a:xfrm>
          <a:prstGeom prst="rect">
            <a:avLst/>
          </a:prstGeom>
          <a:solidFill>
            <a:srgbClr val="FDC0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34" name="vpm-real-target-spectrogram-r7-c3">
            <a:extLst>
              <a:ext uri="{FF2B5EF4-FFF2-40B4-BE49-F238E27FC236}">
                <a16:creationId xmlns:a16="http://schemas.microsoft.com/office/drawing/2014/main" id="{B56164DB-752F-44B0-AA75-A57F58663CCC}"/>
              </a:ext>
            </a:extLst>
          </p:cNvPr>
          <p:cNvSpPr>
            <a:spLocks noGrp="1"/>
          </p:cNvSpPr>
          <p:nvPr/>
        </p:nvSpPr>
        <p:spPr>
          <a:xfrm>
            <a:off x="4664404" y="2148874"/>
            <a:ext cx="65881" cy="40481"/>
          </a:xfrm>
          <a:prstGeom prst="rect">
            <a:avLst/>
          </a:prstGeom>
          <a:solidFill>
            <a:srgbClr val="BD3C7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35" name="vpm-real-target-spectrogram-r7-c4">
            <a:extLst>
              <a:ext uri="{FF2B5EF4-FFF2-40B4-BE49-F238E27FC236}">
                <a16:creationId xmlns:a16="http://schemas.microsoft.com/office/drawing/2014/main" id="{7FADEDFD-B593-4040-A54B-857FD96CBBD7}"/>
              </a:ext>
            </a:extLst>
          </p:cNvPr>
          <p:cNvSpPr>
            <a:spLocks noGrp="1"/>
          </p:cNvSpPr>
          <p:nvPr/>
        </p:nvSpPr>
        <p:spPr>
          <a:xfrm>
            <a:off x="4727904" y="2148874"/>
            <a:ext cx="65881" cy="40481"/>
          </a:xfrm>
          <a:prstGeom prst="rect">
            <a:avLst/>
          </a:prstGeom>
          <a:solidFill>
            <a:srgbClr val="992D7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36" name="vpm-real-target-spectrogram-r7-c5">
            <a:extLst>
              <a:ext uri="{FF2B5EF4-FFF2-40B4-BE49-F238E27FC236}">
                <a16:creationId xmlns:a16="http://schemas.microsoft.com/office/drawing/2014/main" id="{86489640-64FD-4EDD-981C-EE727B682C6F}"/>
              </a:ext>
            </a:extLst>
          </p:cNvPr>
          <p:cNvSpPr>
            <a:spLocks noGrp="1"/>
          </p:cNvSpPr>
          <p:nvPr/>
        </p:nvSpPr>
        <p:spPr>
          <a:xfrm>
            <a:off x="4791404" y="2148874"/>
            <a:ext cx="65881" cy="40481"/>
          </a:xfrm>
          <a:prstGeom prst="rect">
            <a:avLst/>
          </a:prstGeom>
          <a:solidFill>
            <a:srgbClr val="5219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37" name="vpm-real-target-spectrogram-r7-c6">
            <a:extLst>
              <a:ext uri="{FF2B5EF4-FFF2-40B4-BE49-F238E27FC236}">
                <a16:creationId xmlns:a16="http://schemas.microsoft.com/office/drawing/2014/main" id="{6F97E451-F648-4EC2-A674-62A6FFBB78B1}"/>
              </a:ext>
            </a:extLst>
          </p:cNvPr>
          <p:cNvSpPr>
            <a:spLocks noGrp="1"/>
          </p:cNvSpPr>
          <p:nvPr/>
        </p:nvSpPr>
        <p:spPr>
          <a:xfrm>
            <a:off x="4854904" y="2148874"/>
            <a:ext cx="65881" cy="40481"/>
          </a:xfrm>
          <a:prstGeom prst="rect">
            <a:avLst/>
          </a:prstGeom>
          <a:solidFill>
            <a:srgbClr val="1F0D4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38" name="vpm-real-target-spectrogram-r7-c7">
            <a:extLst>
              <a:ext uri="{FF2B5EF4-FFF2-40B4-BE49-F238E27FC236}">
                <a16:creationId xmlns:a16="http://schemas.microsoft.com/office/drawing/2014/main" id="{882E09E6-FC09-4213-9FE0-2DFE9C80606E}"/>
              </a:ext>
            </a:extLst>
          </p:cNvPr>
          <p:cNvSpPr>
            <a:spLocks noGrp="1"/>
          </p:cNvSpPr>
          <p:nvPr/>
        </p:nvSpPr>
        <p:spPr>
          <a:xfrm>
            <a:off x="4918404" y="2148874"/>
            <a:ext cx="65881" cy="40481"/>
          </a:xfrm>
          <a:prstGeom prst="rect">
            <a:avLst/>
          </a:prstGeom>
          <a:solidFill>
            <a:srgbClr val="2C11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39" name="vpm-real-target-spectrogram-r7-c8">
            <a:extLst>
              <a:ext uri="{FF2B5EF4-FFF2-40B4-BE49-F238E27FC236}">
                <a16:creationId xmlns:a16="http://schemas.microsoft.com/office/drawing/2014/main" id="{AA4E5526-0671-4D33-B700-121BF8037F57}"/>
              </a:ext>
            </a:extLst>
          </p:cNvPr>
          <p:cNvSpPr>
            <a:spLocks noGrp="1"/>
          </p:cNvSpPr>
          <p:nvPr/>
        </p:nvSpPr>
        <p:spPr>
          <a:xfrm>
            <a:off x="4981904" y="2148874"/>
            <a:ext cx="65881" cy="40481"/>
          </a:xfrm>
          <a:prstGeom prst="rect">
            <a:avLst/>
          </a:prstGeom>
          <a:solidFill>
            <a:srgbClr val="6C1E7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0" name="vpm-real-target-spectrogram-r7-c9">
            <a:extLst>
              <a:ext uri="{FF2B5EF4-FFF2-40B4-BE49-F238E27FC236}">
                <a16:creationId xmlns:a16="http://schemas.microsoft.com/office/drawing/2014/main" id="{A1555C56-D724-48CA-A160-160925EE10CC}"/>
              </a:ext>
            </a:extLst>
          </p:cNvPr>
          <p:cNvSpPr>
            <a:spLocks noGrp="1"/>
          </p:cNvSpPr>
          <p:nvPr/>
        </p:nvSpPr>
        <p:spPr>
          <a:xfrm>
            <a:off x="5045404" y="2148874"/>
            <a:ext cx="65881" cy="40481"/>
          </a:xfrm>
          <a:prstGeom prst="rect">
            <a:avLst/>
          </a:prstGeom>
          <a:solidFill>
            <a:srgbClr val="52197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1" name="vpm-real-target-spectrogram-r7-c10">
            <a:extLst>
              <a:ext uri="{FF2B5EF4-FFF2-40B4-BE49-F238E27FC236}">
                <a16:creationId xmlns:a16="http://schemas.microsoft.com/office/drawing/2014/main" id="{C047B3BC-24BB-43D8-8AC0-DB8D059DD813}"/>
              </a:ext>
            </a:extLst>
          </p:cNvPr>
          <p:cNvSpPr>
            <a:spLocks noGrp="1"/>
          </p:cNvSpPr>
          <p:nvPr/>
        </p:nvSpPr>
        <p:spPr>
          <a:xfrm>
            <a:off x="5108904" y="2148874"/>
            <a:ext cx="65881" cy="40481"/>
          </a:xfrm>
          <a:prstGeom prst="rect">
            <a:avLst/>
          </a:prstGeom>
          <a:solidFill>
            <a:srgbClr val="691D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2" name="vpm-real-target-spectrogram-r7-c11">
            <a:extLst>
              <a:ext uri="{FF2B5EF4-FFF2-40B4-BE49-F238E27FC236}">
                <a16:creationId xmlns:a16="http://schemas.microsoft.com/office/drawing/2014/main" id="{8EFF0307-4BC8-4A8F-801E-974E4A59AFE6}"/>
              </a:ext>
            </a:extLst>
          </p:cNvPr>
          <p:cNvSpPr>
            <a:spLocks noGrp="1"/>
          </p:cNvSpPr>
          <p:nvPr/>
        </p:nvSpPr>
        <p:spPr>
          <a:xfrm>
            <a:off x="5172404" y="2148874"/>
            <a:ext cx="65881" cy="40481"/>
          </a:xfrm>
          <a:prstGeom prst="rect">
            <a:avLst/>
          </a:prstGeom>
          <a:solidFill>
            <a:srgbClr val="230E4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3" name="vpm-real-target-spectrogram-r7-c12">
            <a:extLst>
              <a:ext uri="{FF2B5EF4-FFF2-40B4-BE49-F238E27FC236}">
                <a16:creationId xmlns:a16="http://schemas.microsoft.com/office/drawing/2014/main" id="{D644F4B8-4CB1-446C-9983-AD23FDA03287}"/>
              </a:ext>
            </a:extLst>
          </p:cNvPr>
          <p:cNvSpPr>
            <a:spLocks noGrp="1"/>
          </p:cNvSpPr>
          <p:nvPr/>
        </p:nvSpPr>
        <p:spPr>
          <a:xfrm>
            <a:off x="5235904" y="2148874"/>
            <a:ext cx="65881" cy="40481"/>
          </a:xfrm>
          <a:prstGeom prst="rect">
            <a:avLst/>
          </a:prstGeom>
          <a:solidFill>
            <a:srgbClr val="210D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4" name="vpm-real-target-spectrogram-r7-c13">
            <a:extLst>
              <a:ext uri="{FF2B5EF4-FFF2-40B4-BE49-F238E27FC236}">
                <a16:creationId xmlns:a16="http://schemas.microsoft.com/office/drawing/2014/main" id="{93B3DC8F-BAF9-4515-9063-30280458BFF7}"/>
              </a:ext>
            </a:extLst>
          </p:cNvPr>
          <p:cNvSpPr>
            <a:spLocks noGrp="1"/>
          </p:cNvSpPr>
          <p:nvPr/>
        </p:nvSpPr>
        <p:spPr>
          <a:xfrm>
            <a:off x="5299404" y="2148874"/>
            <a:ext cx="65881" cy="40481"/>
          </a:xfrm>
          <a:prstGeom prst="rect">
            <a:avLst/>
          </a:prstGeom>
          <a:solidFill>
            <a:srgbClr val="35136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5" name="vpm-real-target-spectrogram-r7-c14">
            <a:extLst>
              <a:ext uri="{FF2B5EF4-FFF2-40B4-BE49-F238E27FC236}">
                <a16:creationId xmlns:a16="http://schemas.microsoft.com/office/drawing/2014/main" id="{EBDF5C7D-44B3-49CE-9FF4-424E0D5CD8DA}"/>
              </a:ext>
            </a:extLst>
          </p:cNvPr>
          <p:cNvSpPr>
            <a:spLocks noGrp="1"/>
          </p:cNvSpPr>
          <p:nvPr/>
        </p:nvSpPr>
        <p:spPr>
          <a:xfrm>
            <a:off x="5362904" y="2148874"/>
            <a:ext cx="65881" cy="40481"/>
          </a:xfrm>
          <a:prstGeom prst="rect">
            <a:avLst/>
          </a:prstGeom>
          <a:solidFill>
            <a:srgbClr val="49176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6" name="vpm-real-target-spectrogram-r7-c15">
            <a:extLst>
              <a:ext uri="{FF2B5EF4-FFF2-40B4-BE49-F238E27FC236}">
                <a16:creationId xmlns:a16="http://schemas.microsoft.com/office/drawing/2014/main" id="{BB2E38F2-F0E3-490E-BFD3-4DFFB198BCC2}"/>
              </a:ext>
            </a:extLst>
          </p:cNvPr>
          <p:cNvSpPr>
            <a:spLocks noGrp="1"/>
          </p:cNvSpPr>
          <p:nvPr/>
        </p:nvSpPr>
        <p:spPr>
          <a:xfrm>
            <a:off x="5426404" y="2148874"/>
            <a:ext cx="65881" cy="40481"/>
          </a:xfrm>
          <a:prstGeom prst="rect">
            <a:avLst/>
          </a:prstGeom>
          <a:solidFill>
            <a:srgbClr val="200D4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7" name="vpm-real-target-spectrogram-r7-c16">
            <a:extLst>
              <a:ext uri="{FF2B5EF4-FFF2-40B4-BE49-F238E27FC236}">
                <a16:creationId xmlns:a16="http://schemas.microsoft.com/office/drawing/2014/main" id="{D7680C96-BAB5-4C55-84FF-A5DA6ECAAE28}"/>
              </a:ext>
            </a:extLst>
          </p:cNvPr>
          <p:cNvSpPr>
            <a:spLocks noGrp="1"/>
          </p:cNvSpPr>
          <p:nvPr/>
        </p:nvSpPr>
        <p:spPr>
          <a:xfrm>
            <a:off x="5489904" y="2148874"/>
            <a:ext cx="65881" cy="40481"/>
          </a:xfrm>
          <a:prstGeom prst="rect">
            <a:avLst/>
          </a:prstGeom>
          <a:solidFill>
            <a:srgbClr val="49176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8" name="vpm-real-target-spectrogram-r7-c17">
            <a:extLst>
              <a:ext uri="{FF2B5EF4-FFF2-40B4-BE49-F238E27FC236}">
                <a16:creationId xmlns:a16="http://schemas.microsoft.com/office/drawing/2014/main" id="{65D83321-AAB2-4B04-B8EB-1466271791BB}"/>
              </a:ext>
            </a:extLst>
          </p:cNvPr>
          <p:cNvSpPr>
            <a:spLocks noGrp="1"/>
          </p:cNvSpPr>
          <p:nvPr/>
        </p:nvSpPr>
        <p:spPr>
          <a:xfrm>
            <a:off x="5553404" y="2148874"/>
            <a:ext cx="65881" cy="40481"/>
          </a:xfrm>
          <a:prstGeom prst="rect">
            <a:avLst/>
          </a:prstGeom>
          <a:solidFill>
            <a:srgbClr val="220E4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9" name="vpm-real-target-spectrogram-r8-c0">
            <a:extLst>
              <a:ext uri="{FF2B5EF4-FFF2-40B4-BE49-F238E27FC236}">
                <a16:creationId xmlns:a16="http://schemas.microsoft.com/office/drawing/2014/main" id="{2E4311FB-F70C-42E5-BC7E-E6C0056A27FF}"/>
              </a:ext>
            </a:extLst>
          </p:cNvPr>
          <p:cNvSpPr>
            <a:spLocks noGrp="1"/>
          </p:cNvSpPr>
          <p:nvPr/>
        </p:nvSpPr>
        <p:spPr>
          <a:xfrm>
            <a:off x="4473904" y="2186974"/>
            <a:ext cx="65881" cy="40481"/>
          </a:xfrm>
          <a:prstGeom prst="rect">
            <a:avLst/>
          </a:prstGeom>
          <a:solidFill>
            <a:srgbClr val="691D7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0" name="vpm-real-target-spectrogram-r8-c1">
            <a:extLst>
              <a:ext uri="{FF2B5EF4-FFF2-40B4-BE49-F238E27FC236}">
                <a16:creationId xmlns:a16="http://schemas.microsoft.com/office/drawing/2014/main" id="{33BA548B-B357-4A41-AF5F-4E30965EB9FB}"/>
              </a:ext>
            </a:extLst>
          </p:cNvPr>
          <p:cNvSpPr>
            <a:spLocks noGrp="1"/>
          </p:cNvSpPr>
          <p:nvPr/>
        </p:nvSpPr>
        <p:spPr>
          <a:xfrm>
            <a:off x="4537404" y="2186974"/>
            <a:ext cx="65881" cy="40481"/>
          </a:xfrm>
          <a:prstGeom prst="rect">
            <a:avLst/>
          </a:prstGeom>
          <a:solidFill>
            <a:srgbClr val="D7556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1" name="vpm-real-target-spectrogram-r8-c2">
            <a:extLst>
              <a:ext uri="{FF2B5EF4-FFF2-40B4-BE49-F238E27FC236}">
                <a16:creationId xmlns:a16="http://schemas.microsoft.com/office/drawing/2014/main" id="{32985681-157E-4F3D-B242-47382FC6A03F}"/>
              </a:ext>
            </a:extLst>
          </p:cNvPr>
          <p:cNvSpPr>
            <a:spLocks noGrp="1"/>
          </p:cNvSpPr>
          <p:nvPr/>
        </p:nvSpPr>
        <p:spPr>
          <a:xfrm>
            <a:off x="4600904" y="2186974"/>
            <a:ext cx="65881" cy="40481"/>
          </a:xfrm>
          <a:prstGeom prst="rect">
            <a:avLst/>
          </a:prstGeom>
          <a:solidFill>
            <a:srgbClr val="FCE3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2" name="vpm-real-target-spectrogram-r8-c3">
            <a:extLst>
              <a:ext uri="{FF2B5EF4-FFF2-40B4-BE49-F238E27FC236}">
                <a16:creationId xmlns:a16="http://schemas.microsoft.com/office/drawing/2014/main" id="{EC3AEAD8-3FDC-4328-954F-1D4BEBBB492C}"/>
              </a:ext>
            </a:extLst>
          </p:cNvPr>
          <p:cNvSpPr>
            <a:spLocks noGrp="1"/>
          </p:cNvSpPr>
          <p:nvPr/>
        </p:nvSpPr>
        <p:spPr>
          <a:xfrm>
            <a:off x="4664404" y="2186974"/>
            <a:ext cx="65881" cy="40481"/>
          </a:xfrm>
          <a:prstGeom prst="rect">
            <a:avLst/>
          </a:prstGeom>
          <a:solidFill>
            <a:srgbClr val="E3606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3" name="vpm-real-target-spectrogram-r8-c4">
            <a:extLst>
              <a:ext uri="{FF2B5EF4-FFF2-40B4-BE49-F238E27FC236}">
                <a16:creationId xmlns:a16="http://schemas.microsoft.com/office/drawing/2014/main" id="{9FF1327F-8D35-440E-8AE0-BB86E4221A8D}"/>
              </a:ext>
            </a:extLst>
          </p:cNvPr>
          <p:cNvSpPr>
            <a:spLocks noGrp="1"/>
          </p:cNvSpPr>
          <p:nvPr/>
        </p:nvSpPr>
        <p:spPr>
          <a:xfrm>
            <a:off x="4727904" y="2186974"/>
            <a:ext cx="65881" cy="40481"/>
          </a:xfrm>
          <a:prstGeom prst="rect">
            <a:avLst/>
          </a:prstGeom>
          <a:solidFill>
            <a:srgbClr val="6B1E7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4" name="vpm-real-target-spectrogram-r8-c5">
            <a:extLst>
              <a:ext uri="{FF2B5EF4-FFF2-40B4-BE49-F238E27FC236}">
                <a16:creationId xmlns:a16="http://schemas.microsoft.com/office/drawing/2014/main" id="{5A31D972-0D1E-4AE6-9A93-72881077C7F1}"/>
              </a:ext>
            </a:extLst>
          </p:cNvPr>
          <p:cNvSpPr>
            <a:spLocks noGrp="1"/>
          </p:cNvSpPr>
          <p:nvPr/>
        </p:nvSpPr>
        <p:spPr>
          <a:xfrm>
            <a:off x="4791404" y="2186974"/>
            <a:ext cx="65881" cy="40481"/>
          </a:xfrm>
          <a:prstGeom prst="rect">
            <a:avLst/>
          </a:prstGeom>
          <a:solidFill>
            <a:srgbClr val="6B1E7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5" name="vpm-real-target-spectrogram-r8-c6">
            <a:extLst>
              <a:ext uri="{FF2B5EF4-FFF2-40B4-BE49-F238E27FC236}">
                <a16:creationId xmlns:a16="http://schemas.microsoft.com/office/drawing/2014/main" id="{3F05D32D-7AA2-472B-9DAF-F15539414667}"/>
              </a:ext>
            </a:extLst>
          </p:cNvPr>
          <p:cNvSpPr>
            <a:spLocks noGrp="1"/>
          </p:cNvSpPr>
          <p:nvPr/>
        </p:nvSpPr>
        <p:spPr>
          <a:xfrm>
            <a:off x="4854904" y="2186974"/>
            <a:ext cx="65881" cy="40481"/>
          </a:xfrm>
          <a:prstGeom prst="rect">
            <a:avLst/>
          </a:prstGeom>
          <a:solidFill>
            <a:srgbClr val="4215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6" name="vpm-real-target-spectrogram-r8-c7">
            <a:extLst>
              <a:ext uri="{FF2B5EF4-FFF2-40B4-BE49-F238E27FC236}">
                <a16:creationId xmlns:a16="http://schemas.microsoft.com/office/drawing/2014/main" id="{5F37DB95-B769-4F6F-9B26-6E393C3F0053}"/>
              </a:ext>
            </a:extLst>
          </p:cNvPr>
          <p:cNvSpPr>
            <a:spLocks noGrp="1"/>
          </p:cNvSpPr>
          <p:nvPr/>
        </p:nvSpPr>
        <p:spPr>
          <a:xfrm>
            <a:off x="4918404" y="2186974"/>
            <a:ext cx="65881" cy="40481"/>
          </a:xfrm>
          <a:prstGeom prst="rect">
            <a:avLst/>
          </a:prstGeom>
          <a:solidFill>
            <a:srgbClr val="4516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7" name="vpm-real-target-spectrogram-r8-c8">
            <a:extLst>
              <a:ext uri="{FF2B5EF4-FFF2-40B4-BE49-F238E27FC236}">
                <a16:creationId xmlns:a16="http://schemas.microsoft.com/office/drawing/2014/main" id="{C13E0018-C7D1-444B-8078-B2857F6C24E5}"/>
              </a:ext>
            </a:extLst>
          </p:cNvPr>
          <p:cNvSpPr>
            <a:spLocks noGrp="1"/>
          </p:cNvSpPr>
          <p:nvPr/>
        </p:nvSpPr>
        <p:spPr>
          <a:xfrm>
            <a:off x="4981904" y="2186974"/>
            <a:ext cx="65881" cy="40481"/>
          </a:xfrm>
          <a:prstGeom prst="rect">
            <a:avLst/>
          </a:prstGeom>
          <a:solidFill>
            <a:srgbClr val="992C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8" name="vpm-real-target-spectrogram-r8-c9">
            <a:extLst>
              <a:ext uri="{FF2B5EF4-FFF2-40B4-BE49-F238E27FC236}">
                <a16:creationId xmlns:a16="http://schemas.microsoft.com/office/drawing/2014/main" id="{136622FD-FDE6-4ABA-A6F1-D8B8DD946C59}"/>
              </a:ext>
            </a:extLst>
          </p:cNvPr>
          <p:cNvSpPr>
            <a:spLocks noGrp="1"/>
          </p:cNvSpPr>
          <p:nvPr/>
        </p:nvSpPr>
        <p:spPr>
          <a:xfrm>
            <a:off x="5045404" y="2186974"/>
            <a:ext cx="65881" cy="40481"/>
          </a:xfrm>
          <a:prstGeom prst="rect">
            <a:avLst/>
          </a:prstGeom>
          <a:solidFill>
            <a:srgbClr val="7D23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9" name="vpm-real-target-spectrogram-r8-c10">
            <a:extLst>
              <a:ext uri="{FF2B5EF4-FFF2-40B4-BE49-F238E27FC236}">
                <a16:creationId xmlns:a16="http://schemas.microsoft.com/office/drawing/2014/main" id="{34A7E46A-6860-43DD-9C23-B04D77D623DF}"/>
              </a:ext>
            </a:extLst>
          </p:cNvPr>
          <p:cNvSpPr>
            <a:spLocks noGrp="1"/>
          </p:cNvSpPr>
          <p:nvPr/>
        </p:nvSpPr>
        <p:spPr>
          <a:xfrm>
            <a:off x="5108904" y="2186974"/>
            <a:ext cx="65881" cy="40481"/>
          </a:xfrm>
          <a:prstGeom prst="rect">
            <a:avLst/>
          </a:prstGeom>
          <a:solidFill>
            <a:srgbClr val="5D1B7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60" name="vpm-real-target-spectrogram-r8-c11">
            <a:extLst>
              <a:ext uri="{FF2B5EF4-FFF2-40B4-BE49-F238E27FC236}">
                <a16:creationId xmlns:a16="http://schemas.microsoft.com/office/drawing/2014/main" id="{40F19546-CD9E-4BD3-B37A-1532AD71B6DC}"/>
              </a:ext>
            </a:extLst>
          </p:cNvPr>
          <p:cNvSpPr>
            <a:spLocks noGrp="1"/>
          </p:cNvSpPr>
          <p:nvPr/>
        </p:nvSpPr>
        <p:spPr>
          <a:xfrm>
            <a:off x="5172404" y="2186974"/>
            <a:ext cx="65881" cy="40481"/>
          </a:xfrm>
          <a:prstGeom prst="rect">
            <a:avLst/>
          </a:prstGeom>
          <a:solidFill>
            <a:srgbClr val="3B14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61" name="vpm-real-target-spectrogram-r8-c12">
            <a:extLst>
              <a:ext uri="{FF2B5EF4-FFF2-40B4-BE49-F238E27FC236}">
                <a16:creationId xmlns:a16="http://schemas.microsoft.com/office/drawing/2014/main" id="{C147F0BD-57B0-4C2D-BD51-3C8E26F546C5}"/>
              </a:ext>
            </a:extLst>
          </p:cNvPr>
          <p:cNvSpPr>
            <a:spLocks noGrp="1"/>
          </p:cNvSpPr>
          <p:nvPr/>
        </p:nvSpPr>
        <p:spPr>
          <a:xfrm>
            <a:off x="5235904" y="2186974"/>
            <a:ext cx="65881" cy="40481"/>
          </a:xfrm>
          <a:prstGeom prst="rect">
            <a:avLst/>
          </a:prstGeom>
          <a:solidFill>
            <a:srgbClr val="3D146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62" name="vpm-real-target-spectrogram-r8-c13">
            <a:extLst>
              <a:ext uri="{FF2B5EF4-FFF2-40B4-BE49-F238E27FC236}">
                <a16:creationId xmlns:a16="http://schemas.microsoft.com/office/drawing/2014/main" id="{E671584C-CD26-4A25-B187-286A4CB8CB35}"/>
              </a:ext>
            </a:extLst>
          </p:cNvPr>
          <p:cNvSpPr>
            <a:spLocks noGrp="1"/>
          </p:cNvSpPr>
          <p:nvPr/>
        </p:nvSpPr>
        <p:spPr>
          <a:xfrm>
            <a:off x="5299404" y="2186974"/>
            <a:ext cx="65881" cy="40481"/>
          </a:xfrm>
          <a:prstGeom prst="rect">
            <a:avLst/>
          </a:prstGeom>
          <a:solidFill>
            <a:srgbClr val="5619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63" name="vpm-real-target-spectrogram-r8-c14">
            <a:extLst>
              <a:ext uri="{FF2B5EF4-FFF2-40B4-BE49-F238E27FC236}">
                <a16:creationId xmlns:a16="http://schemas.microsoft.com/office/drawing/2014/main" id="{1FA824BD-507F-440D-BBBA-E735B1D9F495}"/>
              </a:ext>
            </a:extLst>
          </p:cNvPr>
          <p:cNvSpPr>
            <a:spLocks noGrp="1"/>
          </p:cNvSpPr>
          <p:nvPr/>
        </p:nvSpPr>
        <p:spPr>
          <a:xfrm>
            <a:off x="5362904" y="2186974"/>
            <a:ext cx="65881" cy="40481"/>
          </a:xfrm>
          <a:prstGeom prst="rect">
            <a:avLst/>
          </a:prstGeom>
          <a:solidFill>
            <a:srgbClr val="3A14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64" name="vpm-real-target-spectrogram-r8-c15">
            <a:extLst>
              <a:ext uri="{FF2B5EF4-FFF2-40B4-BE49-F238E27FC236}">
                <a16:creationId xmlns:a16="http://schemas.microsoft.com/office/drawing/2014/main" id="{D02B883A-397D-43BD-A91A-258467EE11E6}"/>
              </a:ext>
            </a:extLst>
          </p:cNvPr>
          <p:cNvSpPr>
            <a:spLocks noGrp="1"/>
          </p:cNvSpPr>
          <p:nvPr/>
        </p:nvSpPr>
        <p:spPr>
          <a:xfrm>
            <a:off x="5426404" y="2186974"/>
            <a:ext cx="65881" cy="40481"/>
          </a:xfrm>
          <a:prstGeom prst="rect">
            <a:avLst/>
          </a:prstGeom>
          <a:solidFill>
            <a:srgbClr val="190B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65" name="vpm-real-target-spectrogram-r8-c16">
            <a:extLst>
              <a:ext uri="{FF2B5EF4-FFF2-40B4-BE49-F238E27FC236}">
                <a16:creationId xmlns:a16="http://schemas.microsoft.com/office/drawing/2014/main" id="{68434E5F-7447-4049-AE88-825E06650101}"/>
              </a:ext>
            </a:extLst>
          </p:cNvPr>
          <p:cNvSpPr>
            <a:spLocks noGrp="1"/>
          </p:cNvSpPr>
          <p:nvPr/>
        </p:nvSpPr>
        <p:spPr>
          <a:xfrm>
            <a:off x="5489904" y="2186974"/>
            <a:ext cx="65881" cy="40481"/>
          </a:xfrm>
          <a:prstGeom prst="rect">
            <a:avLst/>
          </a:prstGeom>
          <a:solidFill>
            <a:srgbClr val="4A176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66" name="vpm-real-target-spectrogram-r8-c17">
            <a:extLst>
              <a:ext uri="{FF2B5EF4-FFF2-40B4-BE49-F238E27FC236}">
                <a16:creationId xmlns:a16="http://schemas.microsoft.com/office/drawing/2014/main" id="{5C3E2677-8F36-4125-90A4-81ACB1DED0CE}"/>
              </a:ext>
            </a:extLst>
          </p:cNvPr>
          <p:cNvSpPr>
            <a:spLocks noGrp="1"/>
          </p:cNvSpPr>
          <p:nvPr/>
        </p:nvSpPr>
        <p:spPr>
          <a:xfrm>
            <a:off x="5553404" y="2186974"/>
            <a:ext cx="65881" cy="40481"/>
          </a:xfrm>
          <a:prstGeom prst="rect">
            <a:avLst/>
          </a:prstGeom>
          <a:solidFill>
            <a:srgbClr val="270F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67" name="vpm-real-target-spectrogram-r9-c0">
            <a:extLst>
              <a:ext uri="{FF2B5EF4-FFF2-40B4-BE49-F238E27FC236}">
                <a16:creationId xmlns:a16="http://schemas.microsoft.com/office/drawing/2014/main" id="{BE1659FC-B7B7-4E65-873E-B91F13D1FACF}"/>
              </a:ext>
            </a:extLst>
          </p:cNvPr>
          <p:cNvSpPr>
            <a:spLocks noGrp="1"/>
          </p:cNvSpPr>
          <p:nvPr/>
        </p:nvSpPr>
        <p:spPr>
          <a:xfrm>
            <a:off x="4473904" y="2225074"/>
            <a:ext cx="65881" cy="40481"/>
          </a:xfrm>
          <a:prstGeom prst="rect">
            <a:avLst/>
          </a:prstGeom>
          <a:solidFill>
            <a:srgbClr val="75208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68" name="vpm-real-target-spectrogram-r9-c1">
            <a:extLst>
              <a:ext uri="{FF2B5EF4-FFF2-40B4-BE49-F238E27FC236}">
                <a16:creationId xmlns:a16="http://schemas.microsoft.com/office/drawing/2014/main" id="{8EF2B219-6C6B-4328-A14D-CFE50E9688AC}"/>
              </a:ext>
            </a:extLst>
          </p:cNvPr>
          <p:cNvSpPr>
            <a:spLocks noGrp="1"/>
          </p:cNvSpPr>
          <p:nvPr/>
        </p:nvSpPr>
        <p:spPr>
          <a:xfrm>
            <a:off x="4537404" y="2225074"/>
            <a:ext cx="65881" cy="40481"/>
          </a:xfrm>
          <a:prstGeom prst="rect">
            <a:avLst/>
          </a:prstGeom>
          <a:solidFill>
            <a:srgbClr val="FBB1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69" name="vpm-real-target-spectrogram-r9-c2">
            <a:extLst>
              <a:ext uri="{FF2B5EF4-FFF2-40B4-BE49-F238E27FC236}">
                <a16:creationId xmlns:a16="http://schemas.microsoft.com/office/drawing/2014/main" id="{EE626367-A17D-45EE-A256-961842640973}"/>
              </a:ext>
            </a:extLst>
          </p:cNvPr>
          <p:cNvSpPr>
            <a:spLocks noGrp="1"/>
          </p:cNvSpPr>
          <p:nvPr/>
        </p:nvSpPr>
        <p:spPr>
          <a:xfrm>
            <a:off x="4600904" y="2225074"/>
            <a:ext cx="65881" cy="40481"/>
          </a:xfrm>
          <a:prstGeom prst="rect">
            <a:avLst/>
          </a:prstGeom>
          <a:solidFill>
            <a:srgbClr val="FDC1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0" name="vpm-real-target-spectrogram-r9-c3">
            <a:extLst>
              <a:ext uri="{FF2B5EF4-FFF2-40B4-BE49-F238E27FC236}">
                <a16:creationId xmlns:a16="http://schemas.microsoft.com/office/drawing/2014/main" id="{A0E7198A-128E-4441-BE97-A4692E575A4F}"/>
              </a:ext>
            </a:extLst>
          </p:cNvPr>
          <p:cNvSpPr>
            <a:spLocks noGrp="1"/>
          </p:cNvSpPr>
          <p:nvPr/>
        </p:nvSpPr>
        <p:spPr>
          <a:xfrm>
            <a:off x="4664404" y="2225074"/>
            <a:ext cx="65881" cy="40481"/>
          </a:xfrm>
          <a:prstGeom prst="rect">
            <a:avLst/>
          </a:prstGeom>
          <a:solidFill>
            <a:srgbClr val="A330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1" name="vpm-real-target-spectrogram-r9-c4">
            <a:extLst>
              <a:ext uri="{FF2B5EF4-FFF2-40B4-BE49-F238E27FC236}">
                <a16:creationId xmlns:a16="http://schemas.microsoft.com/office/drawing/2014/main" id="{AC36B7FC-8B81-4292-9FB9-7319DDEFB9D3}"/>
              </a:ext>
            </a:extLst>
          </p:cNvPr>
          <p:cNvSpPr>
            <a:spLocks noGrp="1"/>
          </p:cNvSpPr>
          <p:nvPr/>
        </p:nvSpPr>
        <p:spPr>
          <a:xfrm>
            <a:off x="4727904" y="2225074"/>
            <a:ext cx="65881" cy="40481"/>
          </a:xfrm>
          <a:prstGeom prst="rect">
            <a:avLst/>
          </a:prstGeom>
          <a:solidFill>
            <a:srgbClr val="5619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2" name="vpm-real-target-spectrogram-r9-c5">
            <a:extLst>
              <a:ext uri="{FF2B5EF4-FFF2-40B4-BE49-F238E27FC236}">
                <a16:creationId xmlns:a16="http://schemas.microsoft.com/office/drawing/2014/main" id="{38AFFB21-F2FC-4DC9-AD7C-DB1E3CE27314}"/>
              </a:ext>
            </a:extLst>
          </p:cNvPr>
          <p:cNvSpPr>
            <a:spLocks noGrp="1"/>
          </p:cNvSpPr>
          <p:nvPr/>
        </p:nvSpPr>
        <p:spPr>
          <a:xfrm>
            <a:off x="4791404" y="2225074"/>
            <a:ext cx="65881" cy="40481"/>
          </a:xfrm>
          <a:prstGeom prst="rect">
            <a:avLst/>
          </a:prstGeom>
          <a:solidFill>
            <a:srgbClr val="3413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3" name="vpm-real-target-spectrogram-r9-c6">
            <a:extLst>
              <a:ext uri="{FF2B5EF4-FFF2-40B4-BE49-F238E27FC236}">
                <a16:creationId xmlns:a16="http://schemas.microsoft.com/office/drawing/2014/main" id="{BB0D4291-6968-4285-AAAB-B2D4883E723B}"/>
              </a:ext>
            </a:extLst>
          </p:cNvPr>
          <p:cNvSpPr>
            <a:spLocks noGrp="1"/>
          </p:cNvSpPr>
          <p:nvPr/>
        </p:nvSpPr>
        <p:spPr>
          <a:xfrm>
            <a:off x="4854904" y="2225074"/>
            <a:ext cx="65881" cy="40481"/>
          </a:xfrm>
          <a:prstGeom prst="rect">
            <a:avLst/>
          </a:prstGeom>
          <a:solidFill>
            <a:srgbClr val="3F156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4" name="vpm-real-target-spectrogram-r9-c7">
            <a:extLst>
              <a:ext uri="{FF2B5EF4-FFF2-40B4-BE49-F238E27FC236}">
                <a16:creationId xmlns:a16="http://schemas.microsoft.com/office/drawing/2014/main" id="{95560149-3DE7-4104-BBB3-104B6F0707BF}"/>
              </a:ext>
            </a:extLst>
          </p:cNvPr>
          <p:cNvSpPr>
            <a:spLocks noGrp="1"/>
          </p:cNvSpPr>
          <p:nvPr/>
        </p:nvSpPr>
        <p:spPr>
          <a:xfrm>
            <a:off x="4918404" y="2225074"/>
            <a:ext cx="65881" cy="40481"/>
          </a:xfrm>
          <a:prstGeom prst="rect">
            <a:avLst/>
          </a:prstGeom>
          <a:solidFill>
            <a:srgbClr val="3F156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5" name="vpm-real-target-spectrogram-r9-c8">
            <a:extLst>
              <a:ext uri="{FF2B5EF4-FFF2-40B4-BE49-F238E27FC236}">
                <a16:creationId xmlns:a16="http://schemas.microsoft.com/office/drawing/2014/main" id="{EDDF17BF-5E98-4015-BA64-A22F71884685}"/>
              </a:ext>
            </a:extLst>
          </p:cNvPr>
          <p:cNvSpPr>
            <a:spLocks noGrp="1"/>
          </p:cNvSpPr>
          <p:nvPr/>
        </p:nvSpPr>
        <p:spPr>
          <a:xfrm>
            <a:off x="4981904" y="2225074"/>
            <a:ext cx="65881" cy="40481"/>
          </a:xfrm>
          <a:prstGeom prst="rect">
            <a:avLst/>
          </a:prstGeom>
          <a:solidFill>
            <a:srgbClr val="A330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6" name="vpm-real-target-spectrogram-r9-c9">
            <a:extLst>
              <a:ext uri="{FF2B5EF4-FFF2-40B4-BE49-F238E27FC236}">
                <a16:creationId xmlns:a16="http://schemas.microsoft.com/office/drawing/2014/main" id="{D02416AD-5184-437A-B4A4-0F2FDD8BD769}"/>
              </a:ext>
            </a:extLst>
          </p:cNvPr>
          <p:cNvSpPr>
            <a:spLocks noGrp="1"/>
          </p:cNvSpPr>
          <p:nvPr/>
        </p:nvSpPr>
        <p:spPr>
          <a:xfrm>
            <a:off x="5045404" y="2225074"/>
            <a:ext cx="65881" cy="40481"/>
          </a:xfrm>
          <a:prstGeom prst="rect">
            <a:avLst/>
          </a:prstGeom>
          <a:solidFill>
            <a:srgbClr val="5F1B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7" name="vpm-real-target-spectrogram-r9-c10">
            <a:extLst>
              <a:ext uri="{FF2B5EF4-FFF2-40B4-BE49-F238E27FC236}">
                <a16:creationId xmlns:a16="http://schemas.microsoft.com/office/drawing/2014/main" id="{9A4AF9DC-F24C-4C24-A353-29A456E7B73D}"/>
              </a:ext>
            </a:extLst>
          </p:cNvPr>
          <p:cNvSpPr>
            <a:spLocks noGrp="1"/>
          </p:cNvSpPr>
          <p:nvPr/>
        </p:nvSpPr>
        <p:spPr>
          <a:xfrm>
            <a:off x="5108904" y="2225074"/>
            <a:ext cx="65881" cy="40481"/>
          </a:xfrm>
          <a:prstGeom prst="rect">
            <a:avLst/>
          </a:prstGeom>
          <a:solidFill>
            <a:srgbClr val="8124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8" name="vpm-real-target-spectrogram-r9-c11">
            <a:extLst>
              <a:ext uri="{FF2B5EF4-FFF2-40B4-BE49-F238E27FC236}">
                <a16:creationId xmlns:a16="http://schemas.microsoft.com/office/drawing/2014/main" id="{FF6CAECA-0E3A-4D0B-8D6B-4EFD318CA1FD}"/>
              </a:ext>
            </a:extLst>
          </p:cNvPr>
          <p:cNvSpPr>
            <a:spLocks noGrp="1"/>
          </p:cNvSpPr>
          <p:nvPr/>
        </p:nvSpPr>
        <p:spPr>
          <a:xfrm>
            <a:off x="5172404" y="2225074"/>
            <a:ext cx="65881" cy="40481"/>
          </a:xfrm>
          <a:prstGeom prst="rect">
            <a:avLst/>
          </a:prstGeom>
          <a:solidFill>
            <a:srgbClr val="5C1B7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9" name="vpm-real-target-spectrogram-r9-c12">
            <a:extLst>
              <a:ext uri="{FF2B5EF4-FFF2-40B4-BE49-F238E27FC236}">
                <a16:creationId xmlns:a16="http://schemas.microsoft.com/office/drawing/2014/main" id="{0A7A9755-53C2-4F0C-8DCB-6E6A0D95D490}"/>
              </a:ext>
            </a:extLst>
          </p:cNvPr>
          <p:cNvSpPr>
            <a:spLocks noGrp="1"/>
          </p:cNvSpPr>
          <p:nvPr/>
        </p:nvSpPr>
        <p:spPr>
          <a:xfrm>
            <a:off x="5235904" y="2225074"/>
            <a:ext cx="65881" cy="40481"/>
          </a:xfrm>
          <a:prstGeom prst="rect">
            <a:avLst/>
          </a:prstGeom>
          <a:solidFill>
            <a:srgbClr val="9B2D7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0" name="vpm-real-target-spectrogram-r9-c13">
            <a:extLst>
              <a:ext uri="{FF2B5EF4-FFF2-40B4-BE49-F238E27FC236}">
                <a16:creationId xmlns:a16="http://schemas.microsoft.com/office/drawing/2014/main" id="{FE2EDDDD-80EB-44FD-87B6-64B93E068E17}"/>
              </a:ext>
            </a:extLst>
          </p:cNvPr>
          <p:cNvSpPr>
            <a:spLocks noGrp="1"/>
          </p:cNvSpPr>
          <p:nvPr/>
        </p:nvSpPr>
        <p:spPr>
          <a:xfrm>
            <a:off x="5299404" y="2225074"/>
            <a:ext cx="65881" cy="40481"/>
          </a:xfrm>
          <a:prstGeom prst="rect">
            <a:avLst/>
          </a:prstGeom>
          <a:solidFill>
            <a:srgbClr val="88277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1" name="vpm-real-target-spectrogram-r9-c14">
            <a:extLst>
              <a:ext uri="{FF2B5EF4-FFF2-40B4-BE49-F238E27FC236}">
                <a16:creationId xmlns:a16="http://schemas.microsoft.com/office/drawing/2014/main" id="{165A9EB5-9CDD-4EF3-AC3C-35835C5A15FC}"/>
              </a:ext>
            </a:extLst>
          </p:cNvPr>
          <p:cNvSpPr>
            <a:spLocks noGrp="1"/>
          </p:cNvSpPr>
          <p:nvPr/>
        </p:nvSpPr>
        <p:spPr>
          <a:xfrm>
            <a:off x="5362904" y="2225074"/>
            <a:ext cx="65881" cy="40481"/>
          </a:xfrm>
          <a:prstGeom prst="rect">
            <a:avLst/>
          </a:prstGeom>
          <a:solidFill>
            <a:srgbClr val="3A14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2" name="vpm-real-target-spectrogram-r9-c15">
            <a:extLst>
              <a:ext uri="{FF2B5EF4-FFF2-40B4-BE49-F238E27FC236}">
                <a16:creationId xmlns:a16="http://schemas.microsoft.com/office/drawing/2014/main" id="{1ADCEFCE-4EC7-43BA-89E9-F9D142CB3A0B}"/>
              </a:ext>
            </a:extLst>
          </p:cNvPr>
          <p:cNvSpPr>
            <a:spLocks noGrp="1"/>
          </p:cNvSpPr>
          <p:nvPr/>
        </p:nvSpPr>
        <p:spPr>
          <a:xfrm>
            <a:off x="5426404" y="2225074"/>
            <a:ext cx="65881" cy="40481"/>
          </a:xfrm>
          <a:prstGeom prst="rect">
            <a:avLst/>
          </a:prstGeom>
          <a:solidFill>
            <a:srgbClr val="5D1B7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3" name="vpm-real-target-spectrogram-r9-c16">
            <a:extLst>
              <a:ext uri="{FF2B5EF4-FFF2-40B4-BE49-F238E27FC236}">
                <a16:creationId xmlns:a16="http://schemas.microsoft.com/office/drawing/2014/main" id="{D0396505-E480-469F-918B-CF3119526707}"/>
              </a:ext>
            </a:extLst>
          </p:cNvPr>
          <p:cNvSpPr>
            <a:spLocks noGrp="1"/>
          </p:cNvSpPr>
          <p:nvPr/>
        </p:nvSpPr>
        <p:spPr>
          <a:xfrm>
            <a:off x="5489904" y="2225074"/>
            <a:ext cx="65881" cy="40481"/>
          </a:xfrm>
          <a:prstGeom prst="rect">
            <a:avLst/>
          </a:prstGeom>
          <a:solidFill>
            <a:srgbClr val="6C1E7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4" name="vpm-real-target-spectrogram-r9-c17">
            <a:extLst>
              <a:ext uri="{FF2B5EF4-FFF2-40B4-BE49-F238E27FC236}">
                <a16:creationId xmlns:a16="http://schemas.microsoft.com/office/drawing/2014/main" id="{E3694BA2-91BB-4A0D-AC0D-C14F415B5B6D}"/>
              </a:ext>
            </a:extLst>
          </p:cNvPr>
          <p:cNvSpPr>
            <a:spLocks noGrp="1"/>
          </p:cNvSpPr>
          <p:nvPr/>
        </p:nvSpPr>
        <p:spPr>
          <a:xfrm>
            <a:off x="5553404" y="2225074"/>
            <a:ext cx="65881" cy="40481"/>
          </a:xfrm>
          <a:prstGeom prst="rect">
            <a:avLst/>
          </a:prstGeom>
          <a:solidFill>
            <a:srgbClr val="28105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5" name="vpm-real-target-spectrogram-r10-c0">
            <a:extLst>
              <a:ext uri="{FF2B5EF4-FFF2-40B4-BE49-F238E27FC236}">
                <a16:creationId xmlns:a16="http://schemas.microsoft.com/office/drawing/2014/main" id="{8E69DAEF-1B8D-44C8-97BF-919EF19C73C2}"/>
              </a:ext>
            </a:extLst>
          </p:cNvPr>
          <p:cNvSpPr>
            <a:spLocks noGrp="1"/>
          </p:cNvSpPr>
          <p:nvPr/>
        </p:nvSpPr>
        <p:spPr>
          <a:xfrm>
            <a:off x="4473904" y="2263174"/>
            <a:ext cx="65881" cy="40481"/>
          </a:xfrm>
          <a:prstGeom prst="rect">
            <a:avLst/>
          </a:prstGeom>
          <a:solidFill>
            <a:srgbClr val="7A22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6" name="vpm-real-target-spectrogram-r10-c1">
            <a:extLst>
              <a:ext uri="{FF2B5EF4-FFF2-40B4-BE49-F238E27FC236}">
                <a16:creationId xmlns:a16="http://schemas.microsoft.com/office/drawing/2014/main" id="{67496173-C1D4-40F9-BE14-0DA8C159628F}"/>
              </a:ext>
            </a:extLst>
          </p:cNvPr>
          <p:cNvSpPr>
            <a:spLocks noGrp="1"/>
          </p:cNvSpPr>
          <p:nvPr/>
        </p:nvSpPr>
        <p:spPr>
          <a:xfrm>
            <a:off x="4537404" y="2263174"/>
            <a:ext cx="65881" cy="40481"/>
          </a:xfrm>
          <a:prstGeom prst="rect">
            <a:avLst/>
          </a:prstGeom>
          <a:solidFill>
            <a:srgbClr val="FCB5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7" name="vpm-real-target-spectrogram-r10-c2">
            <a:extLst>
              <a:ext uri="{FF2B5EF4-FFF2-40B4-BE49-F238E27FC236}">
                <a16:creationId xmlns:a16="http://schemas.microsoft.com/office/drawing/2014/main" id="{0837CA5C-D170-48F1-B42D-0196CE10321F}"/>
              </a:ext>
            </a:extLst>
          </p:cNvPr>
          <p:cNvSpPr>
            <a:spLocks noGrp="1"/>
          </p:cNvSpPr>
          <p:nvPr/>
        </p:nvSpPr>
        <p:spPr>
          <a:xfrm>
            <a:off x="4600904" y="2263174"/>
            <a:ext cx="65881" cy="40481"/>
          </a:xfrm>
          <a:prstGeom prst="rect">
            <a:avLst/>
          </a:prstGeom>
          <a:solidFill>
            <a:srgbClr val="FCFDB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8" name="vpm-real-target-spectrogram-r10-c3">
            <a:extLst>
              <a:ext uri="{FF2B5EF4-FFF2-40B4-BE49-F238E27FC236}">
                <a16:creationId xmlns:a16="http://schemas.microsoft.com/office/drawing/2014/main" id="{774D44E3-66DE-4520-A9F1-6101F3103600}"/>
              </a:ext>
            </a:extLst>
          </p:cNvPr>
          <p:cNvSpPr>
            <a:spLocks noGrp="1"/>
          </p:cNvSpPr>
          <p:nvPr/>
        </p:nvSpPr>
        <p:spPr>
          <a:xfrm>
            <a:off x="4664404" y="2263174"/>
            <a:ext cx="65881" cy="40481"/>
          </a:xfrm>
          <a:prstGeom prst="rect">
            <a:avLst/>
          </a:prstGeom>
          <a:solidFill>
            <a:srgbClr val="DC596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9" name="vpm-real-target-spectrogram-r10-c4">
            <a:extLst>
              <a:ext uri="{FF2B5EF4-FFF2-40B4-BE49-F238E27FC236}">
                <a16:creationId xmlns:a16="http://schemas.microsoft.com/office/drawing/2014/main" id="{C46C5B5A-B9A4-4A24-9E6E-10C94988A2CA}"/>
              </a:ext>
            </a:extLst>
          </p:cNvPr>
          <p:cNvSpPr>
            <a:spLocks noGrp="1"/>
          </p:cNvSpPr>
          <p:nvPr/>
        </p:nvSpPr>
        <p:spPr>
          <a:xfrm>
            <a:off x="4727904" y="2263174"/>
            <a:ext cx="65881" cy="40481"/>
          </a:xfrm>
          <a:prstGeom prst="rect">
            <a:avLst/>
          </a:prstGeom>
          <a:solidFill>
            <a:srgbClr val="9A2D7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90" name="vpm-real-target-spectrogram-r10-c5">
            <a:extLst>
              <a:ext uri="{FF2B5EF4-FFF2-40B4-BE49-F238E27FC236}">
                <a16:creationId xmlns:a16="http://schemas.microsoft.com/office/drawing/2014/main" id="{976F608E-DC24-49CF-B910-DAD30568E460}"/>
              </a:ext>
            </a:extLst>
          </p:cNvPr>
          <p:cNvSpPr>
            <a:spLocks noGrp="1"/>
          </p:cNvSpPr>
          <p:nvPr/>
        </p:nvSpPr>
        <p:spPr>
          <a:xfrm>
            <a:off x="4791404" y="2263174"/>
            <a:ext cx="65881" cy="40481"/>
          </a:xfrm>
          <a:prstGeom prst="rect">
            <a:avLst/>
          </a:prstGeom>
          <a:solidFill>
            <a:srgbClr val="8A277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91" name="vpm-real-target-spectrogram-r10-c6">
            <a:extLst>
              <a:ext uri="{FF2B5EF4-FFF2-40B4-BE49-F238E27FC236}">
                <a16:creationId xmlns:a16="http://schemas.microsoft.com/office/drawing/2014/main" id="{90A5DA00-D364-4486-8F54-9A2BFE17CD5A}"/>
              </a:ext>
            </a:extLst>
          </p:cNvPr>
          <p:cNvSpPr>
            <a:spLocks noGrp="1"/>
          </p:cNvSpPr>
          <p:nvPr/>
        </p:nvSpPr>
        <p:spPr>
          <a:xfrm>
            <a:off x="4854904" y="2263174"/>
            <a:ext cx="65881" cy="40481"/>
          </a:xfrm>
          <a:prstGeom prst="rect">
            <a:avLst/>
          </a:prstGeom>
          <a:solidFill>
            <a:srgbClr val="5519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92" name="vpm-real-target-spectrogram-r10-c7">
            <a:extLst>
              <a:ext uri="{FF2B5EF4-FFF2-40B4-BE49-F238E27FC236}">
                <a16:creationId xmlns:a16="http://schemas.microsoft.com/office/drawing/2014/main" id="{938E13BD-4A29-4E4A-BD97-A1D667AD16C3}"/>
              </a:ext>
            </a:extLst>
          </p:cNvPr>
          <p:cNvSpPr>
            <a:spLocks noGrp="1"/>
          </p:cNvSpPr>
          <p:nvPr/>
        </p:nvSpPr>
        <p:spPr>
          <a:xfrm>
            <a:off x="4918404" y="2263174"/>
            <a:ext cx="65881" cy="40481"/>
          </a:xfrm>
          <a:prstGeom prst="rect">
            <a:avLst/>
          </a:prstGeom>
          <a:solidFill>
            <a:srgbClr val="B035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93" name="vpm-real-target-spectrogram-r10-c8">
            <a:extLst>
              <a:ext uri="{FF2B5EF4-FFF2-40B4-BE49-F238E27FC236}">
                <a16:creationId xmlns:a16="http://schemas.microsoft.com/office/drawing/2014/main" id="{47E8D53F-518F-4CA3-8F07-F00B1CEE0930}"/>
              </a:ext>
            </a:extLst>
          </p:cNvPr>
          <p:cNvSpPr>
            <a:spLocks noGrp="1"/>
          </p:cNvSpPr>
          <p:nvPr/>
        </p:nvSpPr>
        <p:spPr>
          <a:xfrm>
            <a:off x="4981904" y="2263174"/>
            <a:ext cx="65881" cy="40481"/>
          </a:xfrm>
          <a:prstGeom prst="rect">
            <a:avLst/>
          </a:prstGeom>
          <a:solidFill>
            <a:srgbClr val="8E297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94" name="vpm-real-target-spectrogram-r10-c9">
            <a:extLst>
              <a:ext uri="{FF2B5EF4-FFF2-40B4-BE49-F238E27FC236}">
                <a16:creationId xmlns:a16="http://schemas.microsoft.com/office/drawing/2014/main" id="{267B3B4D-64CA-4F80-BF0E-1A8DB1C12974}"/>
              </a:ext>
            </a:extLst>
          </p:cNvPr>
          <p:cNvSpPr>
            <a:spLocks noGrp="1"/>
          </p:cNvSpPr>
          <p:nvPr/>
        </p:nvSpPr>
        <p:spPr>
          <a:xfrm>
            <a:off x="5045404" y="2263174"/>
            <a:ext cx="65881" cy="40481"/>
          </a:xfrm>
          <a:prstGeom prst="rect">
            <a:avLst/>
          </a:prstGeom>
          <a:solidFill>
            <a:srgbClr val="8325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95" name="vpm-real-target-spectrogram-r10-c10">
            <a:extLst>
              <a:ext uri="{FF2B5EF4-FFF2-40B4-BE49-F238E27FC236}">
                <a16:creationId xmlns:a16="http://schemas.microsoft.com/office/drawing/2014/main" id="{030BEC12-AF60-4979-A8F2-33C5F2FD820F}"/>
              </a:ext>
            </a:extLst>
          </p:cNvPr>
          <p:cNvSpPr>
            <a:spLocks noGrp="1"/>
          </p:cNvSpPr>
          <p:nvPr/>
        </p:nvSpPr>
        <p:spPr>
          <a:xfrm>
            <a:off x="5108904" y="2263174"/>
            <a:ext cx="65881" cy="40481"/>
          </a:xfrm>
          <a:prstGeom prst="rect">
            <a:avLst/>
          </a:prstGeom>
          <a:solidFill>
            <a:srgbClr val="8224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96" name="vpm-real-target-spectrogram-r10-c11">
            <a:extLst>
              <a:ext uri="{FF2B5EF4-FFF2-40B4-BE49-F238E27FC236}">
                <a16:creationId xmlns:a16="http://schemas.microsoft.com/office/drawing/2014/main" id="{27BC9B97-8A36-419E-847E-F38EB4F2F4E5}"/>
              </a:ext>
            </a:extLst>
          </p:cNvPr>
          <p:cNvSpPr>
            <a:spLocks noGrp="1"/>
          </p:cNvSpPr>
          <p:nvPr/>
        </p:nvSpPr>
        <p:spPr>
          <a:xfrm>
            <a:off x="5172404" y="2263174"/>
            <a:ext cx="65881" cy="40481"/>
          </a:xfrm>
          <a:prstGeom prst="rect">
            <a:avLst/>
          </a:prstGeom>
          <a:solidFill>
            <a:srgbClr val="2C11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97" name="vpm-real-target-spectrogram-r10-c12">
            <a:extLst>
              <a:ext uri="{FF2B5EF4-FFF2-40B4-BE49-F238E27FC236}">
                <a16:creationId xmlns:a16="http://schemas.microsoft.com/office/drawing/2014/main" id="{08F20D77-376C-45AC-BA39-C9699FBAA4EC}"/>
              </a:ext>
            </a:extLst>
          </p:cNvPr>
          <p:cNvSpPr>
            <a:spLocks noGrp="1"/>
          </p:cNvSpPr>
          <p:nvPr/>
        </p:nvSpPr>
        <p:spPr>
          <a:xfrm>
            <a:off x="5235904" y="2263174"/>
            <a:ext cx="65881" cy="40481"/>
          </a:xfrm>
          <a:prstGeom prst="rect">
            <a:avLst/>
          </a:prstGeom>
          <a:solidFill>
            <a:srgbClr val="5C1B7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98" name="vpm-real-target-spectrogram-r10-c13">
            <a:extLst>
              <a:ext uri="{FF2B5EF4-FFF2-40B4-BE49-F238E27FC236}">
                <a16:creationId xmlns:a16="http://schemas.microsoft.com/office/drawing/2014/main" id="{8694A73F-42EE-474E-9B38-3A27C660AFDC}"/>
              </a:ext>
            </a:extLst>
          </p:cNvPr>
          <p:cNvSpPr>
            <a:spLocks noGrp="1"/>
          </p:cNvSpPr>
          <p:nvPr/>
        </p:nvSpPr>
        <p:spPr>
          <a:xfrm>
            <a:off x="5299404" y="2263174"/>
            <a:ext cx="65881" cy="40481"/>
          </a:xfrm>
          <a:prstGeom prst="rect">
            <a:avLst/>
          </a:prstGeom>
          <a:solidFill>
            <a:srgbClr val="6B1E7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99" name="vpm-real-target-spectrogram-r10-c14">
            <a:extLst>
              <a:ext uri="{FF2B5EF4-FFF2-40B4-BE49-F238E27FC236}">
                <a16:creationId xmlns:a16="http://schemas.microsoft.com/office/drawing/2014/main" id="{89DE268B-15EC-4067-93C0-C3184F73B4F1}"/>
              </a:ext>
            </a:extLst>
          </p:cNvPr>
          <p:cNvSpPr>
            <a:spLocks noGrp="1"/>
          </p:cNvSpPr>
          <p:nvPr/>
        </p:nvSpPr>
        <p:spPr>
          <a:xfrm>
            <a:off x="5362904" y="2263174"/>
            <a:ext cx="65881" cy="40481"/>
          </a:xfrm>
          <a:prstGeom prst="rect">
            <a:avLst/>
          </a:prstGeom>
          <a:solidFill>
            <a:srgbClr val="41156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00" name="vpm-real-target-spectrogram-r10-c15">
            <a:extLst>
              <a:ext uri="{FF2B5EF4-FFF2-40B4-BE49-F238E27FC236}">
                <a16:creationId xmlns:a16="http://schemas.microsoft.com/office/drawing/2014/main" id="{39021267-BD2C-4C8A-8275-B8308948E94D}"/>
              </a:ext>
            </a:extLst>
          </p:cNvPr>
          <p:cNvSpPr>
            <a:spLocks noGrp="1"/>
          </p:cNvSpPr>
          <p:nvPr/>
        </p:nvSpPr>
        <p:spPr>
          <a:xfrm>
            <a:off x="5426404" y="2263174"/>
            <a:ext cx="65881" cy="40481"/>
          </a:xfrm>
          <a:prstGeom prst="rect">
            <a:avLst/>
          </a:prstGeom>
          <a:solidFill>
            <a:srgbClr val="31126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01" name="vpm-real-target-spectrogram-r10-c16">
            <a:extLst>
              <a:ext uri="{FF2B5EF4-FFF2-40B4-BE49-F238E27FC236}">
                <a16:creationId xmlns:a16="http://schemas.microsoft.com/office/drawing/2014/main" id="{DD95E9ED-BD4E-4F0C-BC64-5766E7D06A95}"/>
              </a:ext>
            </a:extLst>
          </p:cNvPr>
          <p:cNvSpPr>
            <a:spLocks noGrp="1"/>
          </p:cNvSpPr>
          <p:nvPr/>
        </p:nvSpPr>
        <p:spPr>
          <a:xfrm>
            <a:off x="5489904" y="2263174"/>
            <a:ext cx="65881" cy="40481"/>
          </a:xfrm>
          <a:prstGeom prst="rect">
            <a:avLst/>
          </a:prstGeom>
          <a:solidFill>
            <a:srgbClr val="2D11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02" name="vpm-real-target-spectrogram-r10-c17">
            <a:extLst>
              <a:ext uri="{FF2B5EF4-FFF2-40B4-BE49-F238E27FC236}">
                <a16:creationId xmlns:a16="http://schemas.microsoft.com/office/drawing/2014/main" id="{8719C944-269A-4FAE-9B54-092C400A2768}"/>
              </a:ext>
            </a:extLst>
          </p:cNvPr>
          <p:cNvSpPr>
            <a:spLocks noGrp="1"/>
          </p:cNvSpPr>
          <p:nvPr/>
        </p:nvSpPr>
        <p:spPr>
          <a:xfrm>
            <a:off x="5553404" y="2263174"/>
            <a:ext cx="65881" cy="40481"/>
          </a:xfrm>
          <a:prstGeom prst="rect">
            <a:avLst/>
          </a:prstGeom>
          <a:solidFill>
            <a:srgbClr val="29105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03" name="vpm-real-target-spectrogram-r11-c0">
            <a:extLst>
              <a:ext uri="{FF2B5EF4-FFF2-40B4-BE49-F238E27FC236}">
                <a16:creationId xmlns:a16="http://schemas.microsoft.com/office/drawing/2014/main" id="{8E687465-D44B-42EF-B76A-6004AF95C76A}"/>
              </a:ext>
            </a:extLst>
          </p:cNvPr>
          <p:cNvSpPr>
            <a:spLocks noGrp="1"/>
          </p:cNvSpPr>
          <p:nvPr/>
        </p:nvSpPr>
        <p:spPr>
          <a:xfrm>
            <a:off x="4473904" y="2301274"/>
            <a:ext cx="65881" cy="40481"/>
          </a:xfrm>
          <a:prstGeom prst="rect">
            <a:avLst/>
          </a:prstGeom>
          <a:solidFill>
            <a:srgbClr val="7A22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04" name="vpm-real-target-spectrogram-r11-c1">
            <a:extLst>
              <a:ext uri="{FF2B5EF4-FFF2-40B4-BE49-F238E27FC236}">
                <a16:creationId xmlns:a16="http://schemas.microsoft.com/office/drawing/2014/main" id="{52AB0395-727B-4EEC-8192-A0758EA7FE6B}"/>
              </a:ext>
            </a:extLst>
          </p:cNvPr>
          <p:cNvSpPr>
            <a:spLocks noGrp="1"/>
          </p:cNvSpPr>
          <p:nvPr/>
        </p:nvSpPr>
        <p:spPr>
          <a:xfrm>
            <a:off x="4537404" y="2301274"/>
            <a:ext cx="65881" cy="40481"/>
          </a:xfrm>
          <a:prstGeom prst="rect">
            <a:avLst/>
          </a:prstGeom>
          <a:solidFill>
            <a:srgbClr val="E05D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05" name="vpm-real-target-spectrogram-r11-c2">
            <a:extLst>
              <a:ext uri="{FF2B5EF4-FFF2-40B4-BE49-F238E27FC236}">
                <a16:creationId xmlns:a16="http://schemas.microsoft.com/office/drawing/2014/main" id="{0BBC5C58-62B9-4B63-A785-B8351A46590F}"/>
              </a:ext>
            </a:extLst>
          </p:cNvPr>
          <p:cNvSpPr>
            <a:spLocks noGrp="1"/>
          </p:cNvSpPr>
          <p:nvPr/>
        </p:nvSpPr>
        <p:spPr>
          <a:xfrm>
            <a:off x="4600904" y="2301274"/>
            <a:ext cx="65881" cy="40481"/>
          </a:xfrm>
          <a:prstGeom prst="rect">
            <a:avLst/>
          </a:prstGeom>
          <a:solidFill>
            <a:srgbClr val="FCEDA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06" name="vpm-real-target-spectrogram-r11-c3">
            <a:extLst>
              <a:ext uri="{FF2B5EF4-FFF2-40B4-BE49-F238E27FC236}">
                <a16:creationId xmlns:a16="http://schemas.microsoft.com/office/drawing/2014/main" id="{4D13CFED-80C7-4AFE-A568-2F07EEEFDD0F}"/>
              </a:ext>
            </a:extLst>
          </p:cNvPr>
          <p:cNvSpPr>
            <a:spLocks noGrp="1"/>
          </p:cNvSpPr>
          <p:nvPr/>
        </p:nvSpPr>
        <p:spPr>
          <a:xfrm>
            <a:off x="4664404" y="2301274"/>
            <a:ext cx="65881" cy="40481"/>
          </a:xfrm>
          <a:prstGeom prst="rect">
            <a:avLst/>
          </a:prstGeom>
          <a:solidFill>
            <a:srgbClr val="EC685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07" name="vpm-real-target-spectrogram-r11-c4">
            <a:extLst>
              <a:ext uri="{FF2B5EF4-FFF2-40B4-BE49-F238E27FC236}">
                <a16:creationId xmlns:a16="http://schemas.microsoft.com/office/drawing/2014/main" id="{6E944129-5924-4D9B-88EC-5E9F732EBDCC}"/>
              </a:ext>
            </a:extLst>
          </p:cNvPr>
          <p:cNvSpPr>
            <a:spLocks noGrp="1"/>
          </p:cNvSpPr>
          <p:nvPr/>
        </p:nvSpPr>
        <p:spPr>
          <a:xfrm>
            <a:off x="4727904" y="2301274"/>
            <a:ext cx="65881" cy="40481"/>
          </a:xfrm>
          <a:prstGeom prst="rect">
            <a:avLst/>
          </a:prstGeom>
          <a:solidFill>
            <a:srgbClr val="C745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08" name="vpm-real-target-spectrogram-r11-c5">
            <a:extLst>
              <a:ext uri="{FF2B5EF4-FFF2-40B4-BE49-F238E27FC236}">
                <a16:creationId xmlns:a16="http://schemas.microsoft.com/office/drawing/2014/main" id="{90BBF1A7-2921-4373-A482-8F2C86C231B1}"/>
              </a:ext>
            </a:extLst>
          </p:cNvPr>
          <p:cNvSpPr>
            <a:spLocks noGrp="1"/>
          </p:cNvSpPr>
          <p:nvPr/>
        </p:nvSpPr>
        <p:spPr>
          <a:xfrm>
            <a:off x="4791404" y="2301274"/>
            <a:ext cx="65881" cy="40481"/>
          </a:xfrm>
          <a:prstGeom prst="rect">
            <a:avLst/>
          </a:prstGeom>
          <a:solidFill>
            <a:srgbClr val="C343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09" name="vpm-real-target-spectrogram-r11-c6">
            <a:extLst>
              <a:ext uri="{FF2B5EF4-FFF2-40B4-BE49-F238E27FC236}">
                <a16:creationId xmlns:a16="http://schemas.microsoft.com/office/drawing/2014/main" id="{EA4CFFD3-62CF-4E3D-A5D4-126C7F5D2723}"/>
              </a:ext>
            </a:extLst>
          </p:cNvPr>
          <p:cNvSpPr>
            <a:spLocks noGrp="1"/>
          </p:cNvSpPr>
          <p:nvPr/>
        </p:nvSpPr>
        <p:spPr>
          <a:xfrm>
            <a:off x="4854904" y="2301274"/>
            <a:ext cx="65881" cy="40481"/>
          </a:xfrm>
          <a:prstGeom prst="rect">
            <a:avLst/>
          </a:prstGeom>
          <a:solidFill>
            <a:srgbClr val="621C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10" name="vpm-real-target-spectrogram-r11-c7">
            <a:extLst>
              <a:ext uri="{FF2B5EF4-FFF2-40B4-BE49-F238E27FC236}">
                <a16:creationId xmlns:a16="http://schemas.microsoft.com/office/drawing/2014/main" id="{18A72AA7-BBAC-4A3D-99B5-C9FB798EA8DA}"/>
              </a:ext>
            </a:extLst>
          </p:cNvPr>
          <p:cNvSpPr>
            <a:spLocks noGrp="1"/>
          </p:cNvSpPr>
          <p:nvPr/>
        </p:nvSpPr>
        <p:spPr>
          <a:xfrm>
            <a:off x="4918404" y="2301274"/>
            <a:ext cx="65881" cy="40481"/>
          </a:xfrm>
          <a:prstGeom prst="rect">
            <a:avLst/>
          </a:prstGeom>
          <a:solidFill>
            <a:srgbClr val="A230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11" name="vpm-real-target-spectrogram-r11-c8">
            <a:extLst>
              <a:ext uri="{FF2B5EF4-FFF2-40B4-BE49-F238E27FC236}">
                <a16:creationId xmlns:a16="http://schemas.microsoft.com/office/drawing/2014/main" id="{270158DC-21A5-4CEF-AB6D-74A4E6A67172}"/>
              </a:ext>
            </a:extLst>
          </p:cNvPr>
          <p:cNvSpPr>
            <a:spLocks noGrp="1"/>
          </p:cNvSpPr>
          <p:nvPr/>
        </p:nvSpPr>
        <p:spPr>
          <a:xfrm>
            <a:off x="4981904" y="2301274"/>
            <a:ext cx="65881" cy="40481"/>
          </a:xfrm>
          <a:prstGeom prst="rect">
            <a:avLst/>
          </a:prstGeom>
          <a:solidFill>
            <a:srgbClr val="8E297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12" name="vpm-real-target-spectrogram-r11-c9">
            <a:extLst>
              <a:ext uri="{FF2B5EF4-FFF2-40B4-BE49-F238E27FC236}">
                <a16:creationId xmlns:a16="http://schemas.microsoft.com/office/drawing/2014/main" id="{D0A2CCE1-9BF4-4B78-9015-E3E270956894}"/>
              </a:ext>
            </a:extLst>
          </p:cNvPr>
          <p:cNvSpPr>
            <a:spLocks noGrp="1"/>
          </p:cNvSpPr>
          <p:nvPr/>
        </p:nvSpPr>
        <p:spPr>
          <a:xfrm>
            <a:off x="5045404" y="2301274"/>
            <a:ext cx="65881" cy="40481"/>
          </a:xfrm>
          <a:prstGeom prst="rect">
            <a:avLst/>
          </a:prstGeom>
          <a:solidFill>
            <a:srgbClr val="7F24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13" name="vpm-real-target-spectrogram-r11-c10">
            <a:extLst>
              <a:ext uri="{FF2B5EF4-FFF2-40B4-BE49-F238E27FC236}">
                <a16:creationId xmlns:a16="http://schemas.microsoft.com/office/drawing/2014/main" id="{A88C5B4D-F86B-4033-8066-0E5B30C53767}"/>
              </a:ext>
            </a:extLst>
          </p:cNvPr>
          <p:cNvSpPr>
            <a:spLocks noGrp="1"/>
          </p:cNvSpPr>
          <p:nvPr/>
        </p:nvSpPr>
        <p:spPr>
          <a:xfrm>
            <a:off x="5108904" y="2301274"/>
            <a:ext cx="65881" cy="40481"/>
          </a:xfrm>
          <a:prstGeom prst="rect">
            <a:avLst/>
          </a:prstGeom>
          <a:solidFill>
            <a:srgbClr val="8225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14" name="vpm-real-target-spectrogram-r11-c11">
            <a:extLst>
              <a:ext uri="{FF2B5EF4-FFF2-40B4-BE49-F238E27FC236}">
                <a16:creationId xmlns:a16="http://schemas.microsoft.com/office/drawing/2014/main" id="{46C62B55-EF9A-4799-9A90-BFC2F08700AB}"/>
              </a:ext>
            </a:extLst>
          </p:cNvPr>
          <p:cNvSpPr>
            <a:spLocks noGrp="1"/>
          </p:cNvSpPr>
          <p:nvPr/>
        </p:nvSpPr>
        <p:spPr>
          <a:xfrm>
            <a:off x="5172404" y="2301274"/>
            <a:ext cx="65881" cy="40481"/>
          </a:xfrm>
          <a:prstGeom prst="rect">
            <a:avLst/>
          </a:prstGeom>
          <a:solidFill>
            <a:srgbClr val="250F5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15" name="vpm-real-target-spectrogram-r11-c12">
            <a:extLst>
              <a:ext uri="{FF2B5EF4-FFF2-40B4-BE49-F238E27FC236}">
                <a16:creationId xmlns:a16="http://schemas.microsoft.com/office/drawing/2014/main" id="{91B26A18-5998-4779-B614-470D01650276}"/>
              </a:ext>
            </a:extLst>
          </p:cNvPr>
          <p:cNvSpPr>
            <a:spLocks noGrp="1"/>
          </p:cNvSpPr>
          <p:nvPr/>
        </p:nvSpPr>
        <p:spPr>
          <a:xfrm>
            <a:off x="5235904" y="2301274"/>
            <a:ext cx="65881" cy="40481"/>
          </a:xfrm>
          <a:prstGeom prst="rect">
            <a:avLst/>
          </a:prstGeom>
          <a:solidFill>
            <a:srgbClr val="5A1A7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16" name="vpm-real-target-spectrogram-r11-c13">
            <a:extLst>
              <a:ext uri="{FF2B5EF4-FFF2-40B4-BE49-F238E27FC236}">
                <a16:creationId xmlns:a16="http://schemas.microsoft.com/office/drawing/2014/main" id="{F03D01DA-0AC8-49BA-9FC0-1BF2B14CA133}"/>
              </a:ext>
            </a:extLst>
          </p:cNvPr>
          <p:cNvSpPr>
            <a:spLocks noGrp="1"/>
          </p:cNvSpPr>
          <p:nvPr/>
        </p:nvSpPr>
        <p:spPr>
          <a:xfrm>
            <a:off x="5299404" y="2301274"/>
            <a:ext cx="65881" cy="40481"/>
          </a:xfrm>
          <a:prstGeom prst="rect">
            <a:avLst/>
          </a:prstGeom>
          <a:solidFill>
            <a:srgbClr val="631C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17" name="vpm-real-target-spectrogram-r11-c14">
            <a:extLst>
              <a:ext uri="{FF2B5EF4-FFF2-40B4-BE49-F238E27FC236}">
                <a16:creationId xmlns:a16="http://schemas.microsoft.com/office/drawing/2014/main" id="{B8496674-FBA8-4C8A-99B4-FE4DB64C8C0C}"/>
              </a:ext>
            </a:extLst>
          </p:cNvPr>
          <p:cNvSpPr>
            <a:spLocks noGrp="1"/>
          </p:cNvSpPr>
          <p:nvPr/>
        </p:nvSpPr>
        <p:spPr>
          <a:xfrm>
            <a:off x="5362904" y="2301274"/>
            <a:ext cx="65881" cy="40481"/>
          </a:xfrm>
          <a:prstGeom prst="rect">
            <a:avLst/>
          </a:prstGeom>
          <a:solidFill>
            <a:srgbClr val="220E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18" name="vpm-real-target-spectrogram-r11-c15">
            <a:extLst>
              <a:ext uri="{FF2B5EF4-FFF2-40B4-BE49-F238E27FC236}">
                <a16:creationId xmlns:a16="http://schemas.microsoft.com/office/drawing/2014/main" id="{AADFB528-FB53-45FA-9AD3-F5165F70F9DC}"/>
              </a:ext>
            </a:extLst>
          </p:cNvPr>
          <p:cNvSpPr>
            <a:spLocks noGrp="1"/>
          </p:cNvSpPr>
          <p:nvPr/>
        </p:nvSpPr>
        <p:spPr>
          <a:xfrm>
            <a:off x="5426404" y="2301274"/>
            <a:ext cx="65881" cy="40481"/>
          </a:xfrm>
          <a:prstGeom prst="rect">
            <a:avLst/>
          </a:prstGeom>
          <a:solidFill>
            <a:srgbClr val="260F5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19" name="vpm-real-target-spectrogram-r11-c16">
            <a:extLst>
              <a:ext uri="{FF2B5EF4-FFF2-40B4-BE49-F238E27FC236}">
                <a16:creationId xmlns:a16="http://schemas.microsoft.com/office/drawing/2014/main" id="{25540CBB-09F0-4009-BC74-986646E2BB84}"/>
              </a:ext>
            </a:extLst>
          </p:cNvPr>
          <p:cNvSpPr>
            <a:spLocks noGrp="1"/>
          </p:cNvSpPr>
          <p:nvPr/>
        </p:nvSpPr>
        <p:spPr>
          <a:xfrm>
            <a:off x="5489904" y="2301274"/>
            <a:ext cx="65881" cy="40481"/>
          </a:xfrm>
          <a:prstGeom prst="rect">
            <a:avLst/>
          </a:prstGeom>
          <a:solidFill>
            <a:srgbClr val="731F8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20" name="vpm-real-target-spectrogram-r11-c17">
            <a:extLst>
              <a:ext uri="{FF2B5EF4-FFF2-40B4-BE49-F238E27FC236}">
                <a16:creationId xmlns:a16="http://schemas.microsoft.com/office/drawing/2014/main" id="{9E8EA1B9-33F1-4092-90D7-DFCD4E34623A}"/>
              </a:ext>
            </a:extLst>
          </p:cNvPr>
          <p:cNvSpPr>
            <a:spLocks noGrp="1"/>
          </p:cNvSpPr>
          <p:nvPr/>
        </p:nvSpPr>
        <p:spPr>
          <a:xfrm>
            <a:off x="5553404" y="2301274"/>
            <a:ext cx="65881" cy="40481"/>
          </a:xfrm>
          <a:prstGeom prst="rect">
            <a:avLst/>
          </a:prstGeom>
          <a:solidFill>
            <a:srgbClr val="2E116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21" name="vpm-real-target-spectrogram-r12-c0">
            <a:extLst>
              <a:ext uri="{FF2B5EF4-FFF2-40B4-BE49-F238E27FC236}">
                <a16:creationId xmlns:a16="http://schemas.microsoft.com/office/drawing/2014/main" id="{E96D8E2D-26A6-4D45-B8B4-CEE4750C727A}"/>
              </a:ext>
            </a:extLst>
          </p:cNvPr>
          <p:cNvSpPr>
            <a:spLocks noGrp="1"/>
          </p:cNvSpPr>
          <p:nvPr/>
        </p:nvSpPr>
        <p:spPr>
          <a:xfrm>
            <a:off x="4473904" y="2339374"/>
            <a:ext cx="65881" cy="40481"/>
          </a:xfrm>
          <a:prstGeom prst="rect">
            <a:avLst/>
          </a:prstGeom>
          <a:solidFill>
            <a:srgbClr val="74208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22" name="vpm-real-target-spectrogram-r12-c1">
            <a:extLst>
              <a:ext uri="{FF2B5EF4-FFF2-40B4-BE49-F238E27FC236}">
                <a16:creationId xmlns:a16="http://schemas.microsoft.com/office/drawing/2014/main" id="{B270F29F-9022-4915-9647-486DCFC538E0}"/>
              </a:ext>
            </a:extLst>
          </p:cNvPr>
          <p:cNvSpPr>
            <a:spLocks noGrp="1"/>
          </p:cNvSpPr>
          <p:nvPr/>
        </p:nvSpPr>
        <p:spPr>
          <a:xfrm>
            <a:off x="4537404" y="2339374"/>
            <a:ext cx="65881" cy="40481"/>
          </a:xfrm>
          <a:prstGeom prst="rect">
            <a:avLst/>
          </a:prstGeom>
          <a:solidFill>
            <a:srgbClr val="FCF3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23" name="vpm-real-target-spectrogram-r12-c2">
            <a:extLst>
              <a:ext uri="{FF2B5EF4-FFF2-40B4-BE49-F238E27FC236}">
                <a16:creationId xmlns:a16="http://schemas.microsoft.com/office/drawing/2014/main" id="{EAFAE883-EB1B-4E48-840F-274C7CE027C6}"/>
              </a:ext>
            </a:extLst>
          </p:cNvPr>
          <p:cNvSpPr>
            <a:spLocks noGrp="1"/>
          </p:cNvSpPr>
          <p:nvPr/>
        </p:nvSpPr>
        <p:spPr>
          <a:xfrm>
            <a:off x="4600904" y="2339374"/>
            <a:ext cx="65881" cy="40481"/>
          </a:xfrm>
          <a:prstGeom prst="rect">
            <a:avLst/>
          </a:prstGeom>
          <a:solidFill>
            <a:srgbClr val="FCFDB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24" name="vpm-real-target-spectrogram-r12-c3">
            <a:extLst>
              <a:ext uri="{FF2B5EF4-FFF2-40B4-BE49-F238E27FC236}">
                <a16:creationId xmlns:a16="http://schemas.microsoft.com/office/drawing/2014/main" id="{F8630194-274A-4EFA-A26A-FCEC443DBFE4}"/>
              </a:ext>
            </a:extLst>
          </p:cNvPr>
          <p:cNvSpPr>
            <a:spLocks noGrp="1"/>
          </p:cNvSpPr>
          <p:nvPr/>
        </p:nvSpPr>
        <p:spPr>
          <a:xfrm>
            <a:off x="4664404" y="2339374"/>
            <a:ext cx="65881" cy="40481"/>
          </a:xfrm>
          <a:prstGeom prst="rect">
            <a:avLst/>
          </a:prstGeom>
          <a:solidFill>
            <a:srgbClr val="D14F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25" name="vpm-real-target-spectrogram-r12-c4">
            <a:extLst>
              <a:ext uri="{FF2B5EF4-FFF2-40B4-BE49-F238E27FC236}">
                <a16:creationId xmlns:a16="http://schemas.microsoft.com/office/drawing/2014/main" id="{70629D15-4B38-4A0B-9888-6D615C702E97}"/>
              </a:ext>
            </a:extLst>
          </p:cNvPr>
          <p:cNvSpPr>
            <a:spLocks noGrp="1"/>
          </p:cNvSpPr>
          <p:nvPr/>
        </p:nvSpPr>
        <p:spPr>
          <a:xfrm>
            <a:off x="4727904" y="2339374"/>
            <a:ext cx="65881" cy="40481"/>
          </a:xfrm>
          <a:prstGeom prst="rect">
            <a:avLst/>
          </a:prstGeom>
          <a:solidFill>
            <a:srgbClr val="AF34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26" name="vpm-real-target-spectrogram-r12-c5">
            <a:extLst>
              <a:ext uri="{FF2B5EF4-FFF2-40B4-BE49-F238E27FC236}">
                <a16:creationId xmlns:a16="http://schemas.microsoft.com/office/drawing/2014/main" id="{A6E6495A-5041-435D-8DC1-8BD8251F418B}"/>
              </a:ext>
            </a:extLst>
          </p:cNvPr>
          <p:cNvSpPr>
            <a:spLocks noGrp="1"/>
          </p:cNvSpPr>
          <p:nvPr/>
        </p:nvSpPr>
        <p:spPr>
          <a:xfrm>
            <a:off x="4791404" y="2339374"/>
            <a:ext cx="65881" cy="40481"/>
          </a:xfrm>
          <a:prstGeom prst="rect">
            <a:avLst/>
          </a:prstGeom>
          <a:solidFill>
            <a:srgbClr val="B637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27" name="vpm-real-target-spectrogram-r12-c6">
            <a:extLst>
              <a:ext uri="{FF2B5EF4-FFF2-40B4-BE49-F238E27FC236}">
                <a16:creationId xmlns:a16="http://schemas.microsoft.com/office/drawing/2014/main" id="{AF1B30AF-A140-4CDA-9ED0-7381695DA271}"/>
              </a:ext>
            </a:extLst>
          </p:cNvPr>
          <p:cNvSpPr>
            <a:spLocks noGrp="1"/>
          </p:cNvSpPr>
          <p:nvPr/>
        </p:nvSpPr>
        <p:spPr>
          <a:xfrm>
            <a:off x="4854904" y="2339374"/>
            <a:ext cx="65881" cy="40481"/>
          </a:xfrm>
          <a:prstGeom prst="rect">
            <a:avLst/>
          </a:prstGeom>
          <a:solidFill>
            <a:srgbClr val="7F23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28" name="vpm-real-target-spectrogram-r12-c7">
            <a:extLst>
              <a:ext uri="{FF2B5EF4-FFF2-40B4-BE49-F238E27FC236}">
                <a16:creationId xmlns:a16="http://schemas.microsoft.com/office/drawing/2014/main" id="{1A626C8B-A9C4-4B38-9535-AA41C40BA0F9}"/>
              </a:ext>
            </a:extLst>
          </p:cNvPr>
          <p:cNvSpPr>
            <a:spLocks noGrp="1"/>
          </p:cNvSpPr>
          <p:nvPr/>
        </p:nvSpPr>
        <p:spPr>
          <a:xfrm>
            <a:off x="4918404" y="2339374"/>
            <a:ext cx="65881" cy="40481"/>
          </a:xfrm>
          <a:prstGeom prst="rect">
            <a:avLst/>
          </a:prstGeom>
          <a:solidFill>
            <a:srgbClr val="C5447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29" name="vpm-real-target-spectrogram-r12-c8">
            <a:extLst>
              <a:ext uri="{FF2B5EF4-FFF2-40B4-BE49-F238E27FC236}">
                <a16:creationId xmlns:a16="http://schemas.microsoft.com/office/drawing/2014/main" id="{87A8877F-5387-44F2-AD7A-680B2FA6CC2B}"/>
              </a:ext>
            </a:extLst>
          </p:cNvPr>
          <p:cNvSpPr>
            <a:spLocks noGrp="1"/>
          </p:cNvSpPr>
          <p:nvPr/>
        </p:nvSpPr>
        <p:spPr>
          <a:xfrm>
            <a:off x="4981904" y="2339374"/>
            <a:ext cx="65881" cy="40481"/>
          </a:xfrm>
          <a:prstGeom prst="rect">
            <a:avLst/>
          </a:prstGeom>
          <a:solidFill>
            <a:srgbClr val="C6457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30" name="vpm-real-target-spectrogram-r12-c9">
            <a:extLst>
              <a:ext uri="{FF2B5EF4-FFF2-40B4-BE49-F238E27FC236}">
                <a16:creationId xmlns:a16="http://schemas.microsoft.com/office/drawing/2014/main" id="{280BDF06-A2F7-4E0D-904C-598A8743203E}"/>
              </a:ext>
            </a:extLst>
          </p:cNvPr>
          <p:cNvSpPr>
            <a:spLocks noGrp="1"/>
          </p:cNvSpPr>
          <p:nvPr/>
        </p:nvSpPr>
        <p:spPr>
          <a:xfrm>
            <a:off x="5045404" y="2339374"/>
            <a:ext cx="65881" cy="40481"/>
          </a:xfrm>
          <a:prstGeom prst="rect">
            <a:avLst/>
          </a:prstGeom>
          <a:solidFill>
            <a:srgbClr val="B436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31" name="vpm-real-target-spectrogram-r12-c10">
            <a:extLst>
              <a:ext uri="{FF2B5EF4-FFF2-40B4-BE49-F238E27FC236}">
                <a16:creationId xmlns:a16="http://schemas.microsoft.com/office/drawing/2014/main" id="{73F6F175-409C-4282-B129-C6E38A748B9A}"/>
              </a:ext>
            </a:extLst>
          </p:cNvPr>
          <p:cNvSpPr>
            <a:spLocks noGrp="1"/>
          </p:cNvSpPr>
          <p:nvPr/>
        </p:nvSpPr>
        <p:spPr>
          <a:xfrm>
            <a:off x="5108904" y="2339374"/>
            <a:ext cx="65881" cy="40481"/>
          </a:xfrm>
          <a:prstGeom prst="rect">
            <a:avLst/>
          </a:prstGeom>
          <a:solidFill>
            <a:srgbClr val="C03F7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32" name="vpm-real-target-spectrogram-r12-c11">
            <a:extLst>
              <a:ext uri="{FF2B5EF4-FFF2-40B4-BE49-F238E27FC236}">
                <a16:creationId xmlns:a16="http://schemas.microsoft.com/office/drawing/2014/main" id="{82693E69-21CC-4255-9012-F6CBC95235A9}"/>
              </a:ext>
            </a:extLst>
          </p:cNvPr>
          <p:cNvSpPr>
            <a:spLocks noGrp="1"/>
          </p:cNvSpPr>
          <p:nvPr/>
        </p:nvSpPr>
        <p:spPr>
          <a:xfrm>
            <a:off x="5172404" y="2339374"/>
            <a:ext cx="65881" cy="40481"/>
          </a:xfrm>
          <a:prstGeom prst="rect">
            <a:avLst/>
          </a:prstGeom>
          <a:solidFill>
            <a:srgbClr val="BC3C7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33" name="vpm-real-target-spectrogram-r12-c12">
            <a:extLst>
              <a:ext uri="{FF2B5EF4-FFF2-40B4-BE49-F238E27FC236}">
                <a16:creationId xmlns:a16="http://schemas.microsoft.com/office/drawing/2014/main" id="{32E49C0A-CCD0-4428-A2DF-BCD007AFA599}"/>
              </a:ext>
            </a:extLst>
          </p:cNvPr>
          <p:cNvSpPr>
            <a:spLocks noGrp="1"/>
          </p:cNvSpPr>
          <p:nvPr/>
        </p:nvSpPr>
        <p:spPr>
          <a:xfrm>
            <a:off x="5235904" y="2339374"/>
            <a:ext cx="65881" cy="40481"/>
          </a:xfrm>
          <a:prstGeom prst="rect">
            <a:avLst/>
          </a:prstGeom>
          <a:solidFill>
            <a:srgbClr val="4516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34" name="vpm-real-target-spectrogram-r12-c13">
            <a:extLst>
              <a:ext uri="{FF2B5EF4-FFF2-40B4-BE49-F238E27FC236}">
                <a16:creationId xmlns:a16="http://schemas.microsoft.com/office/drawing/2014/main" id="{ADC637A8-A4C4-4558-A9B6-07D065B84E4E}"/>
              </a:ext>
            </a:extLst>
          </p:cNvPr>
          <p:cNvSpPr>
            <a:spLocks noGrp="1"/>
          </p:cNvSpPr>
          <p:nvPr/>
        </p:nvSpPr>
        <p:spPr>
          <a:xfrm>
            <a:off x="5299404" y="2339374"/>
            <a:ext cx="65881" cy="40481"/>
          </a:xfrm>
          <a:prstGeom prst="rect">
            <a:avLst/>
          </a:prstGeom>
          <a:solidFill>
            <a:srgbClr val="250F5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35" name="vpm-real-target-spectrogram-r12-c14">
            <a:extLst>
              <a:ext uri="{FF2B5EF4-FFF2-40B4-BE49-F238E27FC236}">
                <a16:creationId xmlns:a16="http://schemas.microsoft.com/office/drawing/2014/main" id="{52C742D4-D820-46B2-AB98-EE221C6C948C}"/>
              </a:ext>
            </a:extLst>
          </p:cNvPr>
          <p:cNvSpPr>
            <a:spLocks noGrp="1"/>
          </p:cNvSpPr>
          <p:nvPr/>
        </p:nvSpPr>
        <p:spPr>
          <a:xfrm>
            <a:off x="5362904" y="2339374"/>
            <a:ext cx="65881" cy="40481"/>
          </a:xfrm>
          <a:prstGeom prst="rect">
            <a:avLst/>
          </a:prstGeom>
          <a:solidFill>
            <a:srgbClr val="31126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36" name="vpm-real-target-spectrogram-r12-c15">
            <a:extLst>
              <a:ext uri="{FF2B5EF4-FFF2-40B4-BE49-F238E27FC236}">
                <a16:creationId xmlns:a16="http://schemas.microsoft.com/office/drawing/2014/main" id="{0FF2916A-7363-4370-959B-2EBD1D686D1B}"/>
              </a:ext>
            </a:extLst>
          </p:cNvPr>
          <p:cNvSpPr>
            <a:spLocks noGrp="1"/>
          </p:cNvSpPr>
          <p:nvPr/>
        </p:nvSpPr>
        <p:spPr>
          <a:xfrm>
            <a:off x="5426404" y="2339374"/>
            <a:ext cx="65881" cy="40481"/>
          </a:xfrm>
          <a:prstGeom prst="rect">
            <a:avLst/>
          </a:prstGeom>
          <a:solidFill>
            <a:srgbClr val="7E23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37" name="vpm-real-target-spectrogram-r12-c16">
            <a:extLst>
              <a:ext uri="{FF2B5EF4-FFF2-40B4-BE49-F238E27FC236}">
                <a16:creationId xmlns:a16="http://schemas.microsoft.com/office/drawing/2014/main" id="{B51AE65F-86EC-41AD-BBF0-DF6E00052640}"/>
              </a:ext>
            </a:extLst>
          </p:cNvPr>
          <p:cNvSpPr>
            <a:spLocks noGrp="1"/>
          </p:cNvSpPr>
          <p:nvPr/>
        </p:nvSpPr>
        <p:spPr>
          <a:xfrm>
            <a:off x="5489904" y="2339374"/>
            <a:ext cx="65881" cy="40481"/>
          </a:xfrm>
          <a:prstGeom prst="rect">
            <a:avLst/>
          </a:prstGeom>
          <a:solidFill>
            <a:srgbClr val="88277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38" name="vpm-real-target-spectrogram-r12-c17">
            <a:extLst>
              <a:ext uri="{FF2B5EF4-FFF2-40B4-BE49-F238E27FC236}">
                <a16:creationId xmlns:a16="http://schemas.microsoft.com/office/drawing/2014/main" id="{3EDA2840-A21B-4216-8955-65CEA64E269C}"/>
              </a:ext>
            </a:extLst>
          </p:cNvPr>
          <p:cNvSpPr>
            <a:spLocks noGrp="1"/>
          </p:cNvSpPr>
          <p:nvPr/>
        </p:nvSpPr>
        <p:spPr>
          <a:xfrm>
            <a:off x="5553404" y="2339374"/>
            <a:ext cx="65881" cy="40481"/>
          </a:xfrm>
          <a:prstGeom prst="rect">
            <a:avLst/>
          </a:prstGeom>
          <a:solidFill>
            <a:srgbClr val="3C146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39" name="vpm-real-target-spectrogram-r13-c0">
            <a:extLst>
              <a:ext uri="{FF2B5EF4-FFF2-40B4-BE49-F238E27FC236}">
                <a16:creationId xmlns:a16="http://schemas.microsoft.com/office/drawing/2014/main" id="{7EA08C50-4BE2-4A1B-84B5-E741DE84164B}"/>
              </a:ext>
            </a:extLst>
          </p:cNvPr>
          <p:cNvSpPr>
            <a:spLocks noGrp="1"/>
          </p:cNvSpPr>
          <p:nvPr/>
        </p:nvSpPr>
        <p:spPr>
          <a:xfrm>
            <a:off x="4473904" y="2377474"/>
            <a:ext cx="65881" cy="40481"/>
          </a:xfrm>
          <a:prstGeom prst="rect">
            <a:avLst/>
          </a:prstGeom>
          <a:solidFill>
            <a:srgbClr val="681D7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40" name="vpm-real-target-spectrogram-r13-c1">
            <a:extLst>
              <a:ext uri="{FF2B5EF4-FFF2-40B4-BE49-F238E27FC236}">
                <a16:creationId xmlns:a16="http://schemas.microsoft.com/office/drawing/2014/main" id="{8CC91697-1665-450D-9BD9-E18A1D306C62}"/>
              </a:ext>
            </a:extLst>
          </p:cNvPr>
          <p:cNvSpPr>
            <a:spLocks noGrp="1"/>
          </p:cNvSpPr>
          <p:nvPr/>
        </p:nvSpPr>
        <p:spPr>
          <a:xfrm>
            <a:off x="4537404" y="2377474"/>
            <a:ext cx="65881" cy="40481"/>
          </a:xfrm>
          <a:prstGeom prst="rect">
            <a:avLst/>
          </a:prstGeom>
          <a:solidFill>
            <a:srgbClr val="DD5A6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41" name="vpm-real-target-spectrogram-r13-c2">
            <a:extLst>
              <a:ext uri="{FF2B5EF4-FFF2-40B4-BE49-F238E27FC236}">
                <a16:creationId xmlns:a16="http://schemas.microsoft.com/office/drawing/2014/main" id="{CA3917B0-7828-455B-B178-0E81924ABF78}"/>
              </a:ext>
            </a:extLst>
          </p:cNvPr>
          <p:cNvSpPr>
            <a:spLocks noGrp="1"/>
          </p:cNvSpPr>
          <p:nvPr/>
        </p:nvSpPr>
        <p:spPr>
          <a:xfrm>
            <a:off x="4600904" y="2377474"/>
            <a:ext cx="65881" cy="40481"/>
          </a:xfrm>
          <a:prstGeom prst="rect">
            <a:avLst/>
          </a:prstGeom>
          <a:solidFill>
            <a:srgbClr val="FCFDB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42" name="vpm-real-target-spectrogram-r13-c3">
            <a:extLst>
              <a:ext uri="{FF2B5EF4-FFF2-40B4-BE49-F238E27FC236}">
                <a16:creationId xmlns:a16="http://schemas.microsoft.com/office/drawing/2014/main" id="{E70E990F-14C5-4780-AB8C-424468A9D5E2}"/>
              </a:ext>
            </a:extLst>
          </p:cNvPr>
          <p:cNvSpPr>
            <a:spLocks noGrp="1"/>
          </p:cNvSpPr>
          <p:nvPr/>
        </p:nvSpPr>
        <p:spPr>
          <a:xfrm>
            <a:off x="4664404" y="2377474"/>
            <a:ext cx="65881" cy="40481"/>
          </a:xfrm>
          <a:prstGeom prst="rect">
            <a:avLst/>
          </a:prstGeom>
          <a:solidFill>
            <a:srgbClr val="B637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43" name="vpm-real-target-spectrogram-r13-c4">
            <a:extLst>
              <a:ext uri="{FF2B5EF4-FFF2-40B4-BE49-F238E27FC236}">
                <a16:creationId xmlns:a16="http://schemas.microsoft.com/office/drawing/2014/main" id="{E3C7226E-59F7-4FCC-B8F4-F1E2D0401640}"/>
              </a:ext>
            </a:extLst>
          </p:cNvPr>
          <p:cNvSpPr>
            <a:spLocks noGrp="1"/>
          </p:cNvSpPr>
          <p:nvPr/>
        </p:nvSpPr>
        <p:spPr>
          <a:xfrm>
            <a:off x="4727904" y="2377474"/>
            <a:ext cx="65881" cy="40481"/>
          </a:xfrm>
          <a:prstGeom prst="rect">
            <a:avLst/>
          </a:prstGeom>
          <a:solidFill>
            <a:srgbClr val="B737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44" name="vpm-real-target-spectrogram-r13-c5">
            <a:extLst>
              <a:ext uri="{FF2B5EF4-FFF2-40B4-BE49-F238E27FC236}">
                <a16:creationId xmlns:a16="http://schemas.microsoft.com/office/drawing/2014/main" id="{DA3651A6-8007-4A51-BB7C-DAB4A1C27A38}"/>
              </a:ext>
            </a:extLst>
          </p:cNvPr>
          <p:cNvSpPr>
            <a:spLocks noGrp="1"/>
          </p:cNvSpPr>
          <p:nvPr/>
        </p:nvSpPr>
        <p:spPr>
          <a:xfrm>
            <a:off x="4791404" y="2377474"/>
            <a:ext cx="65881" cy="40481"/>
          </a:xfrm>
          <a:prstGeom prst="rect">
            <a:avLst/>
          </a:prstGeom>
          <a:solidFill>
            <a:srgbClr val="D5536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45" name="vpm-real-target-spectrogram-r13-c6">
            <a:extLst>
              <a:ext uri="{FF2B5EF4-FFF2-40B4-BE49-F238E27FC236}">
                <a16:creationId xmlns:a16="http://schemas.microsoft.com/office/drawing/2014/main" id="{E1AA1B76-4DEB-42B4-9E6E-442315E6ED23}"/>
              </a:ext>
            </a:extLst>
          </p:cNvPr>
          <p:cNvSpPr>
            <a:spLocks noGrp="1"/>
          </p:cNvSpPr>
          <p:nvPr/>
        </p:nvSpPr>
        <p:spPr>
          <a:xfrm>
            <a:off x="4854904" y="2377474"/>
            <a:ext cx="65881" cy="40481"/>
          </a:xfrm>
          <a:prstGeom prst="rect">
            <a:avLst/>
          </a:prstGeom>
          <a:solidFill>
            <a:srgbClr val="B838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46" name="vpm-real-target-spectrogram-r13-c7">
            <a:extLst>
              <a:ext uri="{FF2B5EF4-FFF2-40B4-BE49-F238E27FC236}">
                <a16:creationId xmlns:a16="http://schemas.microsoft.com/office/drawing/2014/main" id="{73889338-97F3-48AC-A7B1-A08184611988}"/>
              </a:ext>
            </a:extLst>
          </p:cNvPr>
          <p:cNvSpPr>
            <a:spLocks noGrp="1"/>
          </p:cNvSpPr>
          <p:nvPr/>
        </p:nvSpPr>
        <p:spPr>
          <a:xfrm>
            <a:off x="4918404" y="2377474"/>
            <a:ext cx="65881" cy="40481"/>
          </a:xfrm>
          <a:prstGeom prst="rect">
            <a:avLst/>
          </a:prstGeom>
          <a:solidFill>
            <a:srgbClr val="DC5A6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47" name="vpm-real-target-spectrogram-r13-c8">
            <a:extLst>
              <a:ext uri="{FF2B5EF4-FFF2-40B4-BE49-F238E27FC236}">
                <a16:creationId xmlns:a16="http://schemas.microsoft.com/office/drawing/2014/main" id="{6DE721F5-AE19-4768-A2B6-2604292776A9}"/>
              </a:ext>
            </a:extLst>
          </p:cNvPr>
          <p:cNvSpPr>
            <a:spLocks noGrp="1"/>
          </p:cNvSpPr>
          <p:nvPr/>
        </p:nvSpPr>
        <p:spPr>
          <a:xfrm>
            <a:off x="4981904" y="2377474"/>
            <a:ext cx="65881" cy="40481"/>
          </a:xfrm>
          <a:prstGeom prst="rect">
            <a:avLst/>
          </a:prstGeom>
          <a:solidFill>
            <a:srgbClr val="E5626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48" name="vpm-real-target-spectrogram-r13-c9">
            <a:extLst>
              <a:ext uri="{FF2B5EF4-FFF2-40B4-BE49-F238E27FC236}">
                <a16:creationId xmlns:a16="http://schemas.microsoft.com/office/drawing/2014/main" id="{2F2E7A61-1436-411A-98F9-C09831729CE7}"/>
              </a:ext>
            </a:extLst>
          </p:cNvPr>
          <p:cNvSpPr>
            <a:spLocks noGrp="1"/>
          </p:cNvSpPr>
          <p:nvPr/>
        </p:nvSpPr>
        <p:spPr>
          <a:xfrm>
            <a:off x="5045404" y="2377474"/>
            <a:ext cx="65881" cy="40481"/>
          </a:xfrm>
          <a:prstGeom prst="rect">
            <a:avLst/>
          </a:prstGeom>
          <a:solidFill>
            <a:srgbClr val="CD4C6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49" name="vpm-real-target-spectrogram-r13-c10">
            <a:extLst>
              <a:ext uri="{FF2B5EF4-FFF2-40B4-BE49-F238E27FC236}">
                <a16:creationId xmlns:a16="http://schemas.microsoft.com/office/drawing/2014/main" id="{740E50A7-5820-4706-8DFB-63531A3B933D}"/>
              </a:ext>
            </a:extLst>
          </p:cNvPr>
          <p:cNvSpPr>
            <a:spLocks noGrp="1"/>
          </p:cNvSpPr>
          <p:nvPr/>
        </p:nvSpPr>
        <p:spPr>
          <a:xfrm>
            <a:off x="5108904" y="2377474"/>
            <a:ext cx="65881" cy="40481"/>
          </a:xfrm>
          <a:prstGeom prst="rect">
            <a:avLst/>
          </a:prstGeom>
          <a:solidFill>
            <a:srgbClr val="CA48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50" name="vpm-real-target-spectrogram-r13-c11">
            <a:extLst>
              <a:ext uri="{FF2B5EF4-FFF2-40B4-BE49-F238E27FC236}">
                <a16:creationId xmlns:a16="http://schemas.microsoft.com/office/drawing/2014/main" id="{DC4AD76D-9F32-46C3-BAEE-DBF69AC7E47B}"/>
              </a:ext>
            </a:extLst>
          </p:cNvPr>
          <p:cNvSpPr>
            <a:spLocks noGrp="1"/>
          </p:cNvSpPr>
          <p:nvPr/>
        </p:nvSpPr>
        <p:spPr>
          <a:xfrm>
            <a:off x="5172404" y="2377474"/>
            <a:ext cx="65881" cy="40481"/>
          </a:xfrm>
          <a:prstGeom prst="rect">
            <a:avLst/>
          </a:prstGeom>
          <a:solidFill>
            <a:srgbClr val="B135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51" name="vpm-real-target-spectrogram-r13-c12">
            <a:extLst>
              <a:ext uri="{FF2B5EF4-FFF2-40B4-BE49-F238E27FC236}">
                <a16:creationId xmlns:a16="http://schemas.microsoft.com/office/drawing/2014/main" id="{D8CD03CA-6557-442F-8811-6296DEFEEF20}"/>
              </a:ext>
            </a:extLst>
          </p:cNvPr>
          <p:cNvSpPr>
            <a:spLocks noGrp="1"/>
          </p:cNvSpPr>
          <p:nvPr/>
        </p:nvSpPr>
        <p:spPr>
          <a:xfrm>
            <a:off x="5235904" y="2377474"/>
            <a:ext cx="65881" cy="40481"/>
          </a:xfrm>
          <a:prstGeom prst="rect">
            <a:avLst/>
          </a:prstGeom>
          <a:solidFill>
            <a:srgbClr val="8425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52" name="vpm-real-target-spectrogram-r13-c13">
            <a:extLst>
              <a:ext uri="{FF2B5EF4-FFF2-40B4-BE49-F238E27FC236}">
                <a16:creationId xmlns:a16="http://schemas.microsoft.com/office/drawing/2014/main" id="{C252E6B2-B329-46F5-80DE-9A16D69758A1}"/>
              </a:ext>
            </a:extLst>
          </p:cNvPr>
          <p:cNvSpPr>
            <a:spLocks noGrp="1"/>
          </p:cNvSpPr>
          <p:nvPr/>
        </p:nvSpPr>
        <p:spPr>
          <a:xfrm>
            <a:off x="5299404" y="2377474"/>
            <a:ext cx="65881" cy="40481"/>
          </a:xfrm>
          <a:prstGeom prst="rect">
            <a:avLst/>
          </a:prstGeom>
          <a:solidFill>
            <a:srgbClr val="A832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53" name="vpm-real-target-spectrogram-r13-c14">
            <a:extLst>
              <a:ext uri="{FF2B5EF4-FFF2-40B4-BE49-F238E27FC236}">
                <a16:creationId xmlns:a16="http://schemas.microsoft.com/office/drawing/2014/main" id="{BB578175-FF40-4D42-B1C4-68C8AACB5B1D}"/>
              </a:ext>
            </a:extLst>
          </p:cNvPr>
          <p:cNvSpPr>
            <a:spLocks noGrp="1"/>
          </p:cNvSpPr>
          <p:nvPr/>
        </p:nvSpPr>
        <p:spPr>
          <a:xfrm>
            <a:off x="5362904" y="2377474"/>
            <a:ext cx="65881" cy="40481"/>
          </a:xfrm>
          <a:prstGeom prst="rect">
            <a:avLst/>
          </a:prstGeom>
          <a:solidFill>
            <a:srgbClr val="601B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54" name="vpm-real-target-spectrogram-r13-c15">
            <a:extLst>
              <a:ext uri="{FF2B5EF4-FFF2-40B4-BE49-F238E27FC236}">
                <a16:creationId xmlns:a16="http://schemas.microsoft.com/office/drawing/2014/main" id="{24744358-68C2-40D0-8F0D-15943C6353D4}"/>
              </a:ext>
            </a:extLst>
          </p:cNvPr>
          <p:cNvSpPr>
            <a:spLocks noGrp="1"/>
          </p:cNvSpPr>
          <p:nvPr/>
        </p:nvSpPr>
        <p:spPr>
          <a:xfrm>
            <a:off x="5426404" y="2377474"/>
            <a:ext cx="65881" cy="40481"/>
          </a:xfrm>
          <a:prstGeom prst="rect">
            <a:avLst/>
          </a:prstGeom>
          <a:solidFill>
            <a:srgbClr val="A531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55" name="vpm-real-target-spectrogram-r13-c16">
            <a:extLst>
              <a:ext uri="{FF2B5EF4-FFF2-40B4-BE49-F238E27FC236}">
                <a16:creationId xmlns:a16="http://schemas.microsoft.com/office/drawing/2014/main" id="{7164D5FD-61A4-459C-81D4-C50CD73CA625}"/>
              </a:ext>
            </a:extLst>
          </p:cNvPr>
          <p:cNvSpPr>
            <a:spLocks noGrp="1"/>
          </p:cNvSpPr>
          <p:nvPr/>
        </p:nvSpPr>
        <p:spPr>
          <a:xfrm>
            <a:off x="5489904" y="2377474"/>
            <a:ext cx="65881" cy="40481"/>
          </a:xfrm>
          <a:prstGeom prst="rect">
            <a:avLst/>
          </a:prstGeom>
          <a:solidFill>
            <a:srgbClr val="BE3E7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56" name="vpm-real-target-spectrogram-r13-c17">
            <a:extLst>
              <a:ext uri="{FF2B5EF4-FFF2-40B4-BE49-F238E27FC236}">
                <a16:creationId xmlns:a16="http://schemas.microsoft.com/office/drawing/2014/main" id="{68D7D85E-03B1-4533-9366-28E1C0E6A2C7}"/>
              </a:ext>
            </a:extLst>
          </p:cNvPr>
          <p:cNvSpPr>
            <a:spLocks noGrp="1"/>
          </p:cNvSpPr>
          <p:nvPr/>
        </p:nvSpPr>
        <p:spPr>
          <a:xfrm>
            <a:off x="5553404" y="2377474"/>
            <a:ext cx="65881" cy="40481"/>
          </a:xfrm>
          <a:prstGeom prst="rect">
            <a:avLst/>
          </a:prstGeom>
          <a:solidFill>
            <a:srgbClr val="4B17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57" name="vpm-real-target-spectrogram-r14-c0">
            <a:extLst>
              <a:ext uri="{FF2B5EF4-FFF2-40B4-BE49-F238E27FC236}">
                <a16:creationId xmlns:a16="http://schemas.microsoft.com/office/drawing/2014/main" id="{707A3864-72BD-4929-9D94-AFF14EC1DD8D}"/>
              </a:ext>
            </a:extLst>
          </p:cNvPr>
          <p:cNvSpPr>
            <a:spLocks noGrp="1"/>
          </p:cNvSpPr>
          <p:nvPr/>
        </p:nvSpPr>
        <p:spPr>
          <a:xfrm>
            <a:off x="4473904" y="2415574"/>
            <a:ext cx="65881" cy="40481"/>
          </a:xfrm>
          <a:prstGeom prst="rect">
            <a:avLst/>
          </a:prstGeom>
          <a:solidFill>
            <a:srgbClr val="691D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58" name="vpm-real-target-spectrogram-r14-c1">
            <a:extLst>
              <a:ext uri="{FF2B5EF4-FFF2-40B4-BE49-F238E27FC236}">
                <a16:creationId xmlns:a16="http://schemas.microsoft.com/office/drawing/2014/main" id="{B845A83B-B3C7-463D-B342-344C69362B4D}"/>
              </a:ext>
            </a:extLst>
          </p:cNvPr>
          <p:cNvSpPr>
            <a:spLocks noGrp="1"/>
          </p:cNvSpPr>
          <p:nvPr/>
        </p:nvSpPr>
        <p:spPr>
          <a:xfrm>
            <a:off x="4537404" y="2415574"/>
            <a:ext cx="65881" cy="40481"/>
          </a:xfrm>
          <a:prstGeom prst="rect">
            <a:avLst/>
          </a:prstGeom>
          <a:solidFill>
            <a:srgbClr val="F0755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59" name="vpm-real-target-spectrogram-r14-c2">
            <a:extLst>
              <a:ext uri="{FF2B5EF4-FFF2-40B4-BE49-F238E27FC236}">
                <a16:creationId xmlns:a16="http://schemas.microsoft.com/office/drawing/2014/main" id="{466F5698-5490-406B-BA82-894105AA443F}"/>
              </a:ext>
            </a:extLst>
          </p:cNvPr>
          <p:cNvSpPr>
            <a:spLocks noGrp="1"/>
          </p:cNvSpPr>
          <p:nvPr/>
        </p:nvSpPr>
        <p:spPr>
          <a:xfrm>
            <a:off x="4600904" y="2415574"/>
            <a:ext cx="65881" cy="40481"/>
          </a:xfrm>
          <a:prstGeom prst="rect">
            <a:avLst/>
          </a:prstGeom>
          <a:solidFill>
            <a:srgbClr val="FDD38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60" name="vpm-real-target-spectrogram-r14-c3">
            <a:extLst>
              <a:ext uri="{FF2B5EF4-FFF2-40B4-BE49-F238E27FC236}">
                <a16:creationId xmlns:a16="http://schemas.microsoft.com/office/drawing/2014/main" id="{2822E09D-0220-41CE-B09C-BA5B13C10F2A}"/>
              </a:ext>
            </a:extLst>
          </p:cNvPr>
          <p:cNvSpPr>
            <a:spLocks noGrp="1"/>
          </p:cNvSpPr>
          <p:nvPr/>
        </p:nvSpPr>
        <p:spPr>
          <a:xfrm>
            <a:off x="4664404" y="2415574"/>
            <a:ext cx="65881" cy="40481"/>
          </a:xfrm>
          <a:prstGeom prst="rect">
            <a:avLst/>
          </a:prstGeom>
          <a:solidFill>
            <a:srgbClr val="EA675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61" name="vpm-real-target-spectrogram-r14-c4">
            <a:extLst>
              <a:ext uri="{FF2B5EF4-FFF2-40B4-BE49-F238E27FC236}">
                <a16:creationId xmlns:a16="http://schemas.microsoft.com/office/drawing/2014/main" id="{A74F921A-8D7F-4825-B4E8-225A4FF823EE}"/>
              </a:ext>
            </a:extLst>
          </p:cNvPr>
          <p:cNvSpPr>
            <a:spLocks noGrp="1"/>
          </p:cNvSpPr>
          <p:nvPr/>
        </p:nvSpPr>
        <p:spPr>
          <a:xfrm>
            <a:off x="4727904" y="2415574"/>
            <a:ext cx="65881" cy="40481"/>
          </a:xfrm>
          <a:prstGeom prst="rect">
            <a:avLst/>
          </a:prstGeom>
          <a:solidFill>
            <a:srgbClr val="CD4C6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62" name="vpm-real-target-spectrogram-r14-c5">
            <a:extLst>
              <a:ext uri="{FF2B5EF4-FFF2-40B4-BE49-F238E27FC236}">
                <a16:creationId xmlns:a16="http://schemas.microsoft.com/office/drawing/2014/main" id="{FE19FA8E-C8C3-4A5A-A0E8-1CE4FE625C5A}"/>
              </a:ext>
            </a:extLst>
          </p:cNvPr>
          <p:cNvSpPr>
            <a:spLocks noGrp="1"/>
          </p:cNvSpPr>
          <p:nvPr/>
        </p:nvSpPr>
        <p:spPr>
          <a:xfrm>
            <a:off x="4791404" y="2415574"/>
            <a:ext cx="65881" cy="40481"/>
          </a:xfrm>
          <a:prstGeom prst="rect">
            <a:avLst/>
          </a:prstGeom>
          <a:solidFill>
            <a:srgbClr val="F6966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63" name="vpm-real-target-spectrogram-r14-c6">
            <a:extLst>
              <a:ext uri="{FF2B5EF4-FFF2-40B4-BE49-F238E27FC236}">
                <a16:creationId xmlns:a16="http://schemas.microsoft.com/office/drawing/2014/main" id="{8294A455-2BB2-4D1A-8730-8962A44C3E21}"/>
              </a:ext>
            </a:extLst>
          </p:cNvPr>
          <p:cNvSpPr>
            <a:spLocks noGrp="1"/>
          </p:cNvSpPr>
          <p:nvPr/>
        </p:nvSpPr>
        <p:spPr>
          <a:xfrm>
            <a:off x="4854904" y="2415574"/>
            <a:ext cx="65881" cy="40481"/>
          </a:xfrm>
          <a:prstGeom prst="rect">
            <a:avLst/>
          </a:prstGeom>
          <a:solidFill>
            <a:srgbClr val="E4616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64" name="vpm-real-target-spectrogram-r14-c7">
            <a:extLst>
              <a:ext uri="{FF2B5EF4-FFF2-40B4-BE49-F238E27FC236}">
                <a16:creationId xmlns:a16="http://schemas.microsoft.com/office/drawing/2014/main" id="{80253488-A86D-4A8A-9E87-6B0DABDD04D7}"/>
              </a:ext>
            </a:extLst>
          </p:cNvPr>
          <p:cNvSpPr>
            <a:spLocks noGrp="1"/>
          </p:cNvSpPr>
          <p:nvPr/>
        </p:nvSpPr>
        <p:spPr>
          <a:xfrm>
            <a:off x="4918404" y="2415574"/>
            <a:ext cx="65881" cy="40481"/>
          </a:xfrm>
          <a:prstGeom prst="rect">
            <a:avLst/>
          </a:prstGeom>
          <a:solidFill>
            <a:srgbClr val="C5447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65" name="vpm-real-target-spectrogram-r14-c8">
            <a:extLst>
              <a:ext uri="{FF2B5EF4-FFF2-40B4-BE49-F238E27FC236}">
                <a16:creationId xmlns:a16="http://schemas.microsoft.com/office/drawing/2014/main" id="{418AF1F9-3516-4D9E-B82B-81D71DF3E025}"/>
              </a:ext>
            </a:extLst>
          </p:cNvPr>
          <p:cNvSpPr>
            <a:spLocks noGrp="1"/>
          </p:cNvSpPr>
          <p:nvPr/>
        </p:nvSpPr>
        <p:spPr>
          <a:xfrm>
            <a:off x="4981904" y="2415574"/>
            <a:ext cx="65881" cy="40481"/>
          </a:xfrm>
          <a:prstGeom prst="rect">
            <a:avLst/>
          </a:prstGeom>
          <a:solidFill>
            <a:srgbClr val="E6626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66" name="vpm-real-target-spectrogram-r14-c9">
            <a:extLst>
              <a:ext uri="{FF2B5EF4-FFF2-40B4-BE49-F238E27FC236}">
                <a16:creationId xmlns:a16="http://schemas.microsoft.com/office/drawing/2014/main" id="{961C5FCB-D5D0-4C45-8746-7152E5FA876A}"/>
              </a:ext>
            </a:extLst>
          </p:cNvPr>
          <p:cNvSpPr>
            <a:spLocks noGrp="1"/>
          </p:cNvSpPr>
          <p:nvPr/>
        </p:nvSpPr>
        <p:spPr>
          <a:xfrm>
            <a:off x="5045404" y="2415574"/>
            <a:ext cx="65881" cy="40481"/>
          </a:xfrm>
          <a:prstGeom prst="rect">
            <a:avLst/>
          </a:prstGeom>
          <a:solidFill>
            <a:srgbClr val="EE6B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67" name="vpm-real-target-spectrogram-r14-c10">
            <a:extLst>
              <a:ext uri="{FF2B5EF4-FFF2-40B4-BE49-F238E27FC236}">
                <a16:creationId xmlns:a16="http://schemas.microsoft.com/office/drawing/2014/main" id="{CF36C0F3-8CD6-4FA5-96C4-7F7157AC9200}"/>
              </a:ext>
            </a:extLst>
          </p:cNvPr>
          <p:cNvSpPr>
            <a:spLocks noGrp="1"/>
          </p:cNvSpPr>
          <p:nvPr/>
        </p:nvSpPr>
        <p:spPr>
          <a:xfrm>
            <a:off x="5108904" y="2415574"/>
            <a:ext cx="65881" cy="40481"/>
          </a:xfrm>
          <a:prstGeom prst="rect">
            <a:avLst/>
          </a:prstGeom>
          <a:solidFill>
            <a:srgbClr val="E05D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68" name="vpm-real-target-spectrogram-r14-c11">
            <a:extLst>
              <a:ext uri="{FF2B5EF4-FFF2-40B4-BE49-F238E27FC236}">
                <a16:creationId xmlns:a16="http://schemas.microsoft.com/office/drawing/2014/main" id="{6341E041-B088-4803-8AA3-6BA702DD7D8D}"/>
              </a:ext>
            </a:extLst>
          </p:cNvPr>
          <p:cNvSpPr>
            <a:spLocks noGrp="1"/>
          </p:cNvSpPr>
          <p:nvPr/>
        </p:nvSpPr>
        <p:spPr>
          <a:xfrm>
            <a:off x="5172404" y="2415574"/>
            <a:ext cx="65881" cy="40481"/>
          </a:xfrm>
          <a:prstGeom prst="rect">
            <a:avLst/>
          </a:prstGeom>
          <a:solidFill>
            <a:srgbClr val="C342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69" name="vpm-real-target-spectrogram-r14-c12">
            <a:extLst>
              <a:ext uri="{FF2B5EF4-FFF2-40B4-BE49-F238E27FC236}">
                <a16:creationId xmlns:a16="http://schemas.microsoft.com/office/drawing/2014/main" id="{094B6300-0CAD-4E02-AD00-43456A6ED404}"/>
              </a:ext>
            </a:extLst>
          </p:cNvPr>
          <p:cNvSpPr>
            <a:spLocks noGrp="1"/>
          </p:cNvSpPr>
          <p:nvPr/>
        </p:nvSpPr>
        <p:spPr>
          <a:xfrm>
            <a:off x="5235904" y="2415574"/>
            <a:ext cx="65881" cy="40481"/>
          </a:xfrm>
          <a:prstGeom prst="rect">
            <a:avLst/>
          </a:prstGeom>
          <a:solidFill>
            <a:srgbClr val="7F23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70" name="vpm-real-target-spectrogram-r14-c13">
            <a:extLst>
              <a:ext uri="{FF2B5EF4-FFF2-40B4-BE49-F238E27FC236}">
                <a16:creationId xmlns:a16="http://schemas.microsoft.com/office/drawing/2014/main" id="{B6AE0CC5-3B56-42E0-B32B-2BBD6E963B55}"/>
              </a:ext>
            </a:extLst>
          </p:cNvPr>
          <p:cNvSpPr>
            <a:spLocks noGrp="1"/>
          </p:cNvSpPr>
          <p:nvPr/>
        </p:nvSpPr>
        <p:spPr>
          <a:xfrm>
            <a:off x="5299404" y="2415574"/>
            <a:ext cx="65881" cy="40481"/>
          </a:xfrm>
          <a:prstGeom prst="rect">
            <a:avLst/>
          </a:prstGeom>
          <a:solidFill>
            <a:srgbClr val="9B2D7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71" name="vpm-real-target-spectrogram-r14-c14">
            <a:extLst>
              <a:ext uri="{FF2B5EF4-FFF2-40B4-BE49-F238E27FC236}">
                <a16:creationId xmlns:a16="http://schemas.microsoft.com/office/drawing/2014/main" id="{8ED17841-60F8-4D66-A126-365DDFC6DB6E}"/>
              </a:ext>
            </a:extLst>
          </p:cNvPr>
          <p:cNvSpPr>
            <a:spLocks noGrp="1"/>
          </p:cNvSpPr>
          <p:nvPr/>
        </p:nvSpPr>
        <p:spPr>
          <a:xfrm>
            <a:off x="5362904" y="2415574"/>
            <a:ext cx="65881" cy="40481"/>
          </a:xfrm>
          <a:prstGeom prst="rect">
            <a:avLst/>
          </a:prstGeom>
          <a:solidFill>
            <a:srgbClr val="AE34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72" name="vpm-real-target-spectrogram-r14-c15">
            <a:extLst>
              <a:ext uri="{FF2B5EF4-FFF2-40B4-BE49-F238E27FC236}">
                <a16:creationId xmlns:a16="http://schemas.microsoft.com/office/drawing/2014/main" id="{98948C45-D91B-4312-96C9-8EE5FDD1D189}"/>
              </a:ext>
            </a:extLst>
          </p:cNvPr>
          <p:cNvSpPr>
            <a:spLocks noGrp="1"/>
          </p:cNvSpPr>
          <p:nvPr/>
        </p:nvSpPr>
        <p:spPr>
          <a:xfrm>
            <a:off x="5426404" y="2415574"/>
            <a:ext cx="65881" cy="40481"/>
          </a:xfrm>
          <a:prstGeom prst="rect">
            <a:avLst/>
          </a:prstGeom>
          <a:solidFill>
            <a:srgbClr val="D5536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73" name="vpm-real-target-spectrogram-r14-c16">
            <a:extLst>
              <a:ext uri="{FF2B5EF4-FFF2-40B4-BE49-F238E27FC236}">
                <a16:creationId xmlns:a16="http://schemas.microsoft.com/office/drawing/2014/main" id="{8A91E593-30F7-494C-A491-EA4069FBF8DD}"/>
              </a:ext>
            </a:extLst>
          </p:cNvPr>
          <p:cNvSpPr>
            <a:spLocks noGrp="1"/>
          </p:cNvSpPr>
          <p:nvPr/>
        </p:nvSpPr>
        <p:spPr>
          <a:xfrm>
            <a:off x="5489904" y="2415574"/>
            <a:ext cx="65881" cy="40481"/>
          </a:xfrm>
          <a:prstGeom prst="rect">
            <a:avLst/>
          </a:prstGeom>
          <a:solidFill>
            <a:srgbClr val="C443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74" name="vpm-real-target-spectrogram-r14-c17">
            <a:extLst>
              <a:ext uri="{FF2B5EF4-FFF2-40B4-BE49-F238E27FC236}">
                <a16:creationId xmlns:a16="http://schemas.microsoft.com/office/drawing/2014/main" id="{F77351AB-7F08-498A-8969-979269C028A4}"/>
              </a:ext>
            </a:extLst>
          </p:cNvPr>
          <p:cNvSpPr>
            <a:spLocks noGrp="1"/>
          </p:cNvSpPr>
          <p:nvPr/>
        </p:nvSpPr>
        <p:spPr>
          <a:xfrm>
            <a:off x="5553404" y="2415574"/>
            <a:ext cx="65881" cy="40481"/>
          </a:xfrm>
          <a:prstGeom prst="rect">
            <a:avLst/>
          </a:prstGeom>
          <a:solidFill>
            <a:srgbClr val="52197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75" name="vpm-real-target-spectrogram-r15-c0">
            <a:extLst>
              <a:ext uri="{FF2B5EF4-FFF2-40B4-BE49-F238E27FC236}">
                <a16:creationId xmlns:a16="http://schemas.microsoft.com/office/drawing/2014/main" id="{BE3AD767-B523-42DE-8901-2E7F436CDBCA}"/>
              </a:ext>
            </a:extLst>
          </p:cNvPr>
          <p:cNvSpPr>
            <a:spLocks noGrp="1"/>
          </p:cNvSpPr>
          <p:nvPr/>
        </p:nvSpPr>
        <p:spPr>
          <a:xfrm>
            <a:off x="4473904" y="2453674"/>
            <a:ext cx="65881" cy="40481"/>
          </a:xfrm>
          <a:prstGeom prst="rect">
            <a:avLst/>
          </a:prstGeom>
          <a:solidFill>
            <a:srgbClr val="7F23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76" name="vpm-real-target-spectrogram-r15-c1">
            <a:extLst>
              <a:ext uri="{FF2B5EF4-FFF2-40B4-BE49-F238E27FC236}">
                <a16:creationId xmlns:a16="http://schemas.microsoft.com/office/drawing/2014/main" id="{B6C5CFCD-5152-4F06-893E-24A88AB38523}"/>
              </a:ext>
            </a:extLst>
          </p:cNvPr>
          <p:cNvSpPr>
            <a:spLocks noGrp="1"/>
          </p:cNvSpPr>
          <p:nvPr/>
        </p:nvSpPr>
        <p:spPr>
          <a:xfrm>
            <a:off x="4537404" y="2453674"/>
            <a:ext cx="65881" cy="40481"/>
          </a:xfrm>
          <a:prstGeom prst="rect">
            <a:avLst/>
          </a:prstGeom>
          <a:solidFill>
            <a:srgbClr val="F2816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77" name="vpm-real-target-spectrogram-r15-c2">
            <a:extLst>
              <a:ext uri="{FF2B5EF4-FFF2-40B4-BE49-F238E27FC236}">
                <a16:creationId xmlns:a16="http://schemas.microsoft.com/office/drawing/2014/main" id="{06DACD73-6B51-4507-8EC5-F0BDAAF984A1}"/>
              </a:ext>
            </a:extLst>
          </p:cNvPr>
          <p:cNvSpPr>
            <a:spLocks noGrp="1"/>
          </p:cNvSpPr>
          <p:nvPr/>
        </p:nvSpPr>
        <p:spPr>
          <a:xfrm>
            <a:off x="4600904" y="2453674"/>
            <a:ext cx="65881" cy="40481"/>
          </a:xfrm>
          <a:prstGeom prst="rect">
            <a:avLst/>
          </a:prstGeom>
          <a:solidFill>
            <a:srgbClr val="FCFDB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78" name="vpm-real-target-spectrogram-r15-c3">
            <a:extLst>
              <a:ext uri="{FF2B5EF4-FFF2-40B4-BE49-F238E27FC236}">
                <a16:creationId xmlns:a16="http://schemas.microsoft.com/office/drawing/2014/main" id="{6EDBBB3B-042A-433E-B504-33EBF520CFB5}"/>
              </a:ext>
            </a:extLst>
          </p:cNvPr>
          <p:cNvSpPr>
            <a:spLocks noGrp="1"/>
          </p:cNvSpPr>
          <p:nvPr/>
        </p:nvSpPr>
        <p:spPr>
          <a:xfrm>
            <a:off x="4664404" y="2453674"/>
            <a:ext cx="65881" cy="40481"/>
          </a:xfrm>
          <a:prstGeom prst="rect">
            <a:avLst/>
          </a:prstGeom>
          <a:solidFill>
            <a:srgbClr val="E25F6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79" name="vpm-real-target-spectrogram-r15-c4">
            <a:extLst>
              <a:ext uri="{FF2B5EF4-FFF2-40B4-BE49-F238E27FC236}">
                <a16:creationId xmlns:a16="http://schemas.microsoft.com/office/drawing/2014/main" id="{AD405E04-0EDE-4831-B069-0E2DAA848E54}"/>
              </a:ext>
            </a:extLst>
          </p:cNvPr>
          <p:cNvSpPr>
            <a:spLocks noGrp="1"/>
          </p:cNvSpPr>
          <p:nvPr/>
        </p:nvSpPr>
        <p:spPr>
          <a:xfrm>
            <a:off x="4727904" y="2453674"/>
            <a:ext cx="65881" cy="40481"/>
          </a:xfrm>
          <a:prstGeom prst="rect">
            <a:avLst/>
          </a:prstGeom>
          <a:solidFill>
            <a:srgbClr val="BE3D7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80" name="vpm-real-target-spectrogram-r15-c5">
            <a:extLst>
              <a:ext uri="{FF2B5EF4-FFF2-40B4-BE49-F238E27FC236}">
                <a16:creationId xmlns:a16="http://schemas.microsoft.com/office/drawing/2014/main" id="{5E4E0490-9771-4460-A3FF-B3F2B23275E1}"/>
              </a:ext>
            </a:extLst>
          </p:cNvPr>
          <p:cNvSpPr>
            <a:spLocks noGrp="1"/>
          </p:cNvSpPr>
          <p:nvPr/>
        </p:nvSpPr>
        <p:spPr>
          <a:xfrm>
            <a:off x="4791404" y="2453674"/>
            <a:ext cx="65881" cy="40481"/>
          </a:xfrm>
          <a:prstGeom prst="rect">
            <a:avLst/>
          </a:prstGeom>
          <a:solidFill>
            <a:srgbClr val="FAA86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81" name="vpm-real-target-spectrogram-r15-c6">
            <a:extLst>
              <a:ext uri="{FF2B5EF4-FFF2-40B4-BE49-F238E27FC236}">
                <a16:creationId xmlns:a16="http://schemas.microsoft.com/office/drawing/2014/main" id="{8B0B27A3-EF9F-47A6-9D4F-70B0AD2810D4}"/>
              </a:ext>
            </a:extLst>
          </p:cNvPr>
          <p:cNvSpPr>
            <a:spLocks noGrp="1"/>
          </p:cNvSpPr>
          <p:nvPr/>
        </p:nvSpPr>
        <p:spPr>
          <a:xfrm>
            <a:off x="4854904" y="2453674"/>
            <a:ext cx="65881" cy="40481"/>
          </a:xfrm>
          <a:prstGeom prst="rect">
            <a:avLst/>
          </a:prstGeom>
          <a:solidFill>
            <a:srgbClr val="C443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82" name="vpm-real-target-spectrogram-r15-c7">
            <a:extLst>
              <a:ext uri="{FF2B5EF4-FFF2-40B4-BE49-F238E27FC236}">
                <a16:creationId xmlns:a16="http://schemas.microsoft.com/office/drawing/2014/main" id="{DB82DAA2-F0C4-4DDA-A4D0-27B5E1F136E0}"/>
              </a:ext>
            </a:extLst>
          </p:cNvPr>
          <p:cNvSpPr>
            <a:spLocks noGrp="1"/>
          </p:cNvSpPr>
          <p:nvPr/>
        </p:nvSpPr>
        <p:spPr>
          <a:xfrm>
            <a:off x="4918404" y="2453674"/>
            <a:ext cx="65881" cy="40481"/>
          </a:xfrm>
          <a:prstGeom prst="rect">
            <a:avLst/>
          </a:prstGeom>
          <a:solidFill>
            <a:srgbClr val="BF3E7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83" name="vpm-real-target-spectrogram-r15-c8">
            <a:extLst>
              <a:ext uri="{FF2B5EF4-FFF2-40B4-BE49-F238E27FC236}">
                <a16:creationId xmlns:a16="http://schemas.microsoft.com/office/drawing/2014/main" id="{8DE9B3F6-B310-4927-AFE0-DF3571BA6F08}"/>
              </a:ext>
            </a:extLst>
          </p:cNvPr>
          <p:cNvSpPr>
            <a:spLocks noGrp="1"/>
          </p:cNvSpPr>
          <p:nvPr/>
        </p:nvSpPr>
        <p:spPr>
          <a:xfrm>
            <a:off x="4981904" y="2453674"/>
            <a:ext cx="65881" cy="40481"/>
          </a:xfrm>
          <a:prstGeom prst="rect">
            <a:avLst/>
          </a:prstGeom>
          <a:solidFill>
            <a:srgbClr val="FCDE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84" name="vpm-real-target-spectrogram-r15-c9">
            <a:extLst>
              <a:ext uri="{FF2B5EF4-FFF2-40B4-BE49-F238E27FC236}">
                <a16:creationId xmlns:a16="http://schemas.microsoft.com/office/drawing/2014/main" id="{BA762AD4-00E3-4FDB-9449-45A399F68A8C}"/>
              </a:ext>
            </a:extLst>
          </p:cNvPr>
          <p:cNvSpPr>
            <a:spLocks noGrp="1"/>
          </p:cNvSpPr>
          <p:nvPr/>
        </p:nvSpPr>
        <p:spPr>
          <a:xfrm>
            <a:off x="5045404" y="2453674"/>
            <a:ext cx="65881" cy="40481"/>
          </a:xfrm>
          <a:prstGeom prst="rect">
            <a:avLst/>
          </a:prstGeom>
          <a:solidFill>
            <a:srgbClr val="FCF9B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85" name="vpm-real-target-spectrogram-r15-c10">
            <a:extLst>
              <a:ext uri="{FF2B5EF4-FFF2-40B4-BE49-F238E27FC236}">
                <a16:creationId xmlns:a16="http://schemas.microsoft.com/office/drawing/2014/main" id="{45CD20CE-D16F-485D-B1F1-34DBB35E2CEB}"/>
              </a:ext>
            </a:extLst>
          </p:cNvPr>
          <p:cNvSpPr>
            <a:spLocks noGrp="1"/>
          </p:cNvSpPr>
          <p:nvPr/>
        </p:nvSpPr>
        <p:spPr>
          <a:xfrm>
            <a:off x="5108904" y="2453674"/>
            <a:ext cx="65881" cy="40481"/>
          </a:xfrm>
          <a:prstGeom prst="rect">
            <a:avLst/>
          </a:prstGeom>
          <a:solidFill>
            <a:srgbClr val="FCFDB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86" name="vpm-real-target-spectrogram-r15-c11">
            <a:extLst>
              <a:ext uri="{FF2B5EF4-FFF2-40B4-BE49-F238E27FC236}">
                <a16:creationId xmlns:a16="http://schemas.microsoft.com/office/drawing/2014/main" id="{CF5D4654-F7BC-4C3C-B378-F85D67434FFE}"/>
              </a:ext>
            </a:extLst>
          </p:cNvPr>
          <p:cNvSpPr>
            <a:spLocks noGrp="1"/>
          </p:cNvSpPr>
          <p:nvPr/>
        </p:nvSpPr>
        <p:spPr>
          <a:xfrm>
            <a:off x="5172404" y="2453674"/>
            <a:ext cx="65881" cy="40481"/>
          </a:xfrm>
          <a:prstGeom prst="rect">
            <a:avLst/>
          </a:prstGeom>
          <a:solidFill>
            <a:srgbClr val="EF6F5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87" name="vpm-real-target-spectrogram-r15-c12">
            <a:extLst>
              <a:ext uri="{FF2B5EF4-FFF2-40B4-BE49-F238E27FC236}">
                <a16:creationId xmlns:a16="http://schemas.microsoft.com/office/drawing/2014/main" id="{AF308BF5-C046-4403-A239-CE2B81DC21E1}"/>
              </a:ext>
            </a:extLst>
          </p:cNvPr>
          <p:cNvSpPr>
            <a:spLocks noGrp="1"/>
          </p:cNvSpPr>
          <p:nvPr/>
        </p:nvSpPr>
        <p:spPr>
          <a:xfrm>
            <a:off x="5235904" y="2453674"/>
            <a:ext cx="65881" cy="40481"/>
          </a:xfrm>
          <a:prstGeom prst="rect">
            <a:avLst/>
          </a:prstGeom>
          <a:solidFill>
            <a:srgbClr val="CE4C6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88" name="vpm-real-target-spectrogram-r15-c13">
            <a:extLst>
              <a:ext uri="{FF2B5EF4-FFF2-40B4-BE49-F238E27FC236}">
                <a16:creationId xmlns:a16="http://schemas.microsoft.com/office/drawing/2014/main" id="{D52DC32A-8B5E-442A-8CA3-91EC07DA7365}"/>
              </a:ext>
            </a:extLst>
          </p:cNvPr>
          <p:cNvSpPr>
            <a:spLocks noGrp="1"/>
          </p:cNvSpPr>
          <p:nvPr/>
        </p:nvSpPr>
        <p:spPr>
          <a:xfrm>
            <a:off x="5299404" y="2453674"/>
            <a:ext cx="65881" cy="40481"/>
          </a:xfrm>
          <a:prstGeom prst="rect">
            <a:avLst/>
          </a:prstGeom>
          <a:solidFill>
            <a:srgbClr val="7621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89" name="vpm-real-target-spectrogram-r15-c14">
            <a:extLst>
              <a:ext uri="{FF2B5EF4-FFF2-40B4-BE49-F238E27FC236}">
                <a16:creationId xmlns:a16="http://schemas.microsoft.com/office/drawing/2014/main" id="{E7F90988-AD12-4FF6-B53B-C470991A1ACC}"/>
              </a:ext>
            </a:extLst>
          </p:cNvPr>
          <p:cNvSpPr>
            <a:spLocks noGrp="1"/>
          </p:cNvSpPr>
          <p:nvPr/>
        </p:nvSpPr>
        <p:spPr>
          <a:xfrm>
            <a:off x="5362904" y="2453674"/>
            <a:ext cx="65881" cy="40481"/>
          </a:xfrm>
          <a:prstGeom prst="rect">
            <a:avLst/>
          </a:prstGeom>
          <a:solidFill>
            <a:srgbClr val="9F2F7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90" name="vpm-real-target-spectrogram-r15-c15">
            <a:extLst>
              <a:ext uri="{FF2B5EF4-FFF2-40B4-BE49-F238E27FC236}">
                <a16:creationId xmlns:a16="http://schemas.microsoft.com/office/drawing/2014/main" id="{CC4F935E-9DF9-4242-8D18-B85D88C644B6}"/>
              </a:ext>
            </a:extLst>
          </p:cNvPr>
          <p:cNvSpPr>
            <a:spLocks noGrp="1"/>
          </p:cNvSpPr>
          <p:nvPr/>
        </p:nvSpPr>
        <p:spPr>
          <a:xfrm>
            <a:off x="5426404" y="2453674"/>
            <a:ext cx="65881" cy="40481"/>
          </a:xfrm>
          <a:prstGeom prst="rect">
            <a:avLst/>
          </a:prstGeom>
          <a:solidFill>
            <a:srgbClr val="D150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91" name="vpm-real-target-spectrogram-r15-c16">
            <a:extLst>
              <a:ext uri="{FF2B5EF4-FFF2-40B4-BE49-F238E27FC236}">
                <a16:creationId xmlns:a16="http://schemas.microsoft.com/office/drawing/2014/main" id="{18525A03-7BE9-4174-94F9-205C05170C34}"/>
              </a:ext>
            </a:extLst>
          </p:cNvPr>
          <p:cNvSpPr>
            <a:spLocks noGrp="1"/>
          </p:cNvSpPr>
          <p:nvPr/>
        </p:nvSpPr>
        <p:spPr>
          <a:xfrm>
            <a:off x="5489904" y="2453674"/>
            <a:ext cx="65881" cy="40481"/>
          </a:xfrm>
          <a:prstGeom prst="rect">
            <a:avLst/>
          </a:prstGeom>
          <a:solidFill>
            <a:srgbClr val="9C2E7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92" name="vpm-real-target-spectrogram-r15-c17">
            <a:extLst>
              <a:ext uri="{FF2B5EF4-FFF2-40B4-BE49-F238E27FC236}">
                <a16:creationId xmlns:a16="http://schemas.microsoft.com/office/drawing/2014/main" id="{E4AE43CD-7DA5-4B07-97C2-463FD239DA0A}"/>
              </a:ext>
            </a:extLst>
          </p:cNvPr>
          <p:cNvSpPr>
            <a:spLocks noGrp="1"/>
          </p:cNvSpPr>
          <p:nvPr/>
        </p:nvSpPr>
        <p:spPr>
          <a:xfrm>
            <a:off x="5553404" y="2453674"/>
            <a:ext cx="65881" cy="40481"/>
          </a:xfrm>
          <a:prstGeom prst="rect">
            <a:avLst/>
          </a:prstGeom>
          <a:solidFill>
            <a:srgbClr val="4B17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93" name="vpm-real-target-spectrogram-r16-c0">
            <a:extLst>
              <a:ext uri="{FF2B5EF4-FFF2-40B4-BE49-F238E27FC236}">
                <a16:creationId xmlns:a16="http://schemas.microsoft.com/office/drawing/2014/main" id="{80A96DC4-EADF-4EF6-AA95-C95F5A7A215C}"/>
              </a:ext>
            </a:extLst>
          </p:cNvPr>
          <p:cNvSpPr>
            <a:spLocks noGrp="1"/>
          </p:cNvSpPr>
          <p:nvPr/>
        </p:nvSpPr>
        <p:spPr>
          <a:xfrm>
            <a:off x="4473904" y="2491774"/>
            <a:ext cx="65881" cy="40481"/>
          </a:xfrm>
          <a:prstGeom prst="rect">
            <a:avLst/>
          </a:prstGeom>
          <a:solidFill>
            <a:srgbClr val="922A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94" name="vpm-real-target-spectrogram-r16-c1">
            <a:extLst>
              <a:ext uri="{FF2B5EF4-FFF2-40B4-BE49-F238E27FC236}">
                <a16:creationId xmlns:a16="http://schemas.microsoft.com/office/drawing/2014/main" id="{7219F6AE-ACA9-405B-9CE0-A76EF8BB2097}"/>
              </a:ext>
            </a:extLst>
          </p:cNvPr>
          <p:cNvSpPr>
            <a:spLocks noGrp="1"/>
          </p:cNvSpPr>
          <p:nvPr/>
        </p:nvSpPr>
        <p:spPr>
          <a:xfrm>
            <a:off x="4537404" y="2491774"/>
            <a:ext cx="65881" cy="40481"/>
          </a:xfrm>
          <a:prstGeom prst="rect">
            <a:avLst/>
          </a:prstGeom>
          <a:solidFill>
            <a:srgbClr val="FDC0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95" name="vpm-real-target-spectrogram-r16-c2">
            <a:extLst>
              <a:ext uri="{FF2B5EF4-FFF2-40B4-BE49-F238E27FC236}">
                <a16:creationId xmlns:a16="http://schemas.microsoft.com/office/drawing/2014/main" id="{D02E37F4-5B4B-403D-9C5D-21BA3B3FB136}"/>
              </a:ext>
            </a:extLst>
          </p:cNvPr>
          <p:cNvSpPr>
            <a:spLocks noGrp="1"/>
          </p:cNvSpPr>
          <p:nvPr/>
        </p:nvSpPr>
        <p:spPr>
          <a:xfrm>
            <a:off x="4600904" y="2491774"/>
            <a:ext cx="65881" cy="40481"/>
          </a:xfrm>
          <a:prstGeom prst="rect">
            <a:avLst/>
          </a:prstGeom>
          <a:solidFill>
            <a:srgbClr val="FDCF8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96" name="vpm-real-target-spectrogram-r16-c3">
            <a:extLst>
              <a:ext uri="{FF2B5EF4-FFF2-40B4-BE49-F238E27FC236}">
                <a16:creationId xmlns:a16="http://schemas.microsoft.com/office/drawing/2014/main" id="{97915DA8-B46D-4EB0-B51E-FFC901E3B3F9}"/>
              </a:ext>
            </a:extLst>
          </p:cNvPr>
          <p:cNvSpPr>
            <a:spLocks noGrp="1"/>
          </p:cNvSpPr>
          <p:nvPr/>
        </p:nvSpPr>
        <p:spPr>
          <a:xfrm>
            <a:off x="4664404" y="2491774"/>
            <a:ext cx="65881" cy="40481"/>
          </a:xfrm>
          <a:prstGeom prst="rect">
            <a:avLst/>
          </a:prstGeom>
          <a:solidFill>
            <a:srgbClr val="FBB1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97" name="vpm-real-target-spectrogram-r16-c4">
            <a:extLst>
              <a:ext uri="{FF2B5EF4-FFF2-40B4-BE49-F238E27FC236}">
                <a16:creationId xmlns:a16="http://schemas.microsoft.com/office/drawing/2014/main" id="{EAF50742-845E-4172-A9F4-61645702F1D6}"/>
              </a:ext>
            </a:extLst>
          </p:cNvPr>
          <p:cNvSpPr>
            <a:spLocks noGrp="1"/>
          </p:cNvSpPr>
          <p:nvPr/>
        </p:nvSpPr>
        <p:spPr>
          <a:xfrm>
            <a:off x="4727904" y="2491774"/>
            <a:ext cx="65881" cy="40481"/>
          </a:xfrm>
          <a:prstGeom prst="rect">
            <a:avLst/>
          </a:prstGeom>
          <a:solidFill>
            <a:srgbClr val="A832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98" name="vpm-real-target-spectrogram-r16-c5">
            <a:extLst>
              <a:ext uri="{FF2B5EF4-FFF2-40B4-BE49-F238E27FC236}">
                <a16:creationId xmlns:a16="http://schemas.microsoft.com/office/drawing/2014/main" id="{331F218F-6C62-46C3-8BCE-0C18E9F89033}"/>
              </a:ext>
            </a:extLst>
          </p:cNvPr>
          <p:cNvSpPr>
            <a:spLocks noGrp="1"/>
          </p:cNvSpPr>
          <p:nvPr/>
        </p:nvSpPr>
        <p:spPr>
          <a:xfrm>
            <a:off x="4791404" y="2491774"/>
            <a:ext cx="65881" cy="40481"/>
          </a:xfrm>
          <a:prstGeom prst="rect">
            <a:avLst/>
          </a:prstGeom>
          <a:solidFill>
            <a:srgbClr val="FCF6B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99" name="vpm-real-target-spectrogram-r16-c6">
            <a:extLst>
              <a:ext uri="{FF2B5EF4-FFF2-40B4-BE49-F238E27FC236}">
                <a16:creationId xmlns:a16="http://schemas.microsoft.com/office/drawing/2014/main" id="{6385C5D0-CD48-4E31-B4DF-21CE6A2B5C80}"/>
              </a:ext>
            </a:extLst>
          </p:cNvPr>
          <p:cNvSpPr>
            <a:spLocks noGrp="1"/>
          </p:cNvSpPr>
          <p:nvPr/>
        </p:nvSpPr>
        <p:spPr>
          <a:xfrm>
            <a:off x="4854904" y="2491774"/>
            <a:ext cx="65881" cy="40481"/>
          </a:xfrm>
          <a:prstGeom prst="rect">
            <a:avLst/>
          </a:prstGeom>
          <a:solidFill>
            <a:srgbClr val="C5447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00" name="vpm-real-target-spectrogram-r16-c7">
            <a:extLst>
              <a:ext uri="{FF2B5EF4-FFF2-40B4-BE49-F238E27FC236}">
                <a16:creationId xmlns:a16="http://schemas.microsoft.com/office/drawing/2014/main" id="{37D1BD4E-0192-4C10-A58D-DA9EE1848D93}"/>
              </a:ext>
            </a:extLst>
          </p:cNvPr>
          <p:cNvSpPr>
            <a:spLocks noGrp="1"/>
          </p:cNvSpPr>
          <p:nvPr/>
        </p:nvSpPr>
        <p:spPr>
          <a:xfrm>
            <a:off x="4918404" y="2491774"/>
            <a:ext cx="65881" cy="40481"/>
          </a:xfrm>
          <a:prstGeom prst="rect">
            <a:avLst/>
          </a:prstGeom>
          <a:solidFill>
            <a:srgbClr val="CE4D6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01" name="vpm-real-target-spectrogram-r16-c8">
            <a:extLst>
              <a:ext uri="{FF2B5EF4-FFF2-40B4-BE49-F238E27FC236}">
                <a16:creationId xmlns:a16="http://schemas.microsoft.com/office/drawing/2014/main" id="{8A6E59F2-64AC-4DDF-8D7D-1B4EF29915F5}"/>
              </a:ext>
            </a:extLst>
          </p:cNvPr>
          <p:cNvSpPr>
            <a:spLocks noGrp="1"/>
          </p:cNvSpPr>
          <p:nvPr/>
        </p:nvSpPr>
        <p:spPr>
          <a:xfrm>
            <a:off x="4981904" y="2491774"/>
            <a:ext cx="65881" cy="40481"/>
          </a:xfrm>
          <a:prstGeom prst="rect">
            <a:avLst/>
          </a:prstGeom>
          <a:solidFill>
            <a:srgbClr val="FCFDB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02" name="vpm-real-target-spectrogram-r16-c9">
            <a:extLst>
              <a:ext uri="{FF2B5EF4-FFF2-40B4-BE49-F238E27FC236}">
                <a16:creationId xmlns:a16="http://schemas.microsoft.com/office/drawing/2014/main" id="{52AF37D7-7EF9-41D4-9AAC-712E58251E60}"/>
              </a:ext>
            </a:extLst>
          </p:cNvPr>
          <p:cNvSpPr>
            <a:spLocks noGrp="1"/>
          </p:cNvSpPr>
          <p:nvPr/>
        </p:nvSpPr>
        <p:spPr>
          <a:xfrm>
            <a:off x="5045404" y="2491774"/>
            <a:ext cx="65881" cy="40481"/>
          </a:xfrm>
          <a:prstGeom prst="rect">
            <a:avLst/>
          </a:prstGeom>
          <a:solidFill>
            <a:srgbClr val="FCFDB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03" name="vpm-real-target-spectrogram-r16-c10">
            <a:extLst>
              <a:ext uri="{FF2B5EF4-FFF2-40B4-BE49-F238E27FC236}">
                <a16:creationId xmlns:a16="http://schemas.microsoft.com/office/drawing/2014/main" id="{E09EADB5-206E-41E9-BFD1-1C2D8A84AF16}"/>
              </a:ext>
            </a:extLst>
          </p:cNvPr>
          <p:cNvSpPr>
            <a:spLocks noGrp="1"/>
          </p:cNvSpPr>
          <p:nvPr/>
        </p:nvSpPr>
        <p:spPr>
          <a:xfrm>
            <a:off x="5108904" y="2491774"/>
            <a:ext cx="65881" cy="40481"/>
          </a:xfrm>
          <a:prstGeom prst="rect">
            <a:avLst/>
          </a:prstGeom>
          <a:solidFill>
            <a:srgbClr val="FCDD9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04" name="vpm-real-target-spectrogram-r16-c11">
            <a:extLst>
              <a:ext uri="{FF2B5EF4-FFF2-40B4-BE49-F238E27FC236}">
                <a16:creationId xmlns:a16="http://schemas.microsoft.com/office/drawing/2014/main" id="{8953777F-0405-4FC6-8185-B2ED1DC44ED7}"/>
              </a:ext>
            </a:extLst>
          </p:cNvPr>
          <p:cNvSpPr>
            <a:spLocks noGrp="1"/>
          </p:cNvSpPr>
          <p:nvPr/>
        </p:nvSpPr>
        <p:spPr>
          <a:xfrm>
            <a:off x="5172404" y="2491774"/>
            <a:ext cx="65881" cy="40481"/>
          </a:xfrm>
          <a:prstGeom prst="rect">
            <a:avLst/>
          </a:prstGeom>
          <a:solidFill>
            <a:srgbClr val="FDBB6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05" name="vpm-real-target-spectrogram-r16-c12">
            <a:extLst>
              <a:ext uri="{FF2B5EF4-FFF2-40B4-BE49-F238E27FC236}">
                <a16:creationId xmlns:a16="http://schemas.microsoft.com/office/drawing/2014/main" id="{48262ED3-5251-42BD-B2E7-75693406E0AB}"/>
              </a:ext>
            </a:extLst>
          </p:cNvPr>
          <p:cNvSpPr>
            <a:spLocks noGrp="1"/>
          </p:cNvSpPr>
          <p:nvPr/>
        </p:nvSpPr>
        <p:spPr>
          <a:xfrm>
            <a:off x="5235904" y="2491774"/>
            <a:ext cx="65881" cy="40481"/>
          </a:xfrm>
          <a:prstGeom prst="rect">
            <a:avLst/>
          </a:prstGeom>
          <a:solidFill>
            <a:srgbClr val="982C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06" name="vpm-real-target-spectrogram-r16-c13">
            <a:extLst>
              <a:ext uri="{FF2B5EF4-FFF2-40B4-BE49-F238E27FC236}">
                <a16:creationId xmlns:a16="http://schemas.microsoft.com/office/drawing/2014/main" id="{A23F279B-8254-47F7-9E92-37DD1F81D489}"/>
              </a:ext>
            </a:extLst>
          </p:cNvPr>
          <p:cNvSpPr>
            <a:spLocks noGrp="1"/>
          </p:cNvSpPr>
          <p:nvPr/>
        </p:nvSpPr>
        <p:spPr>
          <a:xfrm>
            <a:off x="5299404" y="2491774"/>
            <a:ext cx="65881" cy="40481"/>
          </a:xfrm>
          <a:prstGeom prst="rect">
            <a:avLst/>
          </a:prstGeom>
          <a:solidFill>
            <a:srgbClr val="5E1B7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07" name="vpm-real-target-spectrogram-r16-c14">
            <a:extLst>
              <a:ext uri="{FF2B5EF4-FFF2-40B4-BE49-F238E27FC236}">
                <a16:creationId xmlns:a16="http://schemas.microsoft.com/office/drawing/2014/main" id="{5B6C6457-D8B9-4AC1-B674-1426515634A7}"/>
              </a:ext>
            </a:extLst>
          </p:cNvPr>
          <p:cNvSpPr>
            <a:spLocks noGrp="1"/>
          </p:cNvSpPr>
          <p:nvPr/>
        </p:nvSpPr>
        <p:spPr>
          <a:xfrm>
            <a:off x="5362904" y="2491774"/>
            <a:ext cx="65881" cy="40481"/>
          </a:xfrm>
          <a:prstGeom prst="rect">
            <a:avLst/>
          </a:prstGeom>
          <a:solidFill>
            <a:srgbClr val="B536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08" name="vpm-real-target-spectrogram-r16-c15">
            <a:extLst>
              <a:ext uri="{FF2B5EF4-FFF2-40B4-BE49-F238E27FC236}">
                <a16:creationId xmlns:a16="http://schemas.microsoft.com/office/drawing/2014/main" id="{34F5B2B7-96FC-4919-9E76-5674E724C1CE}"/>
              </a:ext>
            </a:extLst>
          </p:cNvPr>
          <p:cNvSpPr>
            <a:spLocks noGrp="1"/>
          </p:cNvSpPr>
          <p:nvPr/>
        </p:nvSpPr>
        <p:spPr>
          <a:xfrm>
            <a:off x="5426404" y="2491774"/>
            <a:ext cx="65881" cy="40481"/>
          </a:xfrm>
          <a:prstGeom prst="rect">
            <a:avLst/>
          </a:prstGeom>
          <a:solidFill>
            <a:srgbClr val="6C1E7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09" name="vpm-real-target-spectrogram-r16-c16">
            <a:extLst>
              <a:ext uri="{FF2B5EF4-FFF2-40B4-BE49-F238E27FC236}">
                <a16:creationId xmlns:a16="http://schemas.microsoft.com/office/drawing/2014/main" id="{84AD654A-78AC-492E-AE3D-8FC11E852120}"/>
              </a:ext>
            </a:extLst>
          </p:cNvPr>
          <p:cNvSpPr>
            <a:spLocks noGrp="1"/>
          </p:cNvSpPr>
          <p:nvPr/>
        </p:nvSpPr>
        <p:spPr>
          <a:xfrm>
            <a:off x="5489904" y="2491774"/>
            <a:ext cx="65881" cy="40481"/>
          </a:xfrm>
          <a:prstGeom prst="rect">
            <a:avLst/>
          </a:prstGeom>
          <a:solidFill>
            <a:srgbClr val="74208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10" name="vpm-real-target-spectrogram-r16-c17">
            <a:extLst>
              <a:ext uri="{FF2B5EF4-FFF2-40B4-BE49-F238E27FC236}">
                <a16:creationId xmlns:a16="http://schemas.microsoft.com/office/drawing/2014/main" id="{B507F194-56BD-4792-A73F-952A6BBD9926}"/>
              </a:ext>
            </a:extLst>
          </p:cNvPr>
          <p:cNvSpPr>
            <a:spLocks noGrp="1"/>
          </p:cNvSpPr>
          <p:nvPr/>
        </p:nvSpPr>
        <p:spPr>
          <a:xfrm>
            <a:off x="5553404" y="2491774"/>
            <a:ext cx="65881" cy="40481"/>
          </a:xfrm>
          <a:prstGeom prst="rect">
            <a:avLst/>
          </a:prstGeom>
          <a:solidFill>
            <a:srgbClr val="39146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11" name="vpm-real-target-spectrogram-r17-c0">
            <a:extLst>
              <a:ext uri="{FF2B5EF4-FFF2-40B4-BE49-F238E27FC236}">
                <a16:creationId xmlns:a16="http://schemas.microsoft.com/office/drawing/2014/main" id="{6D3B7B1F-EA11-4225-91FF-B0496A93EB51}"/>
              </a:ext>
            </a:extLst>
          </p:cNvPr>
          <p:cNvSpPr>
            <a:spLocks noGrp="1"/>
          </p:cNvSpPr>
          <p:nvPr/>
        </p:nvSpPr>
        <p:spPr>
          <a:xfrm>
            <a:off x="4473904" y="2529874"/>
            <a:ext cx="65881" cy="40481"/>
          </a:xfrm>
          <a:prstGeom prst="rect">
            <a:avLst/>
          </a:prstGeom>
          <a:solidFill>
            <a:srgbClr val="982C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12" name="vpm-real-target-spectrogram-r17-c1">
            <a:extLst>
              <a:ext uri="{FF2B5EF4-FFF2-40B4-BE49-F238E27FC236}">
                <a16:creationId xmlns:a16="http://schemas.microsoft.com/office/drawing/2014/main" id="{014C2C1E-4F6E-451B-A312-20798FDBD0FF}"/>
              </a:ext>
            </a:extLst>
          </p:cNvPr>
          <p:cNvSpPr>
            <a:spLocks noGrp="1"/>
          </p:cNvSpPr>
          <p:nvPr/>
        </p:nvSpPr>
        <p:spPr>
          <a:xfrm>
            <a:off x="4537404" y="2529874"/>
            <a:ext cx="65881" cy="40481"/>
          </a:xfrm>
          <a:prstGeom prst="rect">
            <a:avLst/>
          </a:prstGeom>
          <a:solidFill>
            <a:srgbClr val="FDBD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13" name="vpm-real-target-spectrogram-r17-c2">
            <a:extLst>
              <a:ext uri="{FF2B5EF4-FFF2-40B4-BE49-F238E27FC236}">
                <a16:creationId xmlns:a16="http://schemas.microsoft.com/office/drawing/2014/main" id="{A29E509F-1053-42A1-9E5F-F49D979B4368}"/>
              </a:ext>
            </a:extLst>
          </p:cNvPr>
          <p:cNvSpPr>
            <a:spLocks noGrp="1"/>
          </p:cNvSpPr>
          <p:nvPr/>
        </p:nvSpPr>
        <p:spPr>
          <a:xfrm>
            <a:off x="4600904" y="2529874"/>
            <a:ext cx="65881" cy="40481"/>
          </a:xfrm>
          <a:prstGeom prst="rect">
            <a:avLst/>
          </a:prstGeom>
          <a:solidFill>
            <a:srgbClr val="0F072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14" name="vpm-real-target-spectrogram-r17-c3">
            <a:extLst>
              <a:ext uri="{FF2B5EF4-FFF2-40B4-BE49-F238E27FC236}">
                <a16:creationId xmlns:a16="http://schemas.microsoft.com/office/drawing/2014/main" id="{2159EA03-9A54-439B-AFF0-9ED7CBAE9B55}"/>
              </a:ext>
            </a:extLst>
          </p:cNvPr>
          <p:cNvSpPr>
            <a:spLocks noGrp="1"/>
          </p:cNvSpPr>
          <p:nvPr/>
        </p:nvSpPr>
        <p:spPr>
          <a:xfrm>
            <a:off x="4664404" y="2529874"/>
            <a:ext cx="65881" cy="40481"/>
          </a:xfrm>
          <a:prstGeom prst="rect">
            <a:avLst/>
          </a:prstGeom>
          <a:solidFill>
            <a:srgbClr val="5519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15" name="vpm-real-target-spectrogram-r17-c4">
            <a:extLst>
              <a:ext uri="{FF2B5EF4-FFF2-40B4-BE49-F238E27FC236}">
                <a16:creationId xmlns:a16="http://schemas.microsoft.com/office/drawing/2014/main" id="{431CD914-2DB8-4DAC-B752-E33BAFCE447C}"/>
              </a:ext>
            </a:extLst>
          </p:cNvPr>
          <p:cNvSpPr>
            <a:spLocks noGrp="1"/>
          </p:cNvSpPr>
          <p:nvPr/>
        </p:nvSpPr>
        <p:spPr>
          <a:xfrm>
            <a:off x="4727904" y="2529874"/>
            <a:ext cx="65881" cy="40481"/>
          </a:xfrm>
          <a:prstGeom prst="rect">
            <a:avLst/>
          </a:prstGeom>
          <a:solidFill>
            <a:srgbClr val="7C23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16" name="vpm-real-target-spectrogram-r17-c5">
            <a:extLst>
              <a:ext uri="{FF2B5EF4-FFF2-40B4-BE49-F238E27FC236}">
                <a16:creationId xmlns:a16="http://schemas.microsoft.com/office/drawing/2014/main" id="{9F3F1641-0645-42D0-8A4C-052A610BFD07}"/>
              </a:ext>
            </a:extLst>
          </p:cNvPr>
          <p:cNvSpPr>
            <a:spLocks noGrp="1"/>
          </p:cNvSpPr>
          <p:nvPr/>
        </p:nvSpPr>
        <p:spPr>
          <a:xfrm>
            <a:off x="4791404" y="2529874"/>
            <a:ext cx="65881" cy="40481"/>
          </a:xfrm>
          <a:prstGeom prst="rect">
            <a:avLst/>
          </a:prstGeom>
          <a:solidFill>
            <a:srgbClr val="C443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17" name="vpm-real-target-spectrogram-r17-c6">
            <a:extLst>
              <a:ext uri="{FF2B5EF4-FFF2-40B4-BE49-F238E27FC236}">
                <a16:creationId xmlns:a16="http://schemas.microsoft.com/office/drawing/2014/main" id="{0408DF68-0EA9-48F4-8C27-2D315E496F94}"/>
              </a:ext>
            </a:extLst>
          </p:cNvPr>
          <p:cNvSpPr>
            <a:spLocks noGrp="1"/>
          </p:cNvSpPr>
          <p:nvPr/>
        </p:nvSpPr>
        <p:spPr>
          <a:xfrm>
            <a:off x="4854904" y="2529874"/>
            <a:ext cx="65881" cy="40481"/>
          </a:xfrm>
          <a:prstGeom prst="rect">
            <a:avLst/>
          </a:prstGeom>
          <a:solidFill>
            <a:srgbClr val="FCF0A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18" name="vpm-real-target-spectrogram-r17-c7">
            <a:extLst>
              <a:ext uri="{FF2B5EF4-FFF2-40B4-BE49-F238E27FC236}">
                <a16:creationId xmlns:a16="http://schemas.microsoft.com/office/drawing/2014/main" id="{11BAF941-B6C7-4235-8755-500DD58EB020}"/>
              </a:ext>
            </a:extLst>
          </p:cNvPr>
          <p:cNvSpPr>
            <a:spLocks noGrp="1"/>
          </p:cNvSpPr>
          <p:nvPr/>
        </p:nvSpPr>
        <p:spPr>
          <a:xfrm>
            <a:off x="4918404" y="2529874"/>
            <a:ext cx="65881" cy="40481"/>
          </a:xfrm>
          <a:prstGeom prst="rect">
            <a:avLst/>
          </a:prstGeom>
          <a:solidFill>
            <a:srgbClr val="9D2E7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19" name="vpm-real-target-spectrogram-r17-c8">
            <a:extLst>
              <a:ext uri="{FF2B5EF4-FFF2-40B4-BE49-F238E27FC236}">
                <a16:creationId xmlns:a16="http://schemas.microsoft.com/office/drawing/2014/main" id="{6401673B-589F-4756-B442-6F531426C1FF}"/>
              </a:ext>
            </a:extLst>
          </p:cNvPr>
          <p:cNvSpPr>
            <a:spLocks noGrp="1"/>
          </p:cNvSpPr>
          <p:nvPr/>
        </p:nvSpPr>
        <p:spPr>
          <a:xfrm>
            <a:off x="4981904" y="2529874"/>
            <a:ext cx="65881" cy="40481"/>
          </a:xfrm>
          <a:prstGeom prst="rect">
            <a:avLst/>
          </a:prstGeom>
          <a:solidFill>
            <a:srgbClr val="CE4C6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20" name="vpm-real-target-spectrogram-r17-c9">
            <a:extLst>
              <a:ext uri="{FF2B5EF4-FFF2-40B4-BE49-F238E27FC236}">
                <a16:creationId xmlns:a16="http://schemas.microsoft.com/office/drawing/2014/main" id="{ABE35E5E-E5B9-4992-B7EA-64EC8203BD5B}"/>
              </a:ext>
            </a:extLst>
          </p:cNvPr>
          <p:cNvSpPr>
            <a:spLocks noGrp="1"/>
          </p:cNvSpPr>
          <p:nvPr/>
        </p:nvSpPr>
        <p:spPr>
          <a:xfrm>
            <a:off x="5045404" y="2529874"/>
            <a:ext cx="65881" cy="40481"/>
          </a:xfrm>
          <a:prstGeom prst="rect">
            <a:avLst/>
          </a:prstGeom>
          <a:solidFill>
            <a:srgbClr val="9B2D7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21" name="vpm-real-target-spectrogram-r17-c10">
            <a:extLst>
              <a:ext uri="{FF2B5EF4-FFF2-40B4-BE49-F238E27FC236}">
                <a16:creationId xmlns:a16="http://schemas.microsoft.com/office/drawing/2014/main" id="{8DE94AAA-61B6-4BDC-8D22-7469719A4FDD}"/>
              </a:ext>
            </a:extLst>
          </p:cNvPr>
          <p:cNvSpPr>
            <a:spLocks noGrp="1"/>
          </p:cNvSpPr>
          <p:nvPr/>
        </p:nvSpPr>
        <p:spPr>
          <a:xfrm>
            <a:off x="5108904" y="2529874"/>
            <a:ext cx="65881" cy="40481"/>
          </a:xfrm>
          <a:prstGeom prst="rect">
            <a:avLst/>
          </a:prstGeom>
          <a:solidFill>
            <a:srgbClr val="E35F6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22" name="vpm-real-target-spectrogram-r17-c11">
            <a:extLst>
              <a:ext uri="{FF2B5EF4-FFF2-40B4-BE49-F238E27FC236}">
                <a16:creationId xmlns:a16="http://schemas.microsoft.com/office/drawing/2014/main" id="{B805B36B-72E8-4215-B87C-894CE4FEAFAE}"/>
              </a:ext>
            </a:extLst>
          </p:cNvPr>
          <p:cNvSpPr>
            <a:spLocks noGrp="1"/>
          </p:cNvSpPr>
          <p:nvPr/>
        </p:nvSpPr>
        <p:spPr>
          <a:xfrm>
            <a:off x="5172404" y="2529874"/>
            <a:ext cx="65881" cy="40481"/>
          </a:xfrm>
          <a:prstGeom prst="rect">
            <a:avLst/>
          </a:prstGeom>
          <a:solidFill>
            <a:srgbClr val="F3886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23" name="vpm-real-target-spectrogram-r17-c12">
            <a:extLst>
              <a:ext uri="{FF2B5EF4-FFF2-40B4-BE49-F238E27FC236}">
                <a16:creationId xmlns:a16="http://schemas.microsoft.com/office/drawing/2014/main" id="{2A17D9DC-3D28-4D43-9761-93C9952536F1}"/>
              </a:ext>
            </a:extLst>
          </p:cNvPr>
          <p:cNvSpPr>
            <a:spLocks noGrp="1"/>
          </p:cNvSpPr>
          <p:nvPr/>
        </p:nvSpPr>
        <p:spPr>
          <a:xfrm>
            <a:off x="5235904" y="2529874"/>
            <a:ext cx="65881" cy="40481"/>
          </a:xfrm>
          <a:prstGeom prst="rect">
            <a:avLst/>
          </a:prstGeom>
          <a:solidFill>
            <a:srgbClr val="DA57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24" name="vpm-real-target-spectrogram-r17-c13">
            <a:extLst>
              <a:ext uri="{FF2B5EF4-FFF2-40B4-BE49-F238E27FC236}">
                <a16:creationId xmlns:a16="http://schemas.microsoft.com/office/drawing/2014/main" id="{07BCFF55-70E9-48E5-B54F-87A09B51B9D1}"/>
              </a:ext>
            </a:extLst>
          </p:cNvPr>
          <p:cNvSpPr>
            <a:spLocks noGrp="1"/>
          </p:cNvSpPr>
          <p:nvPr/>
        </p:nvSpPr>
        <p:spPr>
          <a:xfrm>
            <a:off x="5299404" y="2529874"/>
            <a:ext cx="65881" cy="40481"/>
          </a:xfrm>
          <a:prstGeom prst="rect">
            <a:avLst/>
          </a:prstGeom>
          <a:solidFill>
            <a:srgbClr val="46166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25" name="vpm-real-target-spectrogram-r17-c14">
            <a:extLst>
              <a:ext uri="{FF2B5EF4-FFF2-40B4-BE49-F238E27FC236}">
                <a16:creationId xmlns:a16="http://schemas.microsoft.com/office/drawing/2014/main" id="{028BA80A-0572-49AE-8833-BB16DC55DE58}"/>
              </a:ext>
            </a:extLst>
          </p:cNvPr>
          <p:cNvSpPr>
            <a:spLocks noGrp="1"/>
          </p:cNvSpPr>
          <p:nvPr/>
        </p:nvSpPr>
        <p:spPr>
          <a:xfrm>
            <a:off x="5362904" y="2529874"/>
            <a:ext cx="65881" cy="40481"/>
          </a:xfrm>
          <a:prstGeom prst="rect">
            <a:avLst/>
          </a:prstGeom>
          <a:solidFill>
            <a:srgbClr val="4516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26" name="vpm-real-target-spectrogram-r17-c15">
            <a:extLst>
              <a:ext uri="{FF2B5EF4-FFF2-40B4-BE49-F238E27FC236}">
                <a16:creationId xmlns:a16="http://schemas.microsoft.com/office/drawing/2014/main" id="{7BA4B6B3-68EF-42CB-B373-E9E10947ED3F}"/>
              </a:ext>
            </a:extLst>
          </p:cNvPr>
          <p:cNvSpPr>
            <a:spLocks noGrp="1"/>
          </p:cNvSpPr>
          <p:nvPr/>
        </p:nvSpPr>
        <p:spPr>
          <a:xfrm>
            <a:off x="5426404" y="2529874"/>
            <a:ext cx="65881" cy="40481"/>
          </a:xfrm>
          <a:prstGeom prst="rect">
            <a:avLst/>
          </a:prstGeom>
          <a:solidFill>
            <a:srgbClr val="F2816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27" name="vpm-real-target-spectrogram-r17-c16">
            <a:extLst>
              <a:ext uri="{FF2B5EF4-FFF2-40B4-BE49-F238E27FC236}">
                <a16:creationId xmlns:a16="http://schemas.microsoft.com/office/drawing/2014/main" id="{B8FAD320-E882-4A2D-B8B5-205BF1ADAD01}"/>
              </a:ext>
            </a:extLst>
          </p:cNvPr>
          <p:cNvSpPr>
            <a:spLocks noGrp="1"/>
          </p:cNvSpPr>
          <p:nvPr/>
        </p:nvSpPr>
        <p:spPr>
          <a:xfrm>
            <a:off x="5489904" y="2529874"/>
            <a:ext cx="65881" cy="40481"/>
          </a:xfrm>
          <a:prstGeom prst="rect">
            <a:avLst/>
          </a:prstGeom>
          <a:solidFill>
            <a:srgbClr val="621C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28" name="vpm-real-target-spectrogram-r17-c17">
            <a:extLst>
              <a:ext uri="{FF2B5EF4-FFF2-40B4-BE49-F238E27FC236}">
                <a16:creationId xmlns:a16="http://schemas.microsoft.com/office/drawing/2014/main" id="{247E64A2-B7B7-433C-AA69-8E2ED8C1A202}"/>
              </a:ext>
            </a:extLst>
          </p:cNvPr>
          <p:cNvSpPr>
            <a:spLocks noGrp="1"/>
          </p:cNvSpPr>
          <p:nvPr/>
        </p:nvSpPr>
        <p:spPr>
          <a:xfrm>
            <a:off x="5553404" y="2529874"/>
            <a:ext cx="65881" cy="40481"/>
          </a:xfrm>
          <a:prstGeom prst="rect">
            <a:avLst/>
          </a:prstGeom>
          <a:solidFill>
            <a:srgbClr val="2C115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29" name="vpm-real-target-spectrogram-border">
            <a:extLst>
              <a:ext uri="{FF2B5EF4-FFF2-40B4-BE49-F238E27FC236}">
                <a16:creationId xmlns:a16="http://schemas.microsoft.com/office/drawing/2014/main" id="{1E6DD1F7-5ADE-4D63-97D6-AF3EF6C9ABC7}"/>
              </a:ext>
            </a:extLst>
          </p:cNvPr>
          <p:cNvSpPr>
            <a:spLocks noGrp="1"/>
          </p:cNvSpPr>
          <p:nvPr/>
        </p:nvSpPr>
        <p:spPr>
          <a:xfrm>
            <a:off x="4473904" y="1882174"/>
            <a:ext cx="11430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11430">
            <a:solidFill>
              <a:srgbClr val="102A3A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730" name="Straight Connector 729">
            <a:extLst>
              <a:ext uri="{FF2B5EF4-FFF2-40B4-BE49-F238E27FC236}">
                <a16:creationId xmlns:a16="http://schemas.microsoft.com/office/drawing/2014/main" id="{5659F656-FAEE-4C67-8526-50EC1D8621E0}"/>
              </a:ext>
            </a:extLst>
          </p:cNvPr>
          <p:cNvSpPr>
            <a:spLocks noGrp="1"/>
          </p:cNvSpPr>
          <p:nvPr/>
        </p:nvSpPr>
        <p:spPr>
          <a:xfrm>
            <a:off x="5045404" y="2587024"/>
            <a:ext cx="0" cy="190500"/>
          </a:xfrm>
          <a:prstGeom prst="line">
            <a:avLst/>
          </a:prstGeom>
          <a:solidFill>
            <a:srgbClr val="000000">
              <a:alpha val="0"/>
            </a:srgbClr>
          </a:solidFill>
          <a:ln w="12383">
            <a:solidFill>
              <a:srgbClr val="1519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31" name="Isosceles Triangle 730">
            <a:extLst>
              <a:ext uri="{FF2B5EF4-FFF2-40B4-BE49-F238E27FC236}">
                <a16:creationId xmlns:a16="http://schemas.microsoft.com/office/drawing/2014/main" id="{0A31FB67-5BDF-4ED9-A682-A40F0DD8726E}"/>
              </a:ext>
            </a:extLst>
          </p:cNvPr>
          <p:cNvSpPr>
            <a:spLocks noGrp="1"/>
          </p:cNvSpPr>
          <p:nvPr/>
        </p:nvSpPr>
        <p:spPr>
          <a:xfrm rot="10800000">
            <a:off x="5007304" y="2739424"/>
            <a:ext cx="76200" cy="76200"/>
          </a:xfrm>
          <a:prstGeom prst="triangle">
            <a:avLst/>
          </a:prstGeom>
          <a:solidFill>
            <a:srgbClr val="15191C"/>
          </a:solidFill>
          <a:ln w="0">
            <a:solidFill>
              <a:srgbClr val="1519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32" name="down-xattn-1">
            <a:extLst>
              <a:ext uri="{FF2B5EF4-FFF2-40B4-BE49-F238E27FC236}">
                <a16:creationId xmlns:a16="http://schemas.microsoft.com/office/drawing/2014/main" id="{A9930019-D175-48C2-8DA5-821A7A9E1CDF}"/>
              </a:ext>
            </a:extLst>
          </p:cNvPr>
          <p:cNvSpPr>
            <a:spLocks noGrp="1"/>
          </p:cNvSpPr>
          <p:nvPr/>
        </p:nvSpPr>
        <p:spPr>
          <a:xfrm>
            <a:off x="4188154" y="2806099"/>
            <a:ext cx="1790700" cy="742950"/>
          </a:xfrm>
          <a:prstGeom prst="roundRect">
            <a:avLst>
              <a:gd name="adj" fmla="val 10256"/>
            </a:avLst>
          </a:prstGeom>
          <a:solidFill>
            <a:srgbClr val="DDF1F7"/>
          </a:solidFill>
          <a:ln w="15240">
            <a:solidFill>
              <a:srgbClr val="0752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33" name="down-xattn-1-label">
            <a:extLst>
              <a:ext uri="{FF2B5EF4-FFF2-40B4-BE49-F238E27FC236}">
                <a16:creationId xmlns:a16="http://schemas.microsoft.com/office/drawing/2014/main" id="{4958DF02-A312-407D-888A-AB854EC6DBE4}"/>
              </a:ext>
            </a:extLst>
          </p:cNvPr>
          <p:cNvSpPr>
            <a:spLocks noGrp="1"/>
          </p:cNvSpPr>
          <p:nvPr/>
        </p:nvSpPr>
        <p:spPr>
          <a:xfrm>
            <a:off x="4264354" y="2844199"/>
            <a:ext cx="16383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350" b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A3A"/>
                </a:solidFill>
                <a:latin typeface="Aptos"/>
                <a:ea typeface="Aptos"/>
                <a:cs typeface="Aptos"/>
              </a:rPr>
              <a:t>XAttnFiLMConvBlock</a:t>
            </a:r>
          </a:p>
          <a:p>
            <a:pPr algn="ctr">
              <a:defRPr sz="1350" b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A3A"/>
                </a:solidFill>
                <a:latin typeface="Aptos"/>
                <a:ea typeface="Aptos"/>
                <a:cs typeface="Aptos"/>
              </a:rPr>
              <a:t>base_ch x 1</a:t>
            </a:r>
          </a:p>
        </p:txBody>
      </p:sp>
      <p:sp>
        <p:nvSpPr>
          <p:cNvPr id="734" name="downsample-1">
            <a:extLst>
              <a:ext uri="{FF2B5EF4-FFF2-40B4-BE49-F238E27FC236}">
                <a16:creationId xmlns:a16="http://schemas.microsoft.com/office/drawing/2014/main" id="{B6A00419-9B12-44A9-85AC-125DB49C81C9}"/>
              </a:ext>
            </a:extLst>
          </p:cNvPr>
          <p:cNvSpPr>
            <a:spLocks noGrp="1"/>
          </p:cNvSpPr>
          <p:nvPr/>
        </p:nvSpPr>
        <p:spPr>
          <a:xfrm>
            <a:off x="4445329" y="3691924"/>
            <a:ext cx="1285875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1430">
            <a:solidFill>
              <a:srgbClr val="5B6570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735" name="downsample-1-label">
            <a:extLst>
              <a:ext uri="{FF2B5EF4-FFF2-40B4-BE49-F238E27FC236}">
                <a16:creationId xmlns:a16="http://schemas.microsoft.com/office/drawing/2014/main" id="{5FE4ED75-7127-408A-A933-5F84AB9EEF86}"/>
              </a:ext>
            </a:extLst>
          </p:cNvPr>
          <p:cNvSpPr>
            <a:spLocks noGrp="1"/>
          </p:cNvSpPr>
          <p:nvPr/>
        </p:nvSpPr>
        <p:spPr>
          <a:xfrm>
            <a:off x="4521529" y="3730024"/>
            <a:ext cx="1133475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125" b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A3A"/>
                </a:solidFill>
                <a:latin typeface="Aptos"/>
                <a:ea typeface="Aptos"/>
                <a:cs typeface="Aptos"/>
              </a:rPr>
              <a:t>Downsample</a:t>
            </a:r>
          </a:p>
          <a:p>
            <a:pPr algn="ctr">
              <a:defRPr sz="1125" b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A3A"/>
                </a:solidFill>
                <a:latin typeface="Aptos"/>
                <a:ea typeface="Aptos"/>
                <a:cs typeface="Aptos"/>
              </a:rPr>
              <a:t>(strided Conv2D)</a:t>
            </a:r>
          </a:p>
        </p:txBody>
      </p:sp>
      <p:sp>
        <p:nvSpPr>
          <p:cNvPr id="736" name="down-xattn-2">
            <a:extLst>
              <a:ext uri="{FF2B5EF4-FFF2-40B4-BE49-F238E27FC236}">
                <a16:creationId xmlns:a16="http://schemas.microsoft.com/office/drawing/2014/main" id="{F4D2B131-1ADB-4717-9513-6A206009DE5B}"/>
              </a:ext>
            </a:extLst>
          </p:cNvPr>
          <p:cNvSpPr>
            <a:spLocks noGrp="1"/>
          </p:cNvSpPr>
          <p:nvPr/>
        </p:nvSpPr>
        <p:spPr>
          <a:xfrm>
            <a:off x="4188154" y="4434874"/>
            <a:ext cx="1790700" cy="742950"/>
          </a:xfrm>
          <a:prstGeom prst="roundRect">
            <a:avLst>
              <a:gd name="adj" fmla="val 10256"/>
            </a:avLst>
          </a:prstGeom>
          <a:solidFill>
            <a:srgbClr val="DDF1F7"/>
          </a:solidFill>
          <a:ln w="15240">
            <a:solidFill>
              <a:srgbClr val="0752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37" name="down-xattn-2-label">
            <a:extLst>
              <a:ext uri="{FF2B5EF4-FFF2-40B4-BE49-F238E27FC236}">
                <a16:creationId xmlns:a16="http://schemas.microsoft.com/office/drawing/2014/main" id="{46B8F78B-D578-429E-946C-4D747CF674B9}"/>
              </a:ext>
            </a:extLst>
          </p:cNvPr>
          <p:cNvSpPr>
            <a:spLocks noGrp="1"/>
          </p:cNvSpPr>
          <p:nvPr/>
        </p:nvSpPr>
        <p:spPr>
          <a:xfrm>
            <a:off x="4264354" y="4472974"/>
            <a:ext cx="16383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350" b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350" b="0" dirty="0" err="1">
                <a:solidFill>
                  <a:srgbClr val="102A3A"/>
                </a:solidFill>
                <a:latin typeface="Aptos"/>
                <a:ea typeface="Aptos"/>
                <a:cs typeface="Aptos"/>
              </a:rPr>
              <a:t>XAttnFiLMConvBlock</a:t>
            </a:r>
            <a:endParaRPr sz="1350" b="0" dirty="0">
              <a:solidFill>
                <a:srgbClr val="102A3A"/>
              </a:solidFill>
              <a:latin typeface="Aptos"/>
              <a:ea typeface="Aptos"/>
              <a:cs typeface="Aptos"/>
            </a:endParaRPr>
          </a:p>
          <a:p>
            <a:pPr algn="ctr">
              <a:defRPr sz="1350" b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350" b="0" dirty="0" err="1">
                <a:solidFill>
                  <a:srgbClr val="102A3A"/>
                </a:solidFill>
                <a:latin typeface="Aptos"/>
                <a:ea typeface="Aptos"/>
                <a:cs typeface="Aptos"/>
              </a:rPr>
              <a:t>base_ch</a:t>
            </a:r>
            <a:r>
              <a:rPr sz="1350" b="0" dirty="0">
                <a:solidFill>
                  <a:srgbClr val="102A3A"/>
                </a:solidFill>
                <a:latin typeface="Aptos"/>
                <a:ea typeface="Aptos"/>
                <a:cs typeface="Aptos"/>
              </a:rPr>
              <a:t> x 2</a:t>
            </a:r>
          </a:p>
        </p:txBody>
      </p:sp>
      <p:sp>
        <p:nvSpPr>
          <p:cNvPr id="738" name="downsample-2">
            <a:extLst>
              <a:ext uri="{FF2B5EF4-FFF2-40B4-BE49-F238E27FC236}">
                <a16:creationId xmlns:a16="http://schemas.microsoft.com/office/drawing/2014/main" id="{50D0EADF-F647-4150-A951-BC4A4DEF05DC}"/>
              </a:ext>
            </a:extLst>
          </p:cNvPr>
          <p:cNvSpPr>
            <a:spLocks noGrp="1"/>
          </p:cNvSpPr>
          <p:nvPr/>
        </p:nvSpPr>
        <p:spPr>
          <a:xfrm>
            <a:off x="4445329" y="5320699"/>
            <a:ext cx="1285875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1430">
            <a:solidFill>
              <a:srgbClr val="5B6570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739" name="downsample-2-label">
            <a:extLst>
              <a:ext uri="{FF2B5EF4-FFF2-40B4-BE49-F238E27FC236}">
                <a16:creationId xmlns:a16="http://schemas.microsoft.com/office/drawing/2014/main" id="{0D2F6BAA-4224-46B8-AA47-49B8F990F927}"/>
              </a:ext>
            </a:extLst>
          </p:cNvPr>
          <p:cNvSpPr>
            <a:spLocks noGrp="1"/>
          </p:cNvSpPr>
          <p:nvPr/>
        </p:nvSpPr>
        <p:spPr>
          <a:xfrm>
            <a:off x="4521529" y="5358799"/>
            <a:ext cx="1133475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125" b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A3A"/>
                </a:solidFill>
                <a:latin typeface="Aptos"/>
                <a:ea typeface="Aptos"/>
                <a:cs typeface="Aptos"/>
              </a:rPr>
              <a:t>Downsample</a:t>
            </a:r>
          </a:p>
          <a:p>
            <a:pPr algn="ctr">
              <a:defRPr sz="1125" b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A3A"/>
                </a:solidFill>
                <a:latin typeface="Aptos"/>
                <a:ea typeface="Aptos"/>
                <a:cs typeface="Aptos"/>
              </a:rPr>
              <a:t>(strided Conv2D)</a:t>
            </a:r>
          </a:p>
        </p:txBody>
      </p:sp>
      <p:sp>
        <p:nvSpPr>
          <p:cNvPr id="740" name="down-xattn-4">
            <a:extLst>
              <a:ext uri="{FF2B5EF4-FFF2-40B4-BE49-F238E27FC236}">
                <a16:creationId xmlns:a16="http://schemas.microsoft.com/office/drawing/2014/main" id="{936EB5BD-7133-4E65-8C4F-95B3FDC0FF50}"/>
              </a:ext>
            </a:extLst>
          </p:cNvPr>
          <p:cNvSpPr>
            <a:spLocks noGrp="1"/>
          </p:cNvSpPr>
          <p:nvPr/>
        </p:nvSpPr>
        <p:spPr>
          <a:xfrm>
            <a:off x="4188154" y="6063649"/>
            <a:ext cx="1790700" cy="742950"/>
          </a:xfrm>
          <a:prstGeom prst="roundRect">
            <a:avLst>
              <a:gd name="adj" fmla="val 10256"/>
            </a:avLst>
          </a:prstGeom>
          <a:solidFill>
            <a:srgbClr val="DDF1F7"/>
          </a:solidFill>
          <a:ln w="15240">
            <a:solidFill>
              <a:srgbClr val="0752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41" name="down-xattn-4-label">
            <a:extLst>
              <a:ext uri="{FF2B5EF4-FFF2-40B4-BE49-F238E27FC236}">
                <a16:creationId xmlns:a16="http://schemas.microsoft.com/office/drawing/2014/main" id="{6E6A9586-0F40-4ABC-8C07-56962CC598BA}"/>
              </a:ext>
            </a:extLst>
          </p:cNvPr>
          <p:cNvSpPr>
            <a:spLocks noGrp="1"/>
          </p:cNvSpPr>
          <p:nvPr/>
        </p:nvSpPr>
        <p:spPr>
          <a:xfrm>
            <a:off x="4264354" y="6101749"/>
            <a:ext cx="16383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350" b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A3A"/>
                </a:solidFill>
                <a:latin typeface="Aptos"/>
                <a:ea typeface="Aptos"/>
                <a:cs typeface="Aptos"/>
              </a:rPr>
              <a:t>XAttnFiLMConvBlock</a:t>
            </a:r>
          </a:p>
          <a:p>
            <a:pPr algn="ctr">
              <a:defRPr sz="1350" b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A3A"/>
                </a:solidFill>
                <a:latin typeface="Aptos"/>
                <a:ea typeface="Aptos"/>
                <a:cs typeface="Aptos"/>
              </a:rPr>
              <a:t>base_ch x 4</a:t>
            </a:r>
          </a:p>
        </p:txBody>
      </p:sp>
      <p:sp>
        <p:nvSpPr>
          <p:cNvPr id="742" name="down-xattn-8">
            <a:extLst>
              <a:ext uri="{FF2B5EF4-FFF2-40B4-BE49-F238E27FC236}">
                <a16:creationId xmlns:a16="http://schemas.microsoft.com/office/drawing/2014/main" id="{59329210-1973-439B-89A1-6FC3666E932C}"/>
              </a:ext>
            </a:extLst>
          </p:cNvPr>
          <p:cNvSpPr>
            <a:spLocks noGrp="1"/>
          </p:cNvSpPr>
          <p:nvPr/>
        </p:nvSpPr>
        <p:spPr>
          <a:xfrm>
            <a:off x="4188154" y="7559074"/>
            <a:ext cx="1790700" cy="742950"/>
          </a:xfrm>
          <a:prstGeom prst="roundRect">
            <a:avLst>
              <a:gd name="adj" fmla="val 10256"/>
            </a:avLst>
          </a:prstGeom>
          <a:solidFill>
            <a:srgbClr val="DDF1F7"/>
          </a:solidFill>
          <a:ln w="15240">
            <a:solidFill>
              <a:srgbClr val="0752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43" name="down-xattn-8-label">
            <a:extLst>
              <a:ext uri="{FF2B5EF4-FFF2-40B4-BE49-F238E27FC236}">
                <a16:creationId xmlns:a16="http://schemas.microsoft.com/office/drawing/2014/main" id="{84B82163-5D1F-442A-9730-39A036134D56}"/>
              </a:ext>
            </a:extLst>
          </p:cNvPr>
          <p:cNvSpPr>
            <a:spLocks noGrp="1"/>
          </p:cNvSpPr>
          <p:nvPr/>
        </p:nvSpPr>
        <p:spPr>
          <a:xfrm>
            <a:off x="4264354" y="7597174"/>
            <a:ext cx="16383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350" b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A3A"/>
                </a:solidFill>
                <a:latin typeface="Aptos"/>
                <a:ea typeface="Aptos"/>
                <a:cs typeface="Aptos"/>
              </a:rPr>
              <a:t>XAttnFiLMConvBlock</a:t>
            </a:r>
          </a:p>
          <a:p>
            <a:pPr algn="ctr">
              <a:defRPr sz="1350" b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A3A"/>
                </a:solidFill>
                <a:latin typeface="Aptos"/>
                <a:ea typeface="Aptos"/>
                <a:cs typeface="Aptos"/>
              </a:rPr>
              <a:t>base_ch x 8</a:t>
            </a:r>
          </a:p>
        </p:txBody>
      </p:sp>
      <p:sp>
        <p:nvSpPr>
          <p:cNvPr id="744" name="bottleneck">
            <a:extLst>
              <a:ext uri="{FF2B5EF4-FFF2-40B4-BE49-F238E27FC236}">
                <a16:creationId xmlns:a16="http://schemas.microsoft.com/office/drawing/2014/main" id="{54DA5EDE-9699-4F83-8024-C537CDCC9094}"/>
              </a:ext>
            </a:extLst>
          </p:cNvPr>
          <p:cNvSpPr>
            <a:spLocks noGrp="1"/>
          </p:cNvSpPr>
          <p:nvPr/>
        </p:nvSpPr>
        <p:spPr>
          <a:xfrm>
            <a:off x="4188154" y="8587774"/>
            <a:ext cx="1790700" cy="742950"/>
          </a:xfrm>
          <a:prstGeom prst="roundRect">
            <a:avLst>
              <a:gd name="adj" fmla="val 10256"/>
            </a:avLst>
          </a:prstGeom>
          <a:solidFill>
            <a:srgbClr val="F1F3F4"/>
          </a:solidFill>
          <a:ln w="12383">
            <a:solidFill>
              <a:srgbClr val="1519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45" name="bottleneck-label">
            <a:extLst>
              <a:ext uri="{FF2B5EF4-FFF2-40B4-BE49-F238E27FC236}">
                <a16:creationId xmlns:a16="http://schemas.microsoft.com/office/drawing/2014/main" id="{BDC75A5F-7B1B-4353-B2EC-DE299B011C31}"/>
              </a:ext>
            </a:extLst>
          </p:cNvPr>
          <p:cNvSpPr>
            <a:spLocks noGrp="1"/>
          </p:cNvSpPr>
          <p:nvPr/>
        </p:nvSpPr>
        <p:spPr>
          <a:xfrm>
            <a:off x="4264354" y="8625874"/>
            <a:ext cx="16383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200" b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A3A"/>
                </a:solidFill>
                <a:latin typeface="Aptos"/>
                <a:ea typeface="Aptos"/>
                <a:cs typeface="Aptos"/>
              </a:rPr>
              <a:t>Bottleneck Block</a:t>
            </a:r>
          </a:p>
          <a:p>
            <a:pPr algn="ctr">
              <a:defRPr sz="1200" b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A3A"/>
                </a:solidFill>
                <a:latin typeface="Aptos"/>
                <a:ea typeface="Aptos"/>
                <a:cs typeface="Aptos"/>
              </a:rPr>
              <a:t>XAttnFiLMConvBlock</a:t>
            </a:r>
          </a:p>
          <a:p>
            <a:pPr algn="ctr">
              <a:defRPr sz="1200" b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A3A"/>
                </a:solidFill>
                <a:latin typeface="Aptos"/>
                <a:ea typeface="Aptos"/>
                <a:cs typeface="Aptos"/>
              </a:rPr>
              <a:t>base_ch x 16</a:t>
            </a:r>
          </a:p>
        </p:txBody>
      </p:sp>
      <p:sp>
        <p:nvSpPr>
          <p:cNvPr id="746" name="Straight Connector 745">
            <a:extLst>
              <a:ext uri="{FF2B5EF4-FFF2-40B4-BE49-F238E27FC236}">
                <a16:creationId xmlns:a16="http://schemas.microsoft.com/office/drawing/2014/main" id="{FBAAE04E-D57C-4883-8763-B6431CF3D0D8}"/>
              </a:ext>
            </a:extLst>
          </p:cNvPr>
          <p:cNvSpPr>
            <a:spLocks noGrp="1"/>
          </p:cNvSpPr>
          <p:nvPr/>
        </p:nvSpPr>
        <p:spPr>
          <a:xfrm>
            <a:off x="5083504" y="3549049"/>
            <a:ext cx="0" cy="142875"/>
          </a:xfrm>
          <a:prstGeom prst="line">
            <a:avLst/>
          </a:prstGeom>
          <a:solidFill>
            <a:srgbClr val="000000">
              <a:alpha val="0"/>
            </a:srgbClr>
          </a:solidFill>
          <a:ln w="11430">
            <a:solidFill>
              <a:srgbClr val="1519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47" name="Isosceles Triangle 746">
            <a:extLst>
              <a:ext uri="{FF2B5EF4-FFF2-40B4-BE49-F238E27FC236}">
                <a16:creationId xmlns:a16="http://schemas.microsoft.com/office/drawing/2014/main" id="{ACE45666-717F-4AB0-A291-650FF4B720A0}"/>
              </a:ext>
            </a:extLst>
          </p:cNvPr>
          <p:cNvSpPr>
            <a:spLocks noGrp="1"/>
          </p:cNvSpPr>
          <p:nvPr/>
        </p:nvSpPr>
        <p:spPr>
          <a:xfrm rot="10800000">
            <a:off x="5050167" y="3658587"/>
            <a:ext cx="66675" cy="66675"/>
          </a:xfrm>
          <a:prstGeom prst="triangle">
            <a:avLst/>
          </a:prstGeom>
          <a:solidFill>
            <a:srgbClr val="15191C"/>
          </a:solidFill>
          <a:ln w="0">
            <a:solidFill>
              <a:srgbClr val="1519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48" name="Straight Connector 747">
            <a:extLst>
              <a:ext uri="{FF2B5EF4-FFF2-40B4-BE49-F238E27FC236}">
                <a16:creationId xmlns:a16="http://schemas.microsoft.com/office/drawing/2014/main" id="{39AE2141-8D93-4E11-BE4D-4957B4BBDD5D}"/>
              </a:ext>
            </a:extLst>
          </p:cNvPr>
          <p:cNvSpPr>
            <a:spLocks noGrp="1"/>
          </p:cNvSpPr>
          <p:nvPr/>
        </p:nvSpPr>
        <p:spPr>
          <a:xfrm>
            <a:off x="5083504" y="4206274"/>
            <a:ext cx="0" cy="228600"/>
          </a:xfrm>
          <a:prstGeom prst="line">
            <a:avLst/>
          </a:prstGeom>
          <a:solidFill>
            <a:srgbClr val="000000">
              <a:alpha val="0"/>
            </a:srgbClr>
          </a:solidFill>
          <a:ln w="11430">
            <a:solidFill>
              <a:srgbClr val="1519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49" name="Isosceles Triangle 748">
            <a:extLst>
              <a:ext uri="{FF2B5EF4-FFF2-40B4-BE49-F238E27FC236}">
                <a16:creationId xmlns:a16="http://schemas.microsoft.com/office/drawing/2014/main" id="{0B627910-5CDD-4B4E-A46B-AF1DFD036849}"/>
              </a:ext>
            </a:extLst>
          </p:cNvPr>
          <p:cNvSpPr>
            <a:spLocks noGrp="1"/>
          </p:cNvSpPr>
          <p:nvPr/>
        </p:nvSpPr>
        <p:spPr>
          <a:xfrm rot="10800000">
            <a:off x="5050167" y="4401537"/>
            <a:ext cx="66675" cy="66675"/>
          </a:xfrm>
          <a:prstGeom prst="triangle">
            <a:avLst/>
          </a:prstGeom>
          <a:solidFill>
            <a:srgbClr val="15191C"/>
          </a:solidFill>
          <a:ln w="0">
            <a:solidFill>
              <a:srgbClr val="1519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50" name="Straight Connector 749">
            <a:extLst>
              <a:ext uri="{FF2B5EF4-FFF2-40B4-BE49-F238E27FC236}">
                <a16:creationId xmlns:a16="http://schemas.microsoft.com/office/drawing/2014/main" id="{7C0D79E6-2C58-4773-921D-7D3C9D4E6E55}"/>
              </a:ext>
            </a:extLst>
          </p:cNvPr>
          <p:cNvSpPr>
            <a:spLocks noGrp="1"/>
          </p:cNvSpPr>
          <p:nvPr/>
        </p:nvSpPr>
        <p:spPr>
          <a:xfrm>
            <a:off x="5083504" y="5177824"/>
            <a:ext cx="0" cy="142875"/>
          </a:xfrm>
          <a:prstGeom prst="line">
            <a:avLst/>
          </a:prstGeom>
          <a:solidFill>
            <a:srgbClr val="000000">
              <a:alpha val="0"/>
            </a:srgbClr>
          </a:solidFill>
          <a:ln w="11430">
            <a:solidFill>
              <a:srgbClr val="1519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51" name="Isosceles Triangle 750">
            <a:extLst>
              <a:ext uri="{FF2B5EF4-FFF2-40B4-BE49-F238E27FC236}">
                <a16:creationId xmlns:a16="http://schemas.microsoft.com/office/drawing/2014/main" id="{75B18F17-E724-4F75-8323-9AC45F584DF4}"/>
              </a:ext>
            </a:extLst>
          </p:cNvPr>
          <p:cNvSpPr>
            <a:spLocks noGrp="1"/>
          </p:cNvSpPr>
          <p:nvPr/>
        </p:nvSpPr>
        <p:spPr>
          <a:xfrm rot="10800000">
            <a:off x="5050167" y="5287362"/>
            <a:ext cx="66675" cy="66675"/>
          </a:xfrm>
          <a:prstGeom prst="triangle">
            <a:avLst/>
          </a:prstGeom>
          <a:solidFill>
            <a:srgbClr val="15191C"/>
          </a:solidFill>
          <a:ln w="0">
            <a:solidFill>
              <a:srgbClr val="1519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52" name="Straight Connector 751">
            <a:extLst>
              <a:ext uri="{FF2B5EF4-FFF2-40B4-BE49-F238E27FC236}">
                <a16:creationId xmlns:a16="http://schemas.microsoft.com/office/drawing/2014/main" id="{695D8F7A-9766-476A-AC5B-2D748801F29A}"/>
              </a:ext>
            </a:extLst>
          </p:cNvPr>
          <p:cNvSpPr>
            <a:spLocks noGrp="1"/>
          </p:cNvSpPr>
          <p:nvPr/>
        </p:nvSpPr>
        <p:spPr>
          <a:xfrm>
            <a:off x="5083504" y="5835049"/>
            <a:ext cx="0" cy="228600"/>
          </a:xfrm>
          <a:prstGeom prst="line">
            <a:avLst/>
          </a:prstGeom>
          <a:solidFill>
            <a:srgbClr val="000000">
              <a:alpha val="0"/>
            </a:srgbClr>
          </a:solidFill>
          <a:ln w="11430">
            <a:solidFill>
              <a:srgbClr val="1519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53" name="Isosceles Triangle 752">
            <a:extLst>
              <a:ext uri="{FF2B5EF4-FFF2-40B4-BE49-F238E27FC236}">
                <a16:creationId xmlns:a16="http://schemas.microsoft.com/office/drawing/2014/main" id="{E256E1B1-A56B-428F-99D2-7E1A598190EF}"/>
              </a:ext>
            </a:extLst>
          </p:cNvPr>
          <p:cNvSpPr>
            <a:spLocks noGrp="1"/>
          </p:cNvSpPr>
          <p:nvPr/>
        </p:nvSpPr>
        <p:spPr>
          <a:xfrm rot="10800000">
            <a:off x="5050167" y="6030312"/>
            <a:ext cx="66675" cy="66675"/>
          </a:xfrm>
          <a:prstGeom prst="triangle">
            <a:avLst/>
          </a:prstGeom>
          <a:solidFill>
            <a:srgbClr val="15191C"/>
          </a:solidFill>
          <a:ln w="0">
            <a:solidFill>
              <a:srgbClr val="1519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54" name="Straight Connector 753">
            <a:extLst>
              <a:ext uri="{FF2B5EF4-FFF2-40B4-BE49-F238E27FC236}">
                <a16:creationId xmlns:a16="http://schemas.microsoft.com/office/drawing/2014/main" id="{B1B97E61-1E0F-42C0-8639-A37308274708}"/>
              </a:ext>
            </a:extLst>
          </p:cNvPr>
          <p:cNvSpPr>
            <a:spLocks noGrp="1"/>
          </p:cNvSpPr>
          <p:nvPr/>
        </p:nvSpPr>
        <p:spPr>
          <a:xfrm>
            <a:off x="5083504" y="6806599"/>
            <a:ext cx="0" cy="752475"/>
          </a:xfrm>
          <a:prstGeom prst="line">
            <a:avLst/>
          </a:prstGeom>
          <a:solidFill>
            <a:srgbClr val="000000">
              <a:alpha val="0"/>
            </a:srgbClr>
          </a:solidFill>
          <a:ln w="11430">
            <a:solidFill>
              <a:srgbClr val="1519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55" name="Isosceles Triangle 754">
            <a:extLst>
              <a:ext uri="{FF2B5EF4-FFF2-40B4-BE49-F238E27FC236}">
                <a16:creationId xmlns:a16="http://schemas.microsoft.com/office/drawing/2014/main" id="{8AD7E657-0AD0-4453-9829-3E6A0A73EC1C}"/>
              </a:ext>
            </a:extLst>
          </p:cNvPr>
          <p:cNvSpPr>
            <a:spLocks noGrp="1"/>
          </p:cNvSpPr>
          <p:nvPr/>
        </p:nvSpPr>
        <p:spPr>
          <a:xfrm rot="10800000">
            <a:off x="5050167" y="7525737"/>
            <a:ext cx="66675" cy="66675"/>
          </a:xfrm>
          <a:prstGeom prst="triangle">
            <a:avLst/>
          </a:prstGeom>
          <a:solidFill>
            <a:srgbClr val="15191C"/>
          </a:solidFill>
          <a:ln w="0">
            <a:solidFill>
              <a:srgbClr val="1519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56" name="Straight Connector 755">
            <a:extLst>
              <a:ext uri="{FF2B5EF4-FFF2-40B4-BE49-F238E27FC236}">
                <a16:creationId xmlns:a16="http://schemas.microsoft.com/office/drawing/2014/main" id="{A4DF6965-22E8-49F3-98C6-8A63CFC121FC}"/>
              </a:ext>
            </a:extLst>
          </p:cNvPr>
          <p:cNvSpPr>
            <a:spLocks noGrp="1"/>
          </p:cNvSpPr>
          <p:nvPr/>
        </p:nvSpPr>
        <p:spPr>
          <a:xfrm>
            <a:off x="5083504" y="8302024"/>
            <a:ext cx="0" cy="285750"/>
          </a:xfrm>
          <a:prstGeom prst="line">
            <a:avLst/>
          </a:prstGeom>
          <a:solidFill>
            <a:srgbClr val="000000">
              <a:alpha val="0"/>
            </a:srgbClr>
          </a:solidFill>
          <a:ln w="11430">
            <a:solidFill>
              <a:srgbClr val="1519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57" name="Isosceles Triangle 756">
            <a:extLst>
              <a:ext uri="{FF2B5EF4-FFF2-40B4-BE49-F238E27FC236}">
                <a16:creationId xmlns:a16="http://schemas.microsoft.com/office/drawing/2014/main" id="{05AAE9D3-7556-425C-B157-7604297DE17A}"/>
              </a:ext>
            </a:extLst>
          </p:cNvPr>
          <p:cNvSpPr>
            <a:spLocks noGrp="1"/>
          </p:cNvSpPr>
          <p:nvPr/>
        </p:nvSpPr>
        <p:spPr>
          <a:xfrm rot="10800000">
            <a:off x="5050167" y="8554437"/>
            <a:ext cx="66675" cy="66675"/>
          </a:xfrm>
          <a:prstGeom prst="triangle">
            <a:avLst/>
          </a:prstGeom>
          <a:solidFill>
            <a:srgbClr val="15191C"/>
          </a:solidFill>
          <a:ln w="0">
            <a:solidFill>
              <a:srgbClr val="1519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58" name="cross-attn-1">
            <a:extLst>
              <a:ext uri="{FF2B5EF4-FFF2-40B4-BE49-F238E27FC236}">
                <a16:creationId xmlns:a16="http://schemas.microsoft.com/office/drawing/2014/main" id="{381F1E7C-8853-42E1-9212-2FA9D7476300}"/>
              </a:ext>
            </a:extLst>
          </p:cNvPr>
          <p:cNvSpPr>
            <a:spLocks noGrp="1"/>
          </p:cNvSpPr>
          <p:nvPr/>
        </p:nvSpPr>
        <p:spPr>
          <a:xfrm>
            <a:off x="6788479" y="2884839"/>
            <a:ext cx="1504950" cy="581025"/>
          </a:xfrm>
          <a:prstGeom prst="roundRect">
            <a:avLst>
              <a:gd name="adj" fmla="val 13115"/>
            </a:avLst>
          </a:prstGeom>
          <a:solidFill>
            <a:srgbClr val="FFFFFF"/>
          </a:solidFill>
          <a:ln w="13335">
            <a:solidFill>
              <a:srgbClr val="E4472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59" name="cross-attn-1-label">
            <a:extLst>
              <a:ext uri="{FF2B5EF4-FFF2-40B4-BE49-F238E27FC236}">
                <a16:creationId xmlns:a16="http://schemas.microsoft.com/office/drawing/2014/main" id="{8D323577-236E-4D64-BE98-C44B7BED40FA}"/>
              </a:ext>
            </a:extLst>
          </p:cNvPr>
          <p:cNvSpPr>
            <a:spLocks noGrp="1"/>
          </p:cNvSpPr>
          <p:nvPr/>
        </p:nvSpPr>
        <p:spPr>
          <a:xfrm>
            <a:off x="6864679" y="2922939"/>
            <a:ext cx="1352550" cy="504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050" b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050" b="0" dirty="0">
                <a:solidFill>
                  <a:srgbClr val="102A3A"/>
                </a:solidFill>
                <a:latin typeface="Aptos"/>
                <a:ea typeface="Aptos"/>
                <a:cs typeface="Aptos"/>
              </a:rPr>
              <a:t>Cross-attention to</a:t>
            </a:r>
          </a:p>
          <a:p>
            <a:pPr algn="ctr">
              <a:defRPr sz="1050" b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050" b="0" dirty="0">
                <a:solidFill>
                  <a:srgbClr val="102A3A"/>
                </a:solidFill>
                <a:latin typeface="Aptos"/>
                <a:ea typeface="Aptos"/>
                <a:cs typeface="Aptos"/>
              </a:rPr>
              <a:t>past tokens</a:t>
            </a:r>
          </a:p>
          <a:p>
            <a:pPr algn="ctr">
              <a:defRPr sz="1050" b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050" b="0" dirty="0">
                <a:solidFill>
                  <a:srgbClr val="102A3A"/>
                </a:solidFill>
                <a:latin typeface="Aptos"/>
                <a:ea typeface="Aptos"/>
                <a:cs typeface="Aptos"/>
              </a:rPr>
              <a:t>(</a:t>
            </a:r>
            <a:r>
              <a:rPr sz="1050" b="0" dirty="0" err="1">
                <a:solidFill>
                  <a:srgbClr val="102A3A"/>
                </a:solidFill>
                <a:latin typeface="Aptos"/>
                <a:ea typeface="Aptos"/>
                <a:cs typeface="Aptos"/>
              </a:rPr>
              <a:t>FiLM</a:t>
            </a:r>
            <a:r>
              <a:rPr sz="1050" b="0" dirty="0">
                <a:solidFill>
                  <a:srgbClr val="102A3A"/>
                </a:solidFill>
                <a:latin typeface="Aptos"/>
                <a:ea typeface="Aptos"/>
                <a:cs typeface="Aptos"/>
              </a:rPr>
              <a:t>-modulated)</a:t>
            </a:r>
          </a:p>
        </p:txBody>
      </p:sp>
      <p:sp>
        <p:nvSpPr>
          <p:cNvPr id="760" name="cross-attn-2">
            <a:extLst>
              <a:ext uri="{FF2B5EF4-FFF2-40B4-BE49-F238E27FC236}">
                <a16:creationId xmlns:a16="http://schemas.microsoft.com/office/drawing/2014/main" id="{E69AD9E1-7B19-45BD-B8C2-5D887AD14C35}"/>
              </a:ext>
            </a:extLst>
          </p:cNvPr>
          <p:cNvSpPr>
            <a:spLocks noGrp="1"/>
          </p:cNvSpPr>
          <p:nvPr/>
        </p:nvSpPr>
        <p:spPr>
          <a:xfrm>
            <a:off x="6791654" y="4549174"/>
            <a:ext cx="1504950" cy="581025"/>
          </a:xfrm>
          <a:prstGeom prst="roundRect">
            <a:avLst>
              <a:gd name="adj" fmla="val 13115"/>
            </a:avLst>
          </a:prstGeom>
          <a:solidFill>
            <a:srgbClr val="FFFFFF"/>
          </a:solidFill>
          <a:ln w="13335">
            <a:solidFill>
              <a:srgbClr val="E4472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61" name="cross-attn-2-label">
            <a:extLst>
              <a:ext uri="{FF2B5EF4-FFF2-40B4-BE49-F238E27FC236}">
                <a16:creationId xmlns:a16="http://schemas.microsoft.com/office/drawing/2014/main" id="{48690796-6B2C-4E9F-9762-5EBDC540E046}"/>
              </a:ext>
            </a:extLst>
          </p:cNvPr>
          <p:cNvSpPr>
            <a:spLocks noGrp="1"/>
          </p:cNvSpPr>
          <p:nvPr/>
        </p:nvSpPr>
        <p:spPr>
          <a:xfrm>
            <a:off x="6893254" y="4587274"/>
            <a:ext cx="1352550" cy="504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050" b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050" b="0" dirty="0">
                <a:solidFill>
                  <a:srgbClr val="102A3A"/>
                </a:solidFill>
                <a:latin typeface="Aptos"/>
                <a:ea typeface="Aptos"/>
                <a:cs typeface="Aptos"/>
              </a:rPr>
              <a:t>Cross-attention to</a:t>
            </a:r>
          </a:p>
          <a:p>
            <a:pPr algn="ctr">
              <a:defRPr sz="1050" b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050" b="0" dirty="0">
                <a:solidFill>
                  <a:srgbClr val="102A3A"/>
                </a:solidFill>
                <a:latin typeface="Aptos"/>
                <a:ea typeface="Aptos"/>
                <a:cs typeface="Aptos"/>
              </a:rPr>
              <a:t>past tokens</a:t>
            </a:r>
          </a:p>
          <a:p>
            <a:pPr algn="ctr">
              <a:defRPr sz="1050" b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050" b="0" dirty="0">
                <a:solidFill>
                  <a:srgbClr val="102A3A"/>
                </a:solidFill>
                <a:latin typeface="Aptos"/>
                <a:ea typeface="Aptos"/>
                <a:cs typeface="Aptos"/>
              </a:rPr>
              <a:t>(</a:t>
            </a:r>
            <a:r>
              <a:rPr sz="1050" b="0" dirty="0" err="1">
                <a:solidFill>
                  <a:srgbClr val="102A3A"/>
                </a:solidFill>
                <a:latin typeface="Aptos"/>
                <a:ea typeface="Aptos"/>
                <a:cs typeface="Aptos"/>
              </a:rPr>
              <a:t>FiLM</a:t>
            </a:r>
            <a:r>
              <a:rPr sz="1050" b="0" dirty="0">
                <a:solidFill>
                  <a:srgbClr val="102A3A"/>
                </a:solidFill>
                <a:latin typeface="Aptos"/>
                <a:ea typeface="Aptos"/>
                <a:cs typeface="Aptos"/>
              </a:rPr>
              <a:t>-modulated)</a:t>
            </a:r>
          </a:p>
        </p:txBody>
      </p:sp>
      <p:sp>
        <p:nvSpPr>
          <p:cNvPr id="762" name="cross-attn-4">
            <a:extLst>
              <a:ext uri="{FF2B5EF4-FFF2-40B4-BE49-F238E27FC236}">
                <a16:creationId xmlns:a16="http://schemas.microsoft.com/office/drawing/2014/main" id="{96E7E9BE-B0DE-47D0-958E-5613523D49D2}"/>
              </a:ext>
            </a:extLst>
          </p:cNvPr>
          <p:cNvSpPr>
            <a:spLocks noGrp="1"/>
          </p:cNvSpPr>
          <p:nvPr/>
        </p:nvSpPr>
        <p:spPr>
          <a:xfrm>
            <a:off x="6788479" y="6182183"/>
            <a:ext cx="1504950" cy="581025"/>
          </a:xfrm>
          <a:prstGeom prst="roundRect">
            <a:avLst>
              <a:gd name="adj" fmla="val 13115"/>
            </a:avLst>
          </a:prstGeom>
          <a:solidFill>
            <a:srgbClr val="FFFFFF"/>
          </a:solidFill>
          <a:ln w="13335">
            <a:solidFill>
              <a:srgbClr val="E4472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63" name="cross-attn-4-label">
            <a:extLst>
              <a:ext uri="{FF2B5EF4-FFF2-40B4-BE49-F238E27FC236}">
                <a16:creationId xmlns:a16="http://schemas.microsoft.com/office/drawing/2014/main" id="{93C66949-0A8E-4854-BC03-65114A637E36}"/>
              </a:ext>
            </a:extLst>
          </p:cNvPr>
          <p:cNvSpPr>
            <a:spLocks noGrp="1"/>
          </p:cNvSpPr>
          <p:nvPr/>
        </p:nvSpPr>
        <p:spPr>
          <a:xfrm>
            <a:off x="6893254" y="6216049"/>
            <a:ext cx="1352550" cy="504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050" b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02A3A"/>
                </a:solidFill>
                <a:latin typeface="Aptos"/>
                <a:ea typeface="Aptos"/>
                <a:cs typeface="Aptos"/>
              </a:rPr>
              <a:t>Cross-attention to</a:t>
            </a:r>
          </a:p>
          <a:p>
            <a:pPr algn="ctr">
              <a:defRPr sz="1050" b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02A3A"/>
                </a:solidFill>
                <a:latin typeface="Aptos"/>
                <a:ea typeface="Aptos"/>
                <a:cs typeface="Aptos"/>
              </a:rPr>
              <a:t>past tokens</a:t>
            </a:r>
          </a:p>
          <a:p>
            <a:pPr algn="ctr">
              <a:defRPr sz="1050" b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02A3A"/>
                </a:solidFill>
                <a:latin typeface="Aptos"/>
                <a:ea typeface="Aptos"/>
                <a:cs typeface="Aptos"/>
              </a:rPr>
              <a:t>(FiLM-modulated)</a:t>
            </a:r>
          </a:p>
        </p:txBody>
      </p:sp>
      <p:sp>
        <p:nvSpPr>
          <p:cNvPr id="770" name="timestep-embedding">
            <a:extLst>
              <a:ext uri="{FF2B5EF4-FFF2-40B4-BE49-F238E27FC236}">
                <a16:creationId xmlns:a16="http://schemas.microsoft.com/office/drawing/2014/main" id="{8DD72D5B-65B8-44DD-8EBE-C427CEA4A645}"/>
              </a:ext>
            </a:extLst>
          </p:cNvPr>
          <p:cNvSpPr>
            <a:spLocks noGrp="1"/>
          </p:cNvSpPr>
          <p:nvPr/>
        </p:nvSpPr>
        <p:spPr>
          <a:xfrm>
            <a:off x="7083754" y="1653574"/>
            <a:ext cx="914400" cy="64770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3335">
            <a:solidFill>
              <a:srgbClr val="E4472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71" name="timestep-embedding-label">
            <a:extLst>
              <a:ext uri="{FF2B5EF4-FFF2-40B4-BE49-F238E27FC236}">
                <a16:creationId xmlns:a16="http://schemas.microsoft.com/office/drawing/2014/main" id="{6F1FFD94-49BF-4EAE-BD2C-32307FE77CCF}"/>
              </a:ext>
            </a:extLst>
          </p:cNvPr>
          <p:cNvSpPr>
            <a:spLocks noGrp="1"/>
          </p:cNvSpPr>
          <p:nvPr/>
        </p:nvSpPr>
        <p:spPr>
          <a:xfrm>
            <a:off x="7159954" y="1691674"/>
            <a:ext cx="762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975" b="0" dirty="0">
                <a:solidFill>
                  <a:srgbClr val="102A3A"/>
                </a:solidFill>
                <a:latin typeface="Aptos"/>
                <a:ea typeface="Aptos"/>
                <a:cs typeface="Aptos"/>
              </a:rPr>
              <a:t>t</a:t>
            </a:r>
          </a:p>
          <a:p>
            <a:pPr algn="ctr">
              <a:defRPr sz="975" b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975" b="0" dirty="0">
                <a:solidFill>
                  <a:srgbClr val="102A3A"/>
                </a:solidFill>
                <a:latin typeface="Aptos"/>
                <a:ea typeface="Aptos"/>
                <a:cs typeface="Aptos"/>
              </a:rPr>
              <a:t>timestep</a:t>
            </a:r>
          </a:p>
          <a:p>
            <a:pPr algn="ctr">
              <a:defRPr sz="975" b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975" b="0" dirty="0">
                <a:solidFill>
                  <a:srgbClr val="102A3A"/>
                </a:solidFill>
                <a:latin typeface="Aptos"/>
                <a:ea typeface="Aptos"/>
                <a:cs typeface="Aptos"/>
              </a:rPr>
              <a:t>embedding</a:t>
            </a:r>
          </a:p>
        </p:txBody>
      </p:sp>
      <p:sp>
        <p:nvSpPr>
          <p:cNvPr id="776" name="past-token-conditioning-entry">
            <a:extLst>
              <a:ext uri="{FF2B5EF4-FFF2-40B4-BE49-F238E27FC236}">
                <a16:creationId xmlns:a16="http://schemas.microsoft.com/office/drawing/2014/main" id="{6533AE99-1106-447A-8A08-6A88EE4572C3}"/>
              </a:ext>
            </a:extLst>
          </p:cNvPr>
          <p:cNvSpPr>
            <a:spLocks noGrp="1"/>
          </p:cNvSpPr>
          <p:nvPr/>
        </p:nvSpPr>
        <p:spPr>
          <a:xfrm>
            <a:off x="2664154" y="8254399"/>
            <a:ext cx="876300" cy="0"/>
          </a:xfrm>
          <a:prstGeom prst="line">
            <a:avLst/>
          </a:prstGeom>
          <a:solidFill>
            <a:srgbClr val="000000">
              <a:alpha val="0"/>
            </a:srgbClr>
          </a:solidFill>
          <a:ln w="14288">
            <a:solidFill>
              <a:srgbClr val="1519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77" name="past-token-conditioning-bus">
            <a:extLst>
              <a:ext uri="{FF2B5EF4-FFF2-40B4-BE49-F238E27FC236}">
                <a16:creationId xmlns:a16="http://schemas.microsoft.com/office/drawing/2014/main" id="{5D510DF3-571E-4863-93C1-3B48AA5042B3}"/>
              </a:ext>
            </a:extLst>
          </p:cNvPr>
          <p:cNvSpPr>
            <a:spLocks noGrp="1"/>
          </p:cNvSpPr>
          <p:nvPr/>
        </p:nvSpPr>
        <p:spPr>
          <a:xfrm>
            <a:off x="3540454" y="3015649"/>
            <a:ext cx="0" cy="5238750"/>
          </a:xfrm>
          <a:prstGeom prst="line">
            <a:avLst/>
          </a:prstGeom>
          <a:solidFill>
            <a:srgbClr val="000000">
              <a:alpha val="0"/>
            </a:srgbClr>
          </a:solidFill>
          <a:ln w="14288">
            <a:solidFill>
              <a:srgbClr val="1519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78" name="Straight Connector 777">
            <a:extLst>
              <a:ext uri="{FF2B5EF4-FFF2-40B4-BE49-F238E27FC236}">
                <a16:creationId xmlns:a16="http://schemas.microsoft.com/office/drawing/2014/main" id="{7158ACC4-A0C2-4F96-A93E-39550A04EA58}"/>
              </a:ext>
            </a:extLst>
          </p:cNvPr>
          <p:cNvSpPr>
            <a:spLocks noGrp="1"/>
          </p:cNvSpPr>
          <p:nvPr/>
        </p:nvSpPr>
        <p:spPr>
          <a:xfrm>
            <a:off x="3540454" y="3015649"/>
            <a:ext cx="561975" cy="0"/>
          </a:xfrm>
          <a:prstGeom prst="line">
            <a:avLst/>
          </a:prstGeom>
          <a:solidFill>
            <a:srgbClr val="000000">
              <a:alpha val="0"/>
            </a:srgbClr>
          </a:solidFill>
          <a:ln w="13335">
            <a:solidFill>
              <a:srgbClr val="1519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79" name="Isosceles Triangle 778">
            <a:extLst>
              <a:ext uri="{FF2B5EF4-FFF2-40B4-BE49-F238E27FC236}">
                <a16:creationId xmlns:a16="http://schemas.microsoft.com/office/drawing/2014/main" id="{F24B1684-D553-47DB-B5B7-D3F32E600F30}"/>
              </a:ext>
            </a:extLst>
          </p:cNvPr>
          <p:cNvSpPr>
            <a:spLocks noGrp="1"/>
          </p:cNvSpPr>
          <p:nvPr/>
        </p:nvSpPr>
        <p:spPr>
          <a:xfrm rot="5400000">
            <a:off x="4064329" y="2977549"/>
            <a:ext cx="76200" cy="76200"/>
          </a:xfrm>
          <a:prstGeom prst="triangle">
            <a:avLst/>
          </a:prstGeom>
          <a:solidFill>
            <a:srgbClr val="15191C"/>
          </a:solidFill>
          <a:ln w="0">
            <a:solidFill>
              <a:srgbClr val="1519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80" name="Straight Connector 779">
            <a:extLst>
              <a:ext uri="{FF2B5EF4-FFF2-40B4-BE49-F238E27FC236}">
                <a16:creationId xmlns:a16="http://schemas.microsoft.com/office/drawing/2014/main" id="{823B744E-E51D-4104-9DAF-7C79FA0639C4}"/>
              </a:ext>
            </a:extLst>
          </p:cNvPr>
          <p:cNvSpPr>
            <a:spLocks noGrp="1"/>
          </p:cNvSpPr>
          <p:nvPr/>
        </p:nvSpPr>
        <p:spPr>
          <a:xfrm>
            <a:off x="3540454" y="4644424"/>
            <a:ext cx="561975" cy="0"/>
          </a:xfrm>
          <a:prstGeom prst="line">
            <a:avLst/>
          </a:prstGeom>
          <a:solidFill>
            <a:srgbClr val="000000">
              <a:alpha val="0"/>
            </a:srgbClr>
          </a:solidFill>
          <a:ln w="13335">
            <a:solidFill>
              <a:srgbClr val="1519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81" name="Isosceles Triangle 780">
            <a:extLst>
              <a:ext uri="{FF2B5EF4-FFF2-40B4-BE49-F238E27FC236}">
                <a16:creationId xmlns:a16="http://schemas.microsoft.com/office/drawing/2014/main" id="{824079A1-E4D8-4217-B2EB-3755D9B308F2}"/>
              </a:ext>
            </a:extLst>
          </p:cNvPr>
          <p:cNvSpPr>
            <a:spLocks noGrp="1"/>
          </p:cNvSpPr>
          <p:nvPr/>
        </p:nvSpPr>
        <p:spPr>
          <a:xfrm rot="5400000">
            <a:off x="4064329" y="4606324"/>
            <a:ext cx="76200" cy="76200"/>
          </a:xfrm>
          <a:prstGeom prst="triangle">
            <a:avLst/>
          </a:prstGeom>
          <a:solidFill>
            <a:srgbClr val="15191C"/>
          </a:solidFill>
          <a:ln w="0">
            <a:solidFill>
              <a:srgbClr val="1519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82" name="Straight Connector 781">
            <a:extLst>
              <a:ext uri="{FF2B5EF4-FFF2-40B4-BE49-F238E27FC236}">
                <a16:creationId xmlns:a16="http://schemas.microsoft.com/office/drawing/2014/main" id="{A7465BA9-1780-4F4C-B20F-7AA35D1D054A}"/>
              </a:ext>
            </a:extLst>
          </p:cNvPr>
          <p:cNvSpPr>
            <a:spLocks noGrp="1"/>
          </p:cNvSpPr>
          <p:nvPr/>
        </p:nvSpPr>
        <p:spPr>
          <a:xfrm>
            <a:off x="3540454" y="6273199"/>
            <a:ext cx="561975" cy="0"/>
          </a:xfrm>
          <a:prstGeom prst="line">
            <a:avLst/>
          </a:prstGeom>
          <a:solidFill>
            <a:srgbClr val="000000">
              <a:alpha val="0"/>
            </a:srgbClr>
          </a:solidFill>
          <a:ln w="13335">
            <a:solidFill>
              <a:srgbClr val="1519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83" name="Isosceles Triangle 782">
            <a:extLst>
              <a:ext uri="{FF2B5EF4-FFF2-40B4-BE49-F238E27FC236}">
                <a16:creationId xmlns:a16="http://schemas.microsoft.com/office/drawing/2014/main" id="{85EB4C5C-D981-4B22-BA1A-A2195AE7967F}"/>
              </a:ext>
            </a:extLst>
          </p:cNvPr>
          <p:cNvSpPr>
            <a:spLocks noGrp="1"/>
          </p:cNvSpPr>
          <p:nvPr/>
        </p:nvSpPr>
        <p:spPr>
          <a:xfrm rot="5400000">
            <a:off x="4064329" y="6235099"/>
            <a:ext cx="76200" cy="76200"/>
          </a:xfrm>
          <a:prstGeom prst="triangle">
            <a:avLst/>
          </a:prstGeom>
          <a:solidFill>
            <a:srgbClr val="15191C"/>
          </a:solidFill>
          <a:ln w="0">
            <a:solidFill>
              <a:srgbClr val="1519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84" name="up-xattn-1">
            <a:extLst>
              <a:ext uri="{FF2B5EF4-FFF2-40B4-BE49-F238E27FC236}">
                <a16:creationId xmlns:a16="http://schemas.microsoft.com/office/drawing/2014/main" id="{C23A7B9B-7708-4D07-88AE-49805AA71501}"/>
              </a:ext>
            </a:extLst>
          </p:cNvPr>
          <p:cNvSpPr>
            <a:spLocks noGrp="1"/>
          </p:cNvSpPr>
          <p:nvPr/>
        </p:nvSpPr>
        <p:spPr>
          <a:xfrm>
            <a:off x="9382235" y="3425224"/>
            <a:ext cx="1790700" cy="742950"/>
          </a:xfrm>
          <a:prstGeom prst="roundRect">
            <a:avLst>
              <a:gd name="adj" fmla="val 10256"/>
            </a:avLst>
          </a:prstGeom>
          <a:solidFill>
            <a:srgbClr val="DDF1F7"/>
          </a:solidFill>
          <a:ln w="15240">
            <a:solidFill>
              <a:srgbClr val="0752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85" name="up-xattn-1-label">
            <a:extLst>
              <a:ext uri="{FF2B5EF4-FFF2-40B4-BE49-F238E27FC236}">
                <a16:creationId xmlns:a16="http://schemas.microsoft.com/office/drawing/2014/main" id="{88C27FD7-A0E4-414B-8760-42CE1732AEEF}"/>
              </a:ext>
            </a:extLst>
          </p:cNvPr>
          <p:cNvSpPr>
            <a:spLocks noGrp="1"/>
          </p:cNvSpPr>
          <p:nvPr/>
        </p:nvSpPr>
        <p:spPr>
          <a:xfrm>
            <a:off x="9458435" y="3463324"/>
            <a:ext cx="16383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350" b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A3A"/>
                </a:solidFill>
                <a:latin typeface="Aptos"/>
                <a:ea typeface="Aptos"/>
                <a:cs typeface="Aptos"/>
              </a:rPr>
              <a:t>XAttnFiLMConvBlock</a:t>
            </a:r>
          </a:p>
          <a:p>
            <a:pPr algn="ctr">
              <a:defRPr sz="1350" b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A3A"/>
                </a:solidFill>
                <a:latin typeface="Aptos"/>
                <a:ea typeface="Aptos"/>
                <a:cs typeface="Aptos"/>
              </a:rPr>
              <a:t>base_ch x 1</a:t>
            </a:r>
          </a:p>
        </p:txBody>
      </p:sp>
      <p:sp>
        <p:nvSpPr>
          <p:cNvPr id="786" name="up-xattn-2">
            <a:extLst>
              <a:ext uri="{FF2B5EF4-FFF2-40B4-BE49-F238E27FC236}">
                <a16:creationId xmlns:a16="http://schemas.microsoft.com/office/drawing/2014/main" id="{07E87DA9-671F-42D4-8841-8ECDB52FF90E}"/>
              </a:ext>
            </a:extLst>
          </p:cNvPr>
          <p:cNvSpPr>
            <a:spLocks noGrp="1"/>
          </p:cNvSpPr>
          <p:nvPr/>
        </p:nvSpPr>
        <p:spPr>
          <a:xfrm>
            <a:off x="9382235" y="5053999"/>
            <a:ext cx="1790700" cy="742950"/>
          </a:xfrm>
          <a:prstGeom prst="roundRect">
            <a:avLst>
              <a:gd name="adj" fmla="val 10256"/>
            </a:avLst>
          </a:prstGeom>
          <a:solidFill>
            <a:srgbClr val="DDF1F7"/>
          </a:solidFill>
          <a:ln w="15240">
            <a:solidFill>
              <a:srgbClr val="0752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87" name="up-xattn-2-label">
            <a:extLst>
              <a:ext uri="{FF2B5EF4-FFF2-40B4-BE49-F238E27FC236}">
                <a16:creationId xmlns:a16="http://schemas.microsoft.com/office/drawing/2014/main" id="{CB06E606-53FB-4D97-B030-1D3DCF50327F}"/>
              </a:ext>
            </a:extLst>
          </p:cNvPr>
          <p:cNvSpPr>
            <a:spLocks noGrp="1"/>
          </p:cNvSpPr>
          <p:nvPr/>
        </p:nvSpPr>
        <p:spPr>
          <a:xfrm>
            <a:off x="9458435" y="5092099"/>
            <a:ext cx="16383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350" b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A3A"/>
                </a:solidFill>
                <a:latin typeface="Aptos"/>
                <a:ea typeface="Aptos"/>
                <a:cs typeface="Aptos"/>
              </a:rPr>
              <a:t>XAttnFiLMConvBlock</a:t>
            </a:r>
          </a:p>
          <a:p>
            <a:pPr algn="ctr">
              <a:defRPr sz="1350" b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A3A"/>
                </a:solidFill>
                <a:latin typeface="Aptos"/>
                <a:ea typeface="Aptos"/>
                <a:cs typeface="Aptos"/>
              </a:rPr>
              <a:t>base_ch x 2</a:t>
            </a:r>
          </a:p>
        </p:txBody>
      </p:sp>
      <p:sp>
        <p:nvSpPr>
          <p:cNvPr id="788" name="up-xattn-4">
            <a:extLst>
              <a:ext uri="{FF2B5EF4-FFF2-40B4-BE49-F238E27FC236}">
                <a16:creationId xmlns:a16="http://schemas.microsoft.com/office/drawing/2014/main" id="{B606F956-8EC0-497A-A984-FEE7FCC23228}"/>
              </a:ext>
            </a:extLst>
          </p:cNvPr>
          <p:cNvSpPr>
            <a:spLocks noGrp="1"/>
          </p:cNvSpPr>
          <p:nvPr/>
        </p:nvSpPr>
        <p:spPr>
          <a:xfrm>
            <a:off x="9382235" y="6682774"/>
            <a:ext cx="1790700" cy="742950"/>
          </a:xfrm>
          <a:prstGeom prst="roundRect">
            <a:avLst>
              <a:gd name="adj" fmla="val 10256"/>
            </a:avLst>
          </a:prstGeom>
          <a:solidFill>
            <a:srgbClr val="DDF1F7"/>
          </a:solidFill>
          <a:ln w="15240">
            <a:solidFill>
              <a:srgbClr val="0752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89" name="up-xattn-4-label">
            <a:extLst>
              <a:ext uri="{FF2B5EF4-FFF2-40B4-BE49-F238E27FC236}">
                <a16:creationId xmlns:a16="http://schemas.microsoft.com/office/drawing/2014/main" id="{2B1D8C8B-124F-4C8B-82F4-AC4B94933244}"/>
              </a:ext>
            </a:extLst>
          </p:cNvPr>
          <p:cNvSpPr>
            <a:spLocks noGrp="1"/>
          </p:cNvSpPr>
          <p:nvPr/>
        </p:nvSpPr>
        <p:spPr>
          <a:xfrm>
            <a:off x="9458435" y="6720874"/>
            <a:ext cx="16383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350" b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A3A"/>
                </a:solidFill>
                <a:latin typeface="Aptos"/>
                <a:ea typeface="Aptos"/>
                <a:cs typeface="Aptos"/>
              </a:rPr>
              <a:t>XAttnFiLMConvBlock</a:t>
            </a:r>
          </a:p>
          <a:p>
            <a:pPr algn="ctr">
              <a:defRPr sz="1350" b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A3A"/>
                </a:solidFill>
                <a:latin typeface="Aptos"/>
                <a:ea typeface="Aptos"/>
                <a:cs typeface="Aptos"/>
              </a:rPr>
              <a:t>base_ch x 4</a:t>
            </a:r>
          </a:p>
        </p:txBody>
      </p:sp>
      <p:sp>
        <p:nvSpPr>
          <p:cNvPr id="790" name="Straight Connector 789">
            <a:extLst>
              <a:ext uri="{FF2B5EF4-FFF2-40B4-BE49-F238E27FC236}">
                <a16:creationId xmlns:a16="http://schemas.microsoft.com/office/drawing/2014/main" id="{666E58CC-3F1D-42AD-A114-37012DD518DF}"/>
              </a:ext>
            </a:extLst>
          </p:cNvPr>
          <p:cNvSpPr>
            <a:spLocks noGrp="1"/>
          </p:cNvSpPr>
          <p:nvPr/>
        </p:nvSpPr>
        <p:spPr>
          <a:xfrm>
            <a:off x="10277585" y="5882674"/>
            <a:ext cx="0" cy="790575"/>
          </a:xfrm>
          <a:prstGeom prst="line">
            <a:avLst/>
          </a:prstGeom>
          <a:solidFill>
            <a:srgbClr val="000000">
              <a:alpha val="0"/>
            </a:srgbClr>
          </a:solidFill>
          <a:ln w="12383">
            <a:solidFill>
              <a:srgbClr val="1519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91" name="Isosceles Triangle 790">
            <a:extLst>
              <a:ext uri="{FF2B5EF4-FFF2-40B4-BE49-F238E27FC236}">
                <a16:creationId xmlns:a16="http://schemas.microsoft.com/office/drawing/2014/main" id="{16FCF88F-125B-419A-8278-F929708015AF}"/>
              </a:ext>
            </a:extLst>
          </p:cNvPr>
          <p:cNvSpPr>
            <a:spLocks noGrp="1"/>
          </p:cNvSpPr>
          <p:nvPr/>
        </p:nvSpPr>
        <p:spPr>
          <a:xfrm>
            <a:off x="10239485" y="5844574"/>
            <a:ext cx="76200" cy="76200"/>
          </a:xfrm>
          <a:prstGeom prst="triangle">
            <a:avLst/>
          </a:prstGeom>
          <a:solidFill>
            <a:srgbClr val="15191C"/>
          </a:solidFill>
          <a:ln w="0">
            <a:solidFill>
              <a:srgbClr val="1519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92" name="Straight Connector 791">
            <a:extLst>
              <a:ext uri="{FF2B5EF4-FFF2-40B4-BE49-F238E27FC236}">
                <a16:creationId xmlns:a16="http://schemas.microsoft.com/office/drawing/2014/main" id="{44B19D06-808C-44A6-BCA1-74509A31D092}"/>
              </a:ext>
            </a:extLst>
          </p:cNvPr>
          <p:cNvSpPr>
            <a:spLocks noGrp="1"/>
          </p:cNvSpPr>
          <p:nvPr/>
        </p:nvSpPr>
        <p:spPr>
          <a:xfrm>
            <a:off x="10277585" y="4253899"/>
            <a:ext cx="0" cy="790575"/>
          </a:xfrm>
          <a:prstGeom prst="line">
            <a:avLst/>
          </a:prstGeom>
          <a:solidFill>
            <a:srgbClr val="000000">
              <a:alpha val="0"/>
            </a:srgbClr>
          </a:solidFill>
          <a:ln w="12383">
            <a:solidFill>
              <a:srgbClr val="1519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93" name="Isosceles Triangle 792">
            <a:extLst>
              <a:ext uri="{FF2B5EF4-FFF2-40B4-BE49-F238E27FC236}">
                <a16:creationId xmlns:a16="http://schemas.microsoft.com/office/drawing/2014/main" id="{94696B87-4F5F-4BF6-A420-297A9725999B}"/>
              </a:ext>
            </a:extLst>
          </p:cNvPr>
          <p:cNvSpPr>
            <a:spLocks noGrp="1"/>
          </p:cNvSpPr>
          <p:nvPr/>
        </p:nvSpPr>
        <p:spPr>
          <a:xfrm>
            <a:off x="10239485" y="4215799"/>
            <a:ext cx="76200" cy="76200"/>
          </a:xfrm>
          <a:prstGeom prst="triangle">
            <a:avLst/>
          </a:prstGeom>
          <a:solidFill>
            <a:srgbClr val="15191C"/>
          </a:solidFill>
          <a:ln w="0">
            <a:solidFill>
              <a:srgbClr val="1519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94" name="Straight Connector 793">
            <a:extLst>
              <a:ext uri="{FF2B5EF4-FFF2-40B4-BE49-F238E27FC236}">
                <a16:creationId xmlns:a16="http://schemas.microsoft.com/office/drawing/2014/main" id="{C01C0D5F-49C9-4F94-9CC6-EF97D1D59EB8}"/>
              </a:ext>
            </a:extLst>
          </p:cNvPr>
          <p:cNvSpPr>
            <a:spLocks noGrp="1"/>
          </p:cNvSpPr>
          <p:nvPr/>
        </p:nvSpPr>
        <p:spPr>
          <a:xfrm flipV="1">
            <a:off x="5978853" y="8951037"/>
            <a:ext cx="4316467" cy="8211"/>
          </a:xfrm>
          <a:prstGeom prst="line">
            <a:avLst/>
          </a:prstGeom>
          <a:solidFill>
            <a:srgbClr val="000000">
              <a:alpha val="0"/>
            </a:srgbClr>
          </a:solidFill>
          <a:ln w="12383">
            <a:solidFill>
              <a:srgbClr val="1519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95" name="Straight Connector 794">
            <a:extLst>
              <a:ext uri="{FF2B5EF4-FFF2-40B4-BE49-F238E27FC236}">
                <a16:creationId xmlns:a16="http://schemas.microsoft.com/office/drawing/2014/main" id="{77DAA62B-34C8-466B-B4AC-C47493A4B9D9}"/>
              </a:ext>
            </a:extLst>
          </p:cNvPr>
          <p:cNvSpPr>
            <a:spLocks noGrp="1"/>
          </p:cNvSpPr>
          <p:nvPr/>
        </p:nvSpPr>
        <p:spPr>
          <a:xfrm>
            <a:off x="10274301" y="7552177"/>
            <a:ext cx="21020" cy="1398861"/>
          </a:xfrm>
          <a:prstGeom prst="line">
            <a:avLst/>
          </a:prstGeom>
          <a:solidFill>
            <a:srgbClr val="000000">
              <a:alpha val="0"/>
            </a:srgbClr>
          </a:solidFill>
          <a:ln w="12383">
            <a:solidFill>
              <a:srgbClr val="1519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96" name="Isosceles Triangle 795">
            <a:extLst>
              <a:ext uri="{FF2B5EF4-FFF2-40B4-BE49-F238E27FC236}">
                <a16:creationId xmlns:a16="http://schemas.microsoft.com/office/drawing/2014/main" id="{35019186-D994-436B-9FE0-614A886946CF}"/>
              </a:ext>
            </a:extLst>
          </p:cNvPr>
          <p:cNvSpPr>
            <a:spLocks noGrp="1"/>
          </p:cNvSpPr>
          <p:nvPr/>
        </p:nvSpPr>
        <p:spPr>
          <a:xfrm>
            <a:off x="10239485" y="7473349"/>
            <a:ext cx="76200" cy="76200"/>
          </a:xfrm>
          <a:prstGeom prst="triangle">
            <a:avLst/>
          </a:prstGeom>
          <a:solidFill>
            <a:srgbClr val="15191C"/>
          </a:solidFill>
          <a:ln w="0">
            <a:solidFill>
              <a:srgbClr val="1519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97" name="Straight Connector 796">
            <a:extLst>
              <a:ext uri="{FF2B5EF4-FFF2-40B4-BE49-F238E27FC236}">
                <a16:creationId xmlns:a16="http://schemas.microsoft.com/office/drawing/2014/main" id="{45206A9D-3D34-4DE3-8A47-6941C771F20A}"/>
              </a:ext>
            </a:extLst>
          </p:cNvPr>
          <p:cNvSpPr>
            <a:spLocks noGrp="1"/>
          </p:cNvSpPr>
          <p:nvPr/>
        </p:nvSpPr>
        <p:spPr>
          <a:xfrm>
            <a:off x="10277585" y="2910874"/>
            <a:ext cx="0" cy="504825"/>
          </a:xfrm>
          <a:prstGeom prst="line">
            <a:avLst/>
          </a:prstGeom>
          <a:solidFill>
            <a:srgbClr val="000000">
              <a:alpha val="0"/>
            </a:srgbClr>
          </a:solidFill>
          <a:ln w="12383">
            <a:solidFill>
              <a:srgbClr val="1519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98" name="Isosceles Triangle 797">
            <a:extLst>
              <a:ext uri="{FF2B5EF4-FFF2-40B4-BE49-F238E27FC236}">
                <a16:creationId xmlns:a16="http://schemas.microsoft.com/office/drawing/2014/main" id="{F4F8458E-9BC5-4FCB-8EFF-39D46B27C173}"/>
              </a:ext>
            </a:extLst>
          </p:cNvPr>
          <p:cNvSpPr>
            <a:spLocks noGrp="1"/>
          </p:cNvSpPr>
          <p:nvPr/>
        </p:nvSpPr>
        <p:spPr>
          <a:xfrm>
            <a:off x="10239485" y="2872774"/>
            <a:ext cx="76200" cy="76200"/>
          </a:xfrm>
          <a:prstGeom prst="triangle">
            <a:avLst/>
          </a:prstGeom>
          <a:solidFill>
            <a:srgbClr val="15191C"/>
          </a:solidFill>
          <a:ln w="0">
            <a:solidFill>
              <a:srgbClr val="1519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99" name="Rectangle 798">
            <a:extLst>
              <a:ext uri="{FF2B5EF4-FFF2-40B4-BE49-F238E27FC236}">
                <a16:creationId xmlns:a16="http://schemas.microsoft.com/office/drawing/2014/main" id="{EE215739-A2C8-4DE8-8404-0868CCD0DD78}"/>
              </a:ext>
            </a:extLst>
          </p:cNvPr>
          <p:cNvSpPr>
            <a:spLocks noGrp="1"/>
          </p:cNvSpPr>
          <p:nvPr/>
        </p:nvSpPr>
        <p:spPr>
          <a:xfrm>
            <a:off x="8703801" y="965805"/>
            <a:ext cx="2428875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275" b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275" b="0" dirty="0">
                <a:solidFill>
                  <a:srgbClr val="102A3A"/>
                </a:solidFill>
                <a:latin typeface="Aptos"/>
                <a:ea typeface="Aptos"/>
                <a:cs typeface="Aptos"/>
              </a:rPr>
              <a:t>Predicted noise </a:t>
            </a:r>
            <a:r>
              <a:rPr sz="1275" b="0" dirty="0" err="1">
                <a:solidFill>
                  <a:srgbClr val="102A3A"/>
                </a:solidFill>
                <a:latin typeface="Aptos"/>
                <a:ea typeface="Aptos"/>
                <a:cs typeface="Aptos"/>
              </a:rPr>
              <a:t>e_hat</a:t>
            </a:r>
            <a:r>
              <a:rPr sz="1275" b="0" dirty="0">
                <a:solidFill>
                  <a:srgbClr val="102A3A"/>
                </a:solidFill>
                <a:latin typeface="Aptos"/>
                <a:ea typeface="Aptos"/>
                <a:cs typeface="Aptos"/>
              </a:rPr>
              <a:t>(</a:t>
            </a:r>
            <a:r>
              <a:rPr sz="1275" b="0" dirty="0" err="1">
                <a:solidFill>
                  <a:srgbClr val="102A3A"/>
                </a:solidFill>
                <a:latin typeface="Aptos"/>
                <a:ea typeface="Aptos"/>
                <a:cs typeface="Aptos"/>
              </a:rPr>
              <a:t>x_t</a:t>
            </a:r>
            <a:r>
              <a:rPr sz="1275" b="0" dirty="0">
                <a:solidFill>
                  <a:srgbClr val="102A3A"/>
                </a:solidFill>
                <a:latin typeface="Aptos"/>
                <a:ea typeface="Aptos"/>
                <a:cs typeface="Aptos"/>
              </a:rPr>
              <a:t>, t, past)</a:t>
            </a:r>
          </a:p>
          <a:p>
            <a:pPr algn="ctr">
              <a:defRPr sz="1275" b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275" b="0" dirty="0">
                <a:solidFill>
                  <a:srgbClr val="102A3A"/>
                </a:solidFill>
                <a:latin typeface="Aptos"/>
                <a:ea typeface="Aptos"/>
                <a:cs typeface="Aptos"/>
              </a:rPr>
              <a:t>and x_0_hat(</a:t>
            </a:r>
            <a:r>
              <a:rPr sz="1275" b="0" dirty="0" err="1">
                <a:solidFill>
                  <a:srgbClr val="102A3A"/>
                </a:solidFill>
                <a:latin typeface="Aptos"/>
                <a:ea typeface="Aptos"/>
                <a:cs typeface="Aptos"/>
              </a:rPr>
              <a:t>x_t</a:t>
            </a:r>
            <a:r>
              <a:rPr sz="1275" b="0" dirty="0">
                <a:solidFill>
                  <a:srgbClr val="102A3A"/>
                </a:solidFill>
                <a:latin typeface="Aptos"/>
                <a:ea typeface="Aptos"/>
                <a:cs typeface="Aptos"/>
              </a:rPr>
              <a:t>, t, past)</a:t>
            </a:r>
          </a:p>
        </p:txBody>
      </p:sp>
      <p:sp>
        <p:nvSpPr>
          <p:cNvPr id="818" name="Rectangle 817">
            <a:extLst>
              <a:ext uri="{FF2B5EF4-FFF2-40B4-BE49-F238E27FC236}">
                <a16:creationId xmlns:a16="http://schemas.microsoft.com/office/drawing/2014/main" id="{E7B40054-0B8A-4CD3-A29F-F3709C115B90}"/>
              </a:ext>
            </a:extLst>
          </p:cNvPr>
          <p:cNvSpPr>
            <a:spLocks noGrp="1"/>
          </p:cNvSpPr>
          <p:nvPr/>
        </p:nvSpPr>
        <p:spPr>
          <a:xfrm>
            <a:off x="8581494" y="6344472"/>
            <a:ext cx="776419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00" b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900" b="0" dirty="0">
                <a:solidFill>
                  <a:srgbClr val="102A3A"/>
                </a:solidFill>
                <a:latin typeface="Aptos"/>
                <a:ea typeface="Aptos"/>
                <a:cs typeface="Aptos"/>
              </a:rPr>
              <a:t>Skip</a:t>
            </a:r>
          </a:p>
          <a:p>
            <a:pPr algn="ctr">
              <a:defRPr sz="900" b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900" b="0" dirty="0">
                <a:solidFill>
                  <a:srgbClr val="102A3A"/>
                </a:solidFill>
                <a:latin typeface="Aptos"/>
                <a:ea typeface="Aptos"/>
                <a:cs typeface="Aptos"/>
              </a:rPr>
              <a:t>connection</a:t>
            </a:r>
          </a:p>
        </p:txBody>
      </p:sp>
      <p:sp>
        <p:nvSpPr>
          <p:cNvPr id="819" name="Rectangle 818">
            <a:extLst>
              <a:ext uri="{FF2B5EF4-FFF2-40B4-BE49-F238E27FC236}">
                <a16:creationId xmlns:a16="http://schemas.microsoft.com/office/drawing/2014/main" id="{62E1F584-6F9D-43D8-9190-DD54CDE8CF99}"/>
              </a:ext>
            </a:extLst>
          </p:cNvPr>
          <p:cNvSpPr>
            <a:spLocks noGrp="1"/>
          </p:cNvSpPr>
          <p:nvPr/>
        </p:nvSpPr>
        <p:spPr>
          <a:xfrm>
            <a:off x="8613866" y="4526017"/>
            <a:ext cx="711675" cy="59744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00" b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900" b="0" dirty="0">
                <a:solidFill>
                  <a:srgbClr val="102A3A"/>
                </a:solidFill>
                <a:latin typeface="Aptos"/>
                <a:ea typeface="Aptos"/>
                <a:cs typeface="Aptos"/>
              </a:rPr>
              <a:t>Skip</a:t>
            </a:r>
          </a:p>
          <a:p>
            <a:pPr algn="ctr">
              <a:defRPr sz="900" b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900" b="0" dirty="0">
                <a:solidFill>
                  <a:srgbClr val="102A3A"/>
                </a:solidFill>
                <a:latin typeface="Aptos"/>
                <a:ea typeface="Aptos"/>
                <a:cs typeface="Aptos"/>
              </a:rPr>
              <a:t>connection</a:t>
            </a:r>
          </a:p>
        </p:txBody>
      </p:sp>
      <p:sp>
        <p:nvSpPr>
          <p:cNvPr id="820" name="Rectangle 819">
            <a:extLst>
              <a:ext uri="{FF2B5EF4-FFF2-40B4-BE49-F238E27FC236}">
                <a16:creationId xmlns:a16="http://schemas.microsoft.com/office/drawing/2014/main" id="{41A99AAF-73EE-4496-B554-A6A0E359C6BF}"/>
              </a:ext>
            </a:extLst>
          </p:cNvPr>
          <p:cNvSpPr>
            <a:spLocks noGrp="1"/>
          </p:cNvSpPr>
          <p:nvPr/>
        </p:nvSpPr>
        <p:spPr>
          <a:xfrm>
            <a:off x="8606695" y="7831029"/>
            <a:ext cx="726017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00" b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900" b="0" dirty="0">
                <a:solidFill>
                  <a:srgbClr val="102A3A"/>
                </a:solidFill>
                <a:latin typeface="Aptos"/>
                <a:ea typeface="Aptos"/>
                <a:cs typeface="Aptos"/>
              </a:rPr>
              <a:t>Skip</a:t>
            </a:r>
          </a:p>
          <a:p>
            <a:pPr algn="ctr">
              <a:defRPr sz="900" b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900" b="0" dirty="0">
                <a:solidFill>
                  <a:srgbClr val="102A3A"/>
                </a:solidFill>
                <a:latin typeface="Aptos"/>
                <a:ea typeface="Aptos"/>
                <a:cs typeface="Aptos"/>
              </a:rPr>
              <a:t>connection</a:t>
            </a:r>
          </a:p>
        </p:txBody>
      </p:sp>
      <p:sp>
        <p:nvSpPr>
          <p:cNvPr id="821" name="legend-title">
            <a:extLst>
              <a:ext uri="{FF2B5EF4-FFF2-40B4-BE49-F238E27FC236}">
                <a16:creationId xmlns:a16="http://schemas.microsoft.com/office/drawing/2014/main" id="{4AC68021-9AFF-4BA8-88F2-C18AB30A7723}"/>
              </a:ext>
            </a:extLst>
          </p:cNvPr>
          <p:cNvSpPr>
            <a:spLocks noGrp="1"/>
          </p:cNvSpPr>
          <p:nvPr/>
        </p:nvSpPr>
        <p:spPr>
          <a:xfrm>
            <a:off x="11859355" y="1452399"/>
            <a:ext cx="1619250" cy="361950"/>
          </a:xfrm>
          <a:prstGeom prst="roundRect">
            <a:avLst>
              <a:gd name="adj" fmla="val 21053"/>
            </a:avLst>
          </a:prstGeom>
          <a:solidFill>
            <a:srgbClr val="043E52"/>
          </a:solidFill>
          <a:ln w="9525">
            <a:solidFill>
              <a:srgbClr val="043E5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22" name="legend-title-label">
            <a:extLst>
              <a:ext uri="{FF2B5EF4-FFF2-40B4-BE49-F238E27FC236}">
                <a16:creationId xmlns:a16="http://schemas.microsoft.com/office/drawing/2014/main" id="{2D9477B7-2EB5-4AB7-A6BD-5DAFCA1C35EA}"/>
              </a:ext>
            </a:extLst>
          </p:cNvPr>
          <p:cNvSpPr>
            <a:spLocks noGrp="1"/>
          </p:cNvSpPr>
          <p:nvPr/>
        </p:nvSpPr>
        <p:spPr>
          <a:xfrm>
            <a:off x="11935555" y="1490499"/>
            <a:ext cx="14668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Legend</a:t>
            </a:r>
          </a:p>
        </p:txBody>
      </p:sp>
      <p:sp>
        <p:nvSpPr>
          <p:cNvPr id="823" name="Rectangle 822">
            <a:extLst>
              <a:ext uri="{FF2B5EF4-FFF2-40B4-BE49-F238E27FC236}">
                <a16:creationId xmlns:a16="http://schemas.microsoft.com/office/drawing/2014/main" id="{13D4B288-38F9-43CC-B550-B5E0256845D6}"/>
              </a:ext>
            </a:extLst>
          </p:cNvPr>
          <p:cNvSpPr>
            <a:spLocks noGrp="1"/>
          </p:cNvSpPr>
          <p:nvPr/>
        </p:nvSpPr>
        <p:spPr>
          <a:xfrm>
            <a:off x="11783155" y="1976274"/>
            <a:ext cx="323850" cy="381000"/>
          </a:xfrm>
          <a:prstGeom prst="rect">
            <a:avLst/>
          </a:prstGeom>
          <a:solidFill>
            <a:srgbClr val="DDF1F7"/>
          </a:solidFill>
          <a:ln w="13335">
            <a:solidFill>
              <a:srgbClr val="0752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24" name="Rectangle 823">
            <a:extLst>
              <a:ext uri="{FF2B5EF4-FFF2-40B4-BE49-F238E27FC236}">
                <a16:creationId xmlns:a16="http://schemas.microsoft.com/office/drawing/2014/main" id="{519C1159-5287-4B2B-9D4E-C0F7F74DB773}"/>
              </a:ext>
            </a:extLst>
          </p:cNvPr>
          <p:cNvSpPr>
            <a:spLocks noGrp="1"/>
          </p:cNvSpPr>
          <p:nvPr/>
        </p:nvSpPr>
        <p:spPr>
          <a:xfrm>
            <a:off x="12211780" y="1957224"/>
            <a:ext cx="14859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00" b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A3A"/>
                </a:solidFill>
                <a:latin typeface="Aptos"/>
                <a:ea typeface="Aptos"/>
                <a:cs typeface="Aptos"/>
              </a:rPr>
              <a:t>XAttnFiLMConvBlock</a:t>
            </a:r>
          </a:p>
        </p:txBody>
      </p:sp>
      <p:sp>
        <p:nvSpPr>
          <p:cNvPr id="825" name="Rectangle 824">
            <a:extLst>
              <a:ext uri="{FF2B5EF4-FFF2-40B4-BE49-F238E27FC236}">
                <a16:creationId xmlns:a16="http://schemas.microsoft.com/office/drawing/2014/main" id="{8FDB2645-46A1-4E5D-8914-B3A1B0B16207}"/>
              </a:ext>
            </a:extLst>
          </p:cNvPr>
          <p:cNvSpPr>
            <a:spLocks noGrp="1"/>
          </p:cNvSpPr>
          <p:nvPr/>
        </p:nvSpPr>
        <p:spPr>
          <a:xfrm>
            <a:off x="11783155" y="2500149"/>
            <a:ext cx="323850" cy="381000"/>
          </a:xfrm>
          <a:prstGeom prst="rect">
            <a:avLst/>
          </a:prstGeom>
          <a:solidFill>
            <a:srgbClr val="EDF7FA"/>
          </a:solidFill>
          <a:ln w="13335">
            <a:solidFill>
              <a:srgbClr val="0752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26" name="Rectangle 825">
            <a:extLst>
              <a:ext uri="{FF2B5EF4-FFF2-40B4-BE49-F238E27FC236}">
                <a16:creationId xmlns:a16="http://schemas.microsoft.com/office/drawing/2014/main" id="{28287F56-6896-49B2-B8AE-DE0AAD377015}"/>
              </a:ext>
            </a:extLst>
          </p:cNvPr>
          <p:cNvSpPr>
            <a:spLocks noGrp="1"/>
          </p:cNvSpPr>
          <p:nvPr/>
        </p:nvSpPr>
        <p:spPr>
          <a:xfrm>
            <a:off x="12211780" y="2481099"/>
            <a:ext cx="14859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00" b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A3A"/>
                </a:solidFill>
                <a:latin typeface="Aptos"/>
                <a:ea typeface="Aptos"/>
                <a:cs typeface="Aptos"/>
              </a:rPr>
              <a:t>Conv / Attention</a:t>
            </a:r>
          </a:p>
        </p:txBody>
      </p:sp>
      <p:sp>
        <p:nvSpPr>
          <p:cNvPr id="827" name="Rectangle 826">
            <a:extLst>
              <a:ext uri="{FF2B5EF4-FFF2-40B4-BE49-F238E27FC236}">
                <a16:creationId xmlns:a16="http://schemas.microsoft.com/office/drawing/2014/main" id="{087EE408-5EB3-44EF-9CD1-F0197726355F}"/>
              </a:ext>
            </a:extLst>
          </p:cNvPr>
          <p:cNvSpPr>
            <a:spLocks noGrp="1"/>
          </p:cNvSpPr>
          <p:nvPr/>
        </p:nvSpPr>
        <p:spPr>
          <a:xfrm>
            <a:off x="11783155" y="3024024"/>
            <a:ext cx="323850" cy="381000"/>
          </a:xfrm>
          <a:prstGeom prst="rect">
            <a:avLst/>
          </a:prstGeom>
          <a:solidFill>
            <a:srgbClr val="FFFFFF"/>
          </a:solidFill>
          <a:ln w="13335">
            <a:solidFill>
              <a:srgbClr val="5B6570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828" name="Rectangle 827">
            <a:extLst>
              <a:ext uri="{FF2B5EF4-FFF2-40B4-BE49-F238E27FC236}">
                <a16:creationId xmlns:a16="http://schemas.microsoft.com/office/drawing/2014/main" id="{4B13D957-0DAB-41D8-B424-709FFF0081BC}"/>
              </a:ext>
            </a:extLst>
          </p:cNvPr>
          <p:cNvSpPr>
            <a:spLocks noGrp="1"/>
          </p:cNvSpPr>
          <p:nvPr/>
        </p:nvSpPr>
        <p:spPr>
          <a:xfrm>
            <a:off x="12211780" y="3004974"/>
            <a:ext cx="14859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00" b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A3A"/>
                </a:solidFill>
                <a:latin typeface="Aptos"/>
                <a:ea typeface="Aptos"/>
                <a:cs typeface="Aptos"/>
              </a:rPr>
              <a:t>Downsample</a:t>
            </a:r>
          </a:p>
        </p:txBody>
      </p:sp>
      <p:sp>
        <p:nvSpPr>
          <p:cNvPr id="829" name="Rectangle 828">
            <a:extLst>
              <a:ext uri="{FF2B5EF4-FFF2-40B4-BE49-F238E27FC236}">
                <a16:creationId xmlns:a16="http://schemas.microsoft.com/office/drawing/2014/main" id="{A6469C41-0BDC-4EED-8E97-4DEE1F408EA5}"/>
              </a:ext>
            </a:extLst>
          </p:cNvPr>
          <p:cNvSpPr>
            <a:spLocks noGrp="1"/>
          </p:cNvSpPr>
          <p:nvPr/>
        </p:nvSpPr>
        <p:spPr>
          <a:xfrm>
            <a:off x="11783155" y="3547899"/>
            <a:ext cx="323850" cy="381000"/>
          </a:xfrm>
          <a:prstGeom prst="rect">
            <a:avLst/>
          </a:prstGeom>
          <a:solidFill>
            <a:srgbClr val="FFFFFF"/>
          </a:solidFill>
          <a:ln w="13335">
            <a:solidFill>
              <a:srgbClr val="E4472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30" name="Rectangle 829">
            <a:extLst>
              <a:ext uri="{FF2B5EF4-FFF2-40B4-BE49-F238E27FC236}">
                <a16:creationId xmlns:a16="http://schemas.microsoft.com/office/drawing/2014/main" id="{D0565BD9-2900-4848-B78F-48626A1DCAF6}"/>
              </a:ext>
            </a:extLst>
          </p:cNvPr>
          <p:cNvSpPr>
            <a:spLocks noGrp="1"/>
          </p:cNvSpPr>
          <p:nvPr/>
        </p:nvSpPr>
        <p:spPr>
          <a:xfrm>
            <a:off x="12211780" y="3528849"/>
            <a:ext cx="14859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00" b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A3A"/>
                </a:solidFill>
                <a:latin typeface="Aptos"/>
                <a:ea typeface="Aptos"/>
                <a:cs typeface="Aptos"/>
              </a:rPr>
              <a:t>Cross-attention</a:t>
            </a:r>
          </a:p>
        </p:txBody>
      </p:sp>
      <p:sp>
        <p:nvSpPr>
          <p:cNvPr id="831" name="Rectangle: Rounded Corners 830">
            <a:extLst>
              <a:ext uri="{FF2B5EF4-FFF2-40B4-BE49-F238E27FC236}">
                <a16:creationId xmlns:a16="http://schemas.microsoft.com/office/drawing/2014/main" id="{9E693790-195B-490E-8331-96CA04CA22D0}"/>
              </a:ext>
            </a:extLst>
          </p:cNvPr>
          <p:cNvSpPr>
            <a:spLocks noGrp="1"/>
          </p:cNvSpPr>
          <p:nvPr/>
        </p:nvSpPr>
        <p:spPr>
          <a:xfrm>
            <a:off x="11783155" y="4071774"/>
            <a:ext cx="323850" cy="38100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3335">
            <a:solidFill>
              <a:srgbClr val="E4472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32" name="Rectangle 831">
            <a:extLst>
              <a:ext uri="{FF2B5EF4-FFF2-40B4-BE49-F238E27FC236}">
                <a16:creationId xmlns:a16="http://schemas.microsoft.com/office/drawing/2014/main" id="{3DA222AB-DB0F-46A3-A641-BBFC13431EDE}"/>
              </a:ext>
            </a:extLst>
          </p:cNvPr>
          <p:cNvSpPr>
            <a:spLocks noGrp="1"/>
          </p:cNvSpPr>
          <p:nvPr/>
        </p:nvSpPr>
        <p:spPr>
          <a:xfrm>
            <a:off x="11859355" y="4109874"/>
            <a:ext cx="1714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350" b="1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3A"/>
                </a:solidFill>
                <a:latin typeface="Aptos"/>
                <a:ea typeface="Aptos"/>
                <a:cs typeface="Aptos"/>
              </a:rPr>
              <a:t>t</a:t>
            </a:r>
          </a:p>
        </p:txBody>
      </p:sp>
      <p:sp>
        <p:nvSpPr>
          <p:cNvPr id="833" name="Rectangle 832">
            <a:extLst>
              <a:ext uri="{FF2B5EF4-FFF2-40B4-BE49-F238E27FC236}">
                <a16:creationId xmlns:a16="http://schemas.microsoft.com/office/drawing/2014/main" id="{5E6BC7D6-2D29-4973-8131-2DE31CE03539}"/>
              </a:ext>
            </a:extLst>
          </p:cNvPr>
          <p:cNvSpPr>
            <a:spLocks noGrp="1"/>
          </p:cNvSpPr>
          <p:nvPr/>
        </p:nvSpPr>
        <p:spPr>
          <a:xfrm>
            <a:off x="12211780" y="4052724"/>
            <a:ext cx="14859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00" b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A3A"/>
                </a:solidFill>
                <a:latin typeface="Aptos"/>
                <a:ea typeface="Aptos"/>
                <a:cs typeface="Aptos"/>
              </a:rPr>
              <a:t>Timestep embedding</a:t>
            </a:r>
          </a:p>
        </p:txBody>
      </p:sp>
      <p:sp>
        <p:nvSpPr>
          <p:cNvPr id="834" name="Straight Connector 833">
            <a:extLst>
              <a:ext uri="{FF2B5EF4-FFF2-40B4-BE49-F238E27FC236}">
                <a16:creationId xmlns:a16="http://schemas.microsoft.com/office/drawing/2014/main" id="{07C3590F-8378-4DF3-9676-9F8E3A7C5AFD}"/>
              </a:ext>
            </a:extLst>
          </p:cNvPr>
          <p:cNvSpPr>
            <a:spLocks noGrp="1"/>
          </p:cNvSpPr>
          <p:nvPr/>
        </p:nvSpPr>
        <p:spPr>
          <a:xfrm>
            <a:off x="11783155" y="4786149"/>
            <a:ext cx="314325" cy="0"/>
          </a:xfrm>
          <a:prstGeom prst="line">
            <a:avLst/>
          </a:prstGeom>
          <a:solidFill>
            <a:srgbClr val="000000">
              <a:alpha val="0"/>
            </a:srgbClr>
          </a:solidFill>
          <a:ln w="13335">
            <a:solidFill>
              <a:srgbClr val="1519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35" name="Isosceles Triangle 834">
            <a:extLst>
              <a:ext uri="{FF2B5EF4-FFF2-40B4-BE49-F238E27FC236}">
                <a16:creationId xmlns:a16="http://schemas.microsoft.com/office/drawing/2014/main" id="{DAA2DCC3-5992-4688-847F-19FFAC0753B6}"/>
              </a:ext>
            </a:extLst>
          </p:cNvPr>
          <p:cNvSpPr>
            <a:spLocks noGrp="1"/>
          </p:cNvSpPr>
          <p:nvPr/>
        </p:nvSpPr>
        <p:spPr>
          <a:xfrm rot="5400000">
            <a:off x="12059380" y="4748049"/>
            <a:ext cx="76200" cy="76200"/>
          </a:xfrm>
          <a:prstGeom prst="triangle">
            <a:avLst/>
          </a:prstGeom>
          <a:solidFill>
            <a:srgbClr val="15191C"/>
          </a:solidFill>
          <a:ln w="0">
            <a:solidFill>
              <a:srgbClr val="1519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36" name="Rectangle 835">
            <a:extLst>
              <a:ext uri="{FF2B5EF4-FFF2-40B4-BE49-F238E27FC236}">
                <a16:creationId xmlns:a16="http://schemas.microsoft.com/office/drawing/2014/main" id="{42327A31-0E8B-4DA1-B3F4-5AF2B2817825}"/>
              </a:ext>
            </a:extLst>
          </p:cNvPr>
          <p:cNvSpPr>
            <a:spLocks noGrp="1"/>
          </p:cNvSpPr>
          <p:nvPr/>
        </p:nvSpPr>
        <p:spPr>
          <a:xfrm>
            <a:off x="12211780" y="4576599"/>
            <a:ext cx="14859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00" b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A3A"/>
                </a:solidFill>
                <a:latin typeface="Aptos"/>
                <a:ea typeface="Aptos"/>
                <a:cs typeface="Aptos"/>
              </a:rPr>
              <a:t>Data flow</a:t>
            </a:r>
          </a:p>
        </p:txBody>
      </p:sp>
      <p:sp>
        <p:nvSpPr>
          <p:cNvPr id="837" name="Straight Connector 836">
            <a:extLst>
              <a:ext uri="{FF2B5EF4-FFF2-40B4-BE49-F238E27FC236}">
                <a16:creationId xmlns:a16="http://schemas.microsoft.com/office/drawing/2014/main" id="{E577D395-EE9B-4CAA-A6E6-33F1D72D91C5}"/>
              </a:ext>
            </a:extLst>
          </p:cNvPr>
          <p:cNvSpPr>
            <a:spLocks noGrp="1"/>
          </p:cNvSpPr>
          <p:nvPr/>
        </p:nvSpPr>
        <p:spPr>
          <a:xfrm>
            <a:off x="11783155" y="5224299"/>
            <a:ext cx="314325" cy="0"/>
          </a:xfrm>
          <a:prstGeom prst="line">
            <a:avLst/>
          </a:prstGeom>
          <a:solidFill>
            <a:srgbClr val="000000">
              <a:alpha val="0"/>
            </a:srgbClr>
          </a:solidFill>
          <a:ln w="13335">
            <a:solidFill>
              <a:srgbClr val="15191C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838" name="Isosceles Triangle 837">
            <a:extLst>
              <a:ext uri="{FF2B5EF4-FFF2-40B4-BE49-F238E27FC236}">
                <a16:creationId xmlns:a16="http://schemas.microsoft.com/office/drawing/2014/main" id="{4328A7C3-0F82-42E4-8078-5D90773E9BF5}"/>
              </a:ext>
            </a:extLst>
          </p:cNvPr>
          <p:cNvSpPr>
            <a:spLocks noGrp="1"/>
          </p:cNvSpPr>
          <p:nvPr/>
        </p:nvSpPr>
        <p:spPr>
          <a:xfrm rot="5400000">
            <a:off x="12059380" y="5186199"/>
            <a:ext cx="76200" cy="76200"/>
          </a:xfrm>
          <a:prstGeom prst="triangle">
            <a:avLst/>
          </a:prstGeom>
          <a:solidFill>
            <a:srgbClr val="15191C"/>
          </a:solidFill>
          <a:ln w="0">
            <a:solidFill>
              <a:srgbClr val="1519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39" name="Rectangle 838">
            <a:extLst>
              <a:ext uri="{FF2B5EF4-FFF2-40B4-BE49-F238E27FC236}">
                <a16:creationId xmlns:a16="http://schemas.microsoft.com/office/drawing/2014/main" id="{259357C1-313E-4D8C-A3F3-D7242368A0E6}"/>
              </a:ext>
            </a:extLst>
          </p:cNvPr>
          <p:cNvSpPr>
            <a:spLocks noGrp="1"/>
          </p:cNvSpPr>
          <p:nvPr/>
        </p:nvSpPr>
        <p:spPr>
          <a:xfrm>
            <a:off x="12211780" y="5014749"/>
            <a:ext cx="14859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00" b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A3A"/>
                </a:solidFill>
                <a:latin typeface="Aptos"/>
                <a:ea typeface="Aptos"/>
                <a:cs typeface="Aptos"/>
              </a:rPr>
              <a:t>Skip connection</a:t>
            </a:r>
          </a:p>
        </p:txBody>
      </p:sp>
      <p:sp>
        <p:nvSpPr>
          <p:cNvPr id="840" name="Straight Connector 839">
            <a:extLst>
              <a:ext uri="{FF2B5EF4-FFF2-40B4-BE49-F238E27FC236}">
                <a16:creationId xmlns:a16="http://schemas.microsoft.com/office/drawing/2014/main" id="{4C59DFEA-0CC1-4FFF-A737-CFD1C576E5A0}"/>
              </a:ext>
            </a:extLst>
          </p:cNvPr>
          <p:cNvSpPr>
            <a:spLocks noGrp="1"/>
          </p:cNvSpPr>
          <p:nvPr/>
        </p:nvSpPr>
        <p:spPr>
          <a:xfrm>
            <a:off x="11783155" y="5662449"/>
            <a:ext cx="314325" cy="0"/>
          </a:xfrm>
          <a:prstGeom prst="line">
            <a:avLst/>
          </a:prstGeom>
          <a:solidFill>
            <a:srgbClr val="000000">
              <a:alpha val="0"/>
            </a:srgbClr>
          </a:solidFill>
          <a:ln w="13335">
            <a:solidFill>
              <a:srgbClr val="1519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41" name="Rectangle 840">
            <a:extLst>
              <a:ext uri="{FF2B5EF4-FFF2-40B4-BE49-F238E27FC236}">
                <a16:creationId xmlns:a16="http://schemas.microsoft.com/office/drawing/2014/main" id="{987787E3-5C1C-400F-B043-4AA07EF47523}"/>
              </a:ext>
            </a:extLst>
          </p:cNvPr>
          <p:cNvSpPr>
            <a:spLocks noGrp="1"/>
          </p:cNvSpPr>
          <p:nvPr/>
        </p:nvSpPr>
        <p:spPr>
          <a:xfrm>
            <a:off x="12211780" y="5452899"/>
            <a:ext cx="14859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00" b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A3A"/>
                </a:solidFill>
                <a:latin typeface="Aptos"/>
                <a:ea typeface="Aptos"/>
                <a:cs typeface="Aptos"/>
              </a:rPr>
              <a:t>Conditioning</a:t>
            </a:r>
          </a:p>
        </p:txBody>
      </p:sp>
      <p:sp>
        <p:nvSpPr>
          <p:cNvPr id="842" name="xattn-callout">
            <a:extLst>
              <a:ext uri="{FF2B5EF4-FFF2-40B4-BE49-F238E27FC236}">
                <a16:creationId xmlns:a16="http://schemas.microsoft.com/office/drawing/2014/main" id="{C6BCFC47-F704-40CD-A267-B0CF919B37D5}"/>
              </a:ext>
            </a:extLst>
          </p:cNvPr>
          <p:cNvSpPr>
            <a:spLocks noGrp="1"/>
          </p:cNvSpPr>
          <p:nvPr/>
        </p:nvSpPr>
        <p:spPr>
          <a:xfrm>
            <a:off x="11592655" y="6033924"/>
            <a:ext cx="2095500" cy="1457325"/>
          </a:xfrm>
          <a:prstGeom prst="roundRect">
            <a:avLst>
              <a:gd name="adj" fmla="val 5229"/>
            </a:avLst>
          </a:prstGeom>
          <a:solidFill>
            <a:srgbClr val="FFFFFF"/>
          </a:solidFill>
          <a:ln w="14288">
            <a:solidFill>
              <a:srgbClr val="07526B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843" name="Rectangle 842">
            <a:extLst>
              <a:ext uri="{FF2B5EF4-FFF2-40B4-BE49-F238E27FC236}">
                <a16:creationId xmlns:a16="http://schemas.microsoft.com/office/drawing/2014/main" id="{950D32AF-6390-4191-AF38-DA42FEA9E066}"/>
              </a:ext>
            </a:extLst>
          </p:cNvPr>
          <p:cNvSpPr>
            <a:spLocks noGrp="1"/>
          </p:cNvSpPr>
          <p:nvPr/>
        </p:nvSpPr>
        <p:spPr>
          <a:xfrm>
            <a:off x="11716480" y="6176799"/>
            <a:ext cx="1847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350" b="1">
                <a:solidFill>
                  <a:srgbClr val="043E5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43E52"/>
                </a:solidFill>
                <a:latin typeface="Aptos"/>
                <a:ea typeface="Aptos"/>
                <a:cs typeface="Aptos"/>
              </a:rPr>
              <a:t>XAttnFiLMConvBlock =</a:t>
            </a:r>
          </a:p>
        </p:txBody>
      </p:sp>
      <p:sp>
        <p:nvSpPr>
          <p:cNvPr id="844" name="Rectangle 843">
            <a:extLst>
              <a:ext uri="{FF2B5EF4-FFF2-40B4-BE49-F238E27FC236}">
                <a16:creationId xmlns:a16="http://schemas.microsoft.com/office/drawing/2014/main" id="{D569129C-3733-47FA-8944-088020F904FE}"/>
              </a:ext>
            </a:extLst>
          </p:cNvPr>
          <p:cNvSpPr>
            <a:spLocks noGrp="1"/>
          </p:cNvSpPr>
          <p:nvPr/>
        </p:nvSpPr>
        <p:spPr>
          <a:xfrm>
            <a:off x="11716480" y="6519699"/>
            <a:ext cx="184785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200" b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200" b="0" dirty="0" err="1">
                <a:solidFill>
                  <a:srgbClr val="102A3A"/>
                </a:solidFill>
                <a:latin typeface="Aptos"/>
                <a:ea typeface="Aptos"/>
                <a:cs typeface="Aptos"/>
              </a:rPr>
              <a:t>GroupNorm</a:t>
            </a:r>
            <a:r>
              <a:rPr sz="1200" b="0" dirty="0">
                <a:solidFill>
                  <a:srgbClr val="102A3A"/>
                </a:solidFill>
                <a:latin typeface="Aptos"/>
                <a:ea typeface="Aptos"/>
                <a:cs typeface="Aptos"/>
              </a:rPr>
              <a:t> -&gt; </a:t>
            </a:r>
            <a:r>
              <a:rPr sz="1200" b="0" dirty="0" err="1">
                <a:solidFill>
                  <a:srgbClr val="102A3A"/>
                </a:solidFill>
                <a:latin typeface="Aptos"/>
                <a:ea typeface="Aptos"/>
                <a:cs typeface="Aptos"/>
              </a:rPr>
              <a:t>SiLU</a:t>
            </a:r>
            <a:r>
              <a:rPr sz="1200" b="0" dirty="0">
                <a:solidFill>
                  <a:srgbClr val="102A3A"/>
                </a:solidFill>
                <a:latin typeface="Aptos"/>
                <a:ea typeface="Aptos"/>
                <a:cs typeface="Aptos"/>
              </a:rPr>
              <a:t> -&gt;</a:t>
            </a:r>
          </a:p>
          <a:p>
            <a:pPr algn="ctr">
              <a:defRPr sz="1200" b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102A3A"/>
                </a:solidFill>
                <a:latin typeface="Aptos"/>
                <a:ea typeface="Aptos"/>
                <a:cs typeface="Aptos"/>
              </a:rPr>
              <a:t>Conv -&gt; </a:t>
            </a:r>
            <a:r>
              <a:rPr sz="1200" b="0" dirty="0" err="1">
                <a:solidFill>
                  <a:srgbClr val="102A3A"/>
                </a:solidFill>
                <a:latin typeface="Aptos"/>
                <a:ea typeface="Aptos"/>
                <a:cs typeface="Aptos"/>
              </a:rPr>
              <a:t>FiLM</a:t>
            </a:r>
            <a:r>
              <a:rPr sz="1200" b="0" dirty="0">
                <a:solidFill>
                  <a:srgbClr val="102A3A"/>
                </a:solidFill>
                <a:latin typeface="Aptos"/>
                <a:ea typeface="Aptos"/>
                <a:cs typeface="Aptos"/>
              </a:rPr>
              <a:t>(t) -&gt;</a:t>
            </a:r>
          </a:p>
          <a:p>
            <a:pPr algn="ctr">
              <a:defRPr sz="1200" b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102A3A"/>
                </a:solidFill>
                <a:latin typeface="Aptos"/>
                <a:ea typeface="Aptos"/>
                <a:cs typeface="Aptos"/>
              </a:rPr>
              <a:t>Cross-attention(past) -&gt; Conv</a:t>
            </a:r>
          </a:p>
        </p:txBody>
      </p:sp>
      <p:sp>
        <p:nvSpPr>
          <p:cNvPr id="845" name="condition-dropout-callout">
            <a:extLst>
              <a:ext uri="{FF2B5EF4-FFF2-40B4-BE49-F238E27FC236}">
                <a16:creationId xmlns:a16="http://schemas.microsoft.com/office/drawing/2014/main" id="{1B1542B8-02A5-4659-B817-ABCD442AB062}"/>
              </a:ext>
            </a:extLst>
          </p:cNvPr>
          <p:cNvSpPr>
            <a:spLocks noGrp="1"/>
          </p:cNvSpPr>
          <p:nvPr/>
        </p:nvSpPr>
        <p:spPr>
          <a:xfrm>
            <a:off x="11602180" y="7707149"/>
            <a:ext cx="2095500" cy="1190625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4288">
            <a:solidFill>
              <a:srgbClr val="07526B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846" name="Rectangle 845">
            <a:extLst>
              <a:ext uri="{FF2B5EF4-FFF2-40B4-BE49-F238E27FC236}">
                <a16:creationId xmlns:a16="http://schemas.microsoft.com/office/drawing/2014/main" id="{0D05EDBD-CEFC-4EB9-93EF-9B3DA70A265F}"/>
              </a:ext>
            </a:extLst>
          </p:cNvPr>
          <p:cNvSpPr>
            <a:spLocks noGrp="1"/>
          </p:cNvSpPr>
          <p:nvPr/>
        </p:nvSpPr>
        <p:spPr>
          <a:xfrm>
            <a:off x="11716480" y="7929399"/>
            <a:ext cx="1847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350" b="1">
                <a:solidFill>
                  <a:srgbClr val="043E5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43E52"/>
                </a:solidFill>
                <a:latin typeface="Aptos"/>
                <a:ea typeface="Aptos"/>
                <a:cs typeface="Aptos"/>
              </a:rPr>
              <a:t>Condition dropout</a:t>
            </a:r>
          </a:p>
        </p:txBody>
      </p:sp>
      <p:sp>
        <p:nvSpPr>
          <p:cNvPr id="847" name="Rectangle 846">
            <a:extLst>
              <a:ext uri="{FF2B5EF4-FFF2-40B4-BE49-F238E27FC236}">
                <a16:creationId xmlns:a16="http://schemas.microsoft.com/office/drawing/2014/main" id="{D4470879-4DB5-4ECD-B11D-DB1FDD801C44}"/>
              </a:ext>
            </a:extLst>
          </p:cNvPr>
          <p:cNvSpPr>
            <a:spLocks noGrp="1"/>
          </p:cNvSpPr>
          <p:nvPr/>
        </p:nvSpPr>
        <p:spPr>
          <a:xfrm>
            <a:off x="11716480" y="8300874"/>
            <a:ext cx="1847850" cy="52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200" b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A3A"/>
                </a:solidFill>
                <a:latin typeface="Aptos"/>
                <a:ea typeface="Aptos"/>
                <a:cs typeface="Aptos"/>
              </a:rPr>
              <a:t>p=0.15 (training) -&gt;</a:t>
            </a:r>
          </a:p>
          <a:p>
            <a:pPr algn="ctr">
              <a:defRPr sz="1200" b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A3A"/>
                </a:solidFill>
                <a:latin typeface="Aptos"/>
                <a:ea typeface="Aptos"/>
                <a:cs typeface="Aptos"/>
              </a:rPr>
              <a:t>enables CFG at inference</a:t>
            </a:r>
          </a:p>
        </p:txBody>
      </p:sp>
      <p:sp>
        <p:nvSpPr>
          <p:cNvPr id="881" name="Straight Connector 880">
            <a:extLst>
              <a:ext uri="{FF2B5EF4-FFF2-40B4-BE49-F238E27FC236}">
                <a16:creationId xmlns:a16="http://schemas.microsoft.com/office/drawing/2014/main" id="{12B808FF-0C14-8323-9560-D5B0089D4C23}"/>
              </a:ext>
            </a:extLst>
          </p:cNvPr>
          <p:cNvSpPr>
            <a:spLocks noGrp="1"/>
          </p:cNvSpPr>
          <p:nvPr/>
        </p:nvSpPr>
        <p:spPr>
          <a:xfrm flipH="1" flipV="1">
            <a:off x="5987318" y="3194508"/>
            <a:ext cx="744645" cy="2116"/>
          </a:xfrm>
          <a:prstGeom prst="line">
            <a:avLst/>
          </a:prstGeom>
          <a:solidFill>
            <a:srgbClr val="000000">
              <a:alpha val="0"/>
            </a:srgbClr>
          </a:solidFill>
          <a:ln w="12383">
            <a:solidFill>
              <a:srgbClr val="1519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83" name="Isosceles Triangle 882">
            <a:extLst>
              <a:ext uri="{FF2B5EF4-FFF2-40B4-BE49-F238E27FC236}">
                <a16:creationId xmlns:a16="http://schemas.microsoft.com/office/drawing/2014/main" id="{FB21BD4D-6D8C-B87A-9567-86BD19E5CCE5}"/>
              </a:ext>
            </a:extLst>
          </p:cNvPr>
          <p:cNvSpPr>
            <a:spLocks noGrp="1"/>
          </p:cNvSpPr>
          <p:nvPr/>
        </p:nvSpPr>
        <p:spPr>
          <a:xfrm rot="5400000">
            <a:off x="6692912" y="3156619"/>
            <a:ext cx="76200" cy="76200"/>
          </a:xfrm>
          <a:prstGeom prst="triangle">
            <a:avLst/>
          </a:prstGeom>
          <a:solidFill>
            <a:srgbClr val="15191C"/>
          </a:solidFill>
          <a:ln w="0">
            <a:solidFill>
              <a:srgbClr val="1519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85" name="Straight Connector 884">
            <a:extLst>
              <a:ext uri="{FF2B5EF4-FFF2-40B4-BE49-F238E27FC236}">
                <a16:creationId xmlns:a16="http://schemas.microsoft.com/office/drawing/2014/main" id="{A9BE7199-3E8A-39E2-C56C-F18DAC0C6C81}"/>
              </a:ext>
            </a:extLst>
          </p:cNvPr>
          <p:cNvSpPr>
            <a:spLocks noGrp="1"/>
          </p:cNvSpPr>
          <p:nvPr/>
        </p:nvSpPr>
        <p:spPr>
          <a:xfrm flipH="1" flipV="1">
            <a:off x="5987318" y="4830691"/>
            <a:ext cx="744645" cy="2116"/>
          </a:xfrm>
          <a:prstGeom prst="line">
            <a:avLst/>
          </a:prstGeom>
          <a:solidFill>
            <a:srgbClr val="000000">
              <a:alpha val="0"/>
            </a:srgbClr>
          </a:solidFill>
          <a:ln w="12383">
            <a:solidFill>
              <a:srgbClr val="1519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87" name="Isosceles Triangle 886">
            <a:extLst>
              <a:ext uri="{FF2B5EF4-FFF2-40B4-BE49-F238E27FC236}">
                <a16:creationId xmlns:a16="http://schemas.microsoft.com/office/drawing/2014/main" id="{509BA0F6-961D-45B1-64E2-4B01947BDC5C}"/>
              </a:ext>
            </a:extLst>
          </p:cNvPr>
          <p:cNvSpPr>
            <a:spLocks noGrp="1"/>
          </p:cNvSpPr>
          <p:nvPr/>
        </p:nvSpPr>
        <p:spPr>
          <a:xfrm rot="5400000">
            <a:off x="6692912" y="4792802"/>
            <a:ext cx="76200" cy="76200"/>
          </a:xfrm>
          <a:prstGeom prst="triangle">
            <a:avLst/>
          </a:prstGeom>
          <a:solidFill>
            <a:srgbClr val="15191C"/>
          </a:solidFill>
          <a:ln w="0">
            <a:solidFill>
              <a:srgbClr val="1519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89" name="Straight Connector 888">
            <a:extLst>
              <a:ext uri="{FF2B5EF4-FFF2-40B4-BE49-F238E27FC236}">
                <a16:creationId xmlns:a16="http://schemas.microsoft.com/office/drawing/2014/main" id="{D315341C-92F2-0AC7-7C2B-0C910BCD3599}"/>
              </a:ext>
            </a:extLst>
          </p:cNvPr>
          <p:cNvSpPr>
            <a:spLocks noGrp="1"/>
          </p:cNvSpPr>
          <p:nvPr/>
        </p:nvSpPr>
        <p:spPr>
          <a:xfrm flipH="1" flipV="1">
            <a:off x="5978110" y="6462641"/>
            <a:ext cx="744645" cy="2116"/>
          </a:xfrm>
          <a:prstGeom prst="line">
            <a:avLst/>
          </a:prstGeom>
          <a:solidFill>
            <a:srgbClr val="000000">
              <a:alpha val="0"/>
            </a:srgbClr>
          </a:solidFill>
          <a:ln w="12383">
            <a:solidFill>
              <a:srgbClr val="1519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91" name="Isosceles Triangle 890">
            <a:extLst>
              <a:ext uri="{FF2B5EF4-FFF2-40B4-BE49-F238E27FC236}">
                <a16:creationId xmlns:a16="http://schemas.microsoft.com/office/drawing/2014/main" id="{7839011C-F8E0-3AA3-BEB9-BB6751DD3860}"/>
              </a:ext>
            </a:extLst>
          </p:cNvPr>
          <p:cNvSpPr>
            <a:spLocks noGrp="1"/>
          </p:cNvSpPr>
          <p:nvPr/>
        </p:nvSpPr>
        <p:spPr>
          <a:xfrm rot="5400000">
            <a:off x="6683704" y="6424752"/>
            <a:ext cx="76200" cy="76200"/>
          </a:xfrm>
          <a:prstGeom prst="triangle">
            <a:avLst/>
          </a:prstGeom>
          <a:solidFill>
            <a:srgbClr val="15191C"/>
          </a:solidFill>
          <a:ln w="0">
            <a:solidFill>
              <a:srgbClr val="1519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95" name="Isosceles Triangle 894">
            <a:extLst>
              <a:ext uri="{FF2B5EF4-FFF2-40B4-BE49-F238E27FC236}">
                <a16:creationId xmlns:a16="http://schemas.microsoft.com/office/drawing/2014/main" id="{0C7F5F32-0350-DE62-0035-5B0AC6537478}"/>
              </a:ext>
            </a:extLst>
          </p:cNvPr>
          <p:cNvSpPr>
            <a:spLocks noGrp="1"/>
          </p:cNvSpPr>
          <p:nvPr/>
        </p:nvSpPr>
        <p:spPr>
          <a:xfrm rot="16200000">
            <a:off x="5992296" y="2854199"/>
            <a:ext cx="76200" cy="76200"/>
          </a:xfrm>
          <a:prstGeom prst="triangle">
            <a:avLst/>
          </a:prstGeom>
          <a:solidFill>
            <a:srgbClr val="15191C"/>
          </a:solidFill>
          <a:ln w="0">
            <a:solidFill>
              <a:srgbClr val="1519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cxnSp>
        <p:nvCxnSpPr>
          <p:cNvPr id="905" name="Straight Connector 904">
            <a:extLst>
              <a:ext uri="{FF2B5EF4-FFF2-40B4-BE49-F238E27FC236}">
                <a16:creationId xmlns:a16="http://schemas.microsoft.com/office/drawing/2014/main" id="{C2526CAA-1C05-9755-8F56-74AC3041481C}"/>
              </a:ext>
            </a:extLst>
          </p:cNvPr>
          <p:cNvCxnSpPr>
            <a:cxnSpLocks/>
          </p:cNvCxnSpPr>
          <p:nvPr/>
        </p:nvCxnSpPr>
        <p:spPr>
          <a:xfrm>
            <a:off x="7545248" y="2290162"/>
            <a:ext cx="0" cy="3921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8" name="Straight Connector 907">
            <a:extLst>
              <a:ext uri="{FF2B5EF4-FFF2-40B4-BE49-F238E27FC236}">
                <a16:creationId xmlns:a16="http://schemas.microsoft.com/office/drawing/2014/main" id="{05C64F20-CFE3-5945-3AF5-C4DACF1F9948}"/>
              </a:ext>
            </a:extLst>
          </p:cNvPr>
          <p:cNvCxnSpPr>
            <a:cxnSpLocks/>
          </p:cNvCxnSpPr>
          <p:nvPr/>
        </p:nvCxnSpPr>
        <p:spPr>
          <a:xfrm flipH="1">
            <a:off x="6340804" y="2680157"/>
            <a:ext cx="120147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0" name="Straight Connector 909">
            <a:extLst>
              <a:ext uri="{FF2B5EF4-FFF2-40B4-BE49-F238E27FC236}">
                <a16:creationId xmlns:a16="http://schemas.microsoft.com/office/drawing/2014/main" id="{DAE26F76-708C-31AD-599A-426A2391CF8B}"/>
              </a:ext>
            </a:extLst>
          </p:cNvPr>
          <p:cNvCxnSpPr>
            <a:cxnSpLocks/>
          </p:cNvCxnSpPr>
          <p:nvPr/>
        </p:nvCxnSpPr>
        <p:spPr>
          <a:xfrm>
            <a:off x="6349271" y="2683861"/>
            <a:ext cx="0" cy="20743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2" name="Straight Connector 911">
            <a:extLst>
              <a:ext uri="{FF2B5EF4-FFF2-40B4-BE49-F238E27FC236}">
                <a16:creationId xmlns:a16="http://schemas.microsoft.com/office/drawing/2014/main" id="{F56C2163-2FA6-D9B1-A04E-69D038558A3F}"/>
              </a:ext>
            </a:extLst>
          </p:cNvPr>
          <p:cNvCxnSpPr>
            <a:cxnSpLocks/>
          </p:cNvCxnSpPr>
          <p:nvPr/>
        </p:nvCxnSpPr>
        <p:spPr>
          <a:xfrm flipH="1">
            <a:off x="6068813" y="2885473"/>
            <a:ext cx="27675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5" name="Isosceles Triangle 954">
            <a:extLst>
              <a:ext uri="{FF2B5EF4-FFF2-40B4-BE49-F238E27FC236}">
                <a16:creationId xmlns:a16="http://schemas.microsoft.com/office/drawing/2014/main" id="{7422A4E9-FE09-2611-6E03-5E9CA78E43B6}"/>
              </a:ext>
            </a:extLst>
          </p:cNvPr>
          <p:cNvSpPr>
            <a:spLocks noGrp="1"/>
          </p:cNvSpPr>
          <p:nvPr/>
        </p:nvSpPr>
        <p:spPr>
          <a:xfrm rot="16200000">
            <a:off x="5988379" y="4571874"/>
            <a:ext cx="76200" cy="76200"/>
          </a:xfrm>
          <a:prstGeom prst="triangle">
            <a:avLst/>
          </a:prstGeom>
          <a:solidFill>
            <a:srgbClr val="15191C"/>
          </a:solidFill>
          <a:ln w="0">
            <a:solidFill>
              <a:srgbClr val="1519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cxnSp>
        <p:nvCxnSpPr>
          <p:cNvPr id="956" name="Straight Connector 955">
            <a:extLst>
              <a:ext uri="{FF2B5EF4-FFF2-40B4-BE49-F238E27FC236}">
                <a16:creationId xmlns:a16="http://schemas.microsoft.com/office/drawing/2014/main" id="{01FCC6C2-B077-31CC-4F75-CE3B310ECBAD}"/>
              </a:ext>
            </a:extLst>
          </p:cNvPr>
          <p:cNvCxnSpPr>
            <a:cxnSpLocks/>
          </p:cNvCxnSpPr>
          <p:nvPr/>
        </p:nvCxnSpPr>
        <p:spPr>
          <a:xfrm flipH="1">
            <a:off x="6350541" y="4084418"/>
            <a:ext cx="119041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7" name="Straight Connector 956">
            <a:extLst>
              <a:ext uri="{FF2B5EF4-FFF2-40B4-BE49-F238E27FC236}">
                <a16:creationId xmlns:a16="http://schemas.microsoft.com/office/drawing/2014/main" id="{63501A90-F72D-EC5E-5334-D5E3726D81B8}"/>
              </a:ext>
            </a:extLst>
          </p:cNvPr>
          <p:cNvCxnSpPr>
            <a:cxnSpLocks/>
          </p:cNvCxnSpPr>
          <p:nvPr/>
        </p:nvCxnSpPr>
        <p:spPr>
          <a:xfrm>
            <a:off x="6345354" y="4082777"/>
            <a:ext cx="0" cy="52619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8" name="Straight Connector 957">
            <a:extLst>
              <a:ext uri="{FF2B5EF4-FFF2-40B4-BE49-F238E27FC236}">
                <a16:creationId xmlns:a16="http://schemas.microsoft.com/office/drawing/2014/main" id="{23800E2A-0BBA-D0AD-FE87-D408FD07E4B2}"/>
              </a:ext>
            </a:extLst>
          </p:cNvPr>
          <p:cNvCxnSpPr>
            <a:cxnSpLocks/>
          </p:cNvCxnSpPr>
          <p:nvPr/>
        </p:nvCxnSpPr>
        <p:spPr>
          <a:xfrm flipH="1">
            <a:off x="6064896" y="4603148"/>
            <a:ext cx="27675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5" name="Connector: Curved 2274">
            <a:extLst>
              <a:ext uri="{FF2B5EF4-FFF2-40B4-BE49-F238E27FC236}">
                <a16:creationId xmlns:a16="http://schemas.microsoft.com/office/drawing/2014/main" id="{9FF116D2-03EB-A6DD-C5EC-D47EF7B68C26}"/>
              </a:ext>
            </a:extLst>
          </p:cNvPr>
          <p:cNvCxnSpPr>
            <a:stCxn id="756" idx="0"/>
            <a:endCxn id="796" idx="2"/>
          </p:cNvCxnSpPr>
          <p:nvPr/>
        </p:nvCxnSpPr>
        <p:spPr>
          <a:xfrm rot="5400000" flipH="1" flipV="1">
            <a:off x="7285256" y="5347796"/>
            <a:ext cx="752475" cy="5155981"/>
          </a:xfrm>
          <a:prstGeom prst="curvedConnector3">
            <a:avLst>
              <a:gd name="adj1" fmla="val -22261"/>
            </a:avLst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7" name="Connector: Curved 2276">
            <a:extLst>
              <a:ext uri="{FF2B5EF4-FFF2-40B4-BE49-F238E27FC236}">
                <a16:creationId xmlns:a16="http://schemas.microsoft.com/office/drawing/2014/main" id="{124BAE7B-3B53-8D14-3596-87B2E68E159D}"/>
              </a:ext>
            </a:extLst>
          </p:cNvPr>
          <p:cNvCxnSpPr>
            <a:cxnSpLocks/>
            <a:stCxn id="754" idx="0"/>
            <a:endCxn id="791" idx="2"/>
          </p:cNvCxnSpPr>
          <p:nvPr/>
        </p:nvCxnSpPr>
        <p:spPr>
          <a:xfrm rot="5400000" flipH="1" flipV="1">
            <a:off x="7218581" y="3785696"/>
            <a:ext cx="885825" cy="5155981"/>
          </a:xfrm>
          <a:prstGeom prst="curvedConnector3">
            <a:avLst>
              <a:gd name="adj1" fmla="val -13460"/>
            </a:avLst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0" name="Connector: Curved 2279">
            <a:extLst>
              <a:ext uri="{FF2B5EF4-FFF2-40B4-BE49-F238E27FC236}">
                <a16:creationId xmlns:a16="http://schemas.microsoft.com/office/drawing/2014/main" id="{DDDA3B5D-B2AD-4CFF-FC05-501DF5A3EF72}"/>
              </a:ext>
            </a:extLst>
          </p:cNvPr>
          <p:cNvCxnSpPr>
            <a:cxnSpLocks/>
            <a:stCxn id="736" idx="2"/>
            <a:endCxn id="793" idx="2"/>
          </p:cNvCxnSpPr>
          <p:nvPr/>
        </p:nvCxnSpPr>
        <p:spPr>
          <a:xfrm rot="5400000" flipH="1" flipV="1">
            <a:off x="7218581" y="2156921"/>
            <a:ext cx="885825" cy="5155981"/>
          </a:xfrm>
          <a:prstGeom prst="curvedConnector3">
            <a:avLst>
              <a:gd name="adj1" fmla="val -10382"/>
            </a:avLst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1" name="Straight Connector 2290">
            <a:extLst>
              <a:ext uri="{FF2B5EF4-FFF2-40B4-BE49-F238E27FC236}">
                <a16:creationId xmlns:a16="http://schemas.microsoft.com/office/drawing/2014/main" id="{09C2E0CB-F700-2AB8-6729-DEB5EC932C28}"/>
              </a:ext>
            </a:extLst>
          </p:cNvPr>
          <p:cNvCxnSpPr>
            <a:cxnSpLocks/>
          </p:cNvCxnSpPr>
          <p:nvPr/>
        </p:nvCxnSpPr>
        <p:spPr>
          <a:xfrm>
            <a:off x="7540753" y="3474601"/>
            <a:ext cx="0" cy="6159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96" name="real-target-spectrogram-r0-c0">
            <a:extLst>
              <a:ext uri="{FF2B5EF4-FFF2-40B4-BE49-F238E27FC236}">
                <a16:creationId xmlns:a16="http://schemas.microsoft.com/office/drawing/2014/main" id="{2515ABD8-F1B0-0E19-E8BC-5F90DEA6777E}"/>
              </a:ext>
            </a:extLst>
          </p:cNvPr>
          <p:cNvSpPr>
            <a:spLocks noGrp="1"/>
          </p:cNvSpPr>
          <p:nvPr/>
        </p:nvSpPr>
        <p:spPr>
          <a:xfrm>
            <a:off x="9763125" y="1607700"/>
            <a:ext cx="60590" cy="70115"/>
          </a:xfrm>
          <a:prstGeom prst="rect">
            <a:avLst/>
          </a:prstGeom>
          <a:solidFill>
            <a:srgbClr val="190B3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98" name="real-target-spectrogram-r0-c1">
            <a:extLst>
              <a:ext uri="{FF2B5EF4-FFF2-40B4-BE49-F238E27FC236}">
                <a16:creationId xmlns:a16="http://schemas.microsoft.com/office/drawing/2014/main" id="{D4FC35AF-3682-9322-6A40-D97D09E8B445}"/>
              </a:ext>
            </a:extLst>
          </p:cNvPr>
          <p:cNvSpPr>
            <a:spLocks noGrp="1"/>
          </p:cNvSpPr>
          <p:nvPr/>
        </p:nvSpPr>
        <p:spPr>
          <a:xfrm>
            <a:off x="9821333" y="1607700"/>
            <a:ext cx="60590" cy="70115"/>
          </a:xfrm>
          <a:prstGeom prst="rect">
            <a:avLst/>
          </a:prstGeom>
          <a:solidFill>
            <a:srgbClr val="1D0C4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00" name="real-target-spectrogram-r0-c2">
            <a:extLst>
              <a:ext uri="{FF2B5EF4-FFF2-40B4-BE49-F238E27FC236}">
                <a16:creationId xmlns:a16="http://schemas.microsoft.com/office/drawing/2014/main" id="{BA38137B-5A84-7A1B-ED17-C88474D83A97}"/>
              </a:ext>
            </a:extLst>
          </p:cNvPr>
          <p:cNvSpPr>
            <a:spLocks noGrp="1"/>
          </p:cNvSpPr>
          <p:nvPr/>
        </p:nvSpPr>
        <p:spPr>
          <a:xfrm>
            <a:off x="9879542" y="1607700"/>
            <a:ext cx="60590" cy="70115"/>
          </a:xfrm>
          <a:prstGeom prst="rect">
            <a:avLst/>
          </a:prstGeom>
          <a:solidFill>
            <a:srgbClr val="0906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02" name="real-target-spectrogram-r0-c3">
            <a:extLst>
              <a:ext uri="{FF2B5EF4-FFF2-40B4-BE49-F238E27FC236}">
                <a16:creationId xmlns:a16="http://schemas.microsoft.com/office/drawing/2014/main" id="{03E9285D-220E-963E-8B38-858F79DA7500}"/>
              </a:ext>
            </a:extLst>
          </p:cNvPr>
          <p:cNvSpPr>
            <a:spLocks noGrp="1"/>
          </p:cNvSpPr>
          <p:nvPr/>
        </p:nvSpPr>
        <p:spPr>
          <a:xfrm>
            <a:off x="9937750" y="1607700"/>
            <a:ext cx="60590" cy="70115"/>
          </a:xfrm>
          <a:prstGeom prst="rect">
            <a:avLst/>
          </a:prstGeom>
          <a:solidFill>
            <a:srgbClr val="0C072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04" name="real-target-spectrogram-r0-c4">
            <a:extLst>
              <a:ext uri="{FF2B5EF4-FFF2-40B4-BE49-F238E27FC236}">
                <a16:creationId xmlns:a16="http://schemas.microsoft.com/office/drawing/2014/main" id="{BA1F9608-2F59-5C03-E4B2-43A692A6E1AB}"/>
              </a:ext>
            </a:extLst>
          </p:cNvPr>
          <p:cNvSpPr>
            <a:spLocks noGrp="1"/>
          </p:cNvSpPr>
          <p:nvPr/>
        </p:nvSpPr>
        <p:spPr>
          <a:xfrm>
            <a:off x="9995958" y="1607700"/>
            <a:ext cx="60590" cy="70115"/>
          </a:xfrm>
          <a:prstGeom prst="rect">
            <a:avLst/>
          </a:prstGeom>
          <a:solidFill>
            <a:srgbClr val="0C072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06" name="real-target-spectrogram-r0-c5">
            <a:extLst>
              <a:ext uri="{FF2B5EF4-FFF2-40B4-BE49-F238E27FC236}">
                <a16:creationId xmlns:a16="http://schemas.microsoft.com/office/drawing/2014/main" id="{1433743F-F236-5E5D-2B6C-2A25D3E341D1}"/>
              </a:ext>
            </a:extLst>
          </p:cNvPr>
          <p:cNvSpPr>
            <a:spLocks noGrp="1"/>
          </p:cNvSpPr>
          <p:nvPr/>
        </p:nvSpPr>
        <p:spPr>
          <a:xfrm>
            <a:off x="10054167" y="1607700"/>
            <a:ext cx="60590" cy="70115"/>
          </a:xfrm>
          <a:prstGeom prst="rect">
            <a:avLst/>
          </a:prstGeom>
          <a:solidFill>
            <a:srgbClr val="07051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08" name="real-target-spectrogram-r0-c6">
            <a:extLst>
              <a:ext uri="{FF2B5EF4-FFF2-40B4-BE49-F238E27FC236}">
                <a16:creationId xmlns:a16="http://schemas.microsoft.com/office/drawing/2014/main" id="{4E66059E-7E70-375F-412D-255FCE3D1E08}"/>
              </a:ext>
            </a:extLst>
          </p:cNvPr>
          <p:cNvSpPr>
            <a:spLocks noGrp="1"/>
          </p:cNvSpPr>
          <p:nvPr/>
        </p:nvSpPr>
        <p:spPr>
          <a:xfrm>
            <a:off x="10112375" y="1607700"/>
            <a:ext cx="60590" cy="70115"/>
          </a:xfrm>
          <a:prstGeom prst="rect">
            <a:avLst/>
          </a:prstGeom>
          <a:solidFill>
            <a:srgbClr val="07051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10" name="real-target-spectrogram-r0-c7">
            <a:extLst>
              <a:ext uri="{FF2B5EF4-FFF2-40B4-BE49-F238E27FC236}">
                <a16:creationId xmlns:a16="http://schemas.microsoft.com/office/drawing/2014/main" id="{0E4F271F-E7E6-AD0B-B8DB-236489DA1984}"/>
              </a:ext>
            </a:extLst>
          </p:cNvPr>
          <p:cNvSpPr>
            <a:spLocks noGrp="1"/>
          </p:cNvSpPr>
          <p:nvPr/>
        </p:nvSpPr>
        <p:spPr>
          <a:xfrm>
            <a:off x="10170583" y="1607700"/>
            <a:ext cx="60590" cy="70115"/>
          </a:xfrm>
          <a:prstGeom prst="rect">
            <a:avLst/>
          </a:prstGeom>
          <a:solidFill>
            <a:srgbClr val="07051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12" name="real-target-spectrogram-r0-c8">
            <a:extLst>
              <a:ext uri="{FF2B5EF4-FFF2-40B4-BE49-F238E27FC236}">
                <a16:creationId xmlns:a16="http://schemas.microsoft.com/office/drawing/2014/main" id="{D4EA69B8-0D23-1EEA-5528-7442CA3A8E97}"/>
              </a:ext>
            </a:extLst>
          </p:cNvPr>
          <p:cNvSpPr>
            <a:spLocks noGrp="1"/>
          </p:cNvSpPr>
          <p:nvPr/>
        </p:nvSpPr>
        <p:spPr>
          <a:xfrm>
            <a:off x="10228792" y="1607700"/>
            <a:ext cx="60590" cy="70115"/>
          </a:xfrm>
          <a:prstGeom prst="rect">
            <a:avLst/>
          </a:prstGeom>
          <a:solidFill>
            <a:srgbClr val="07051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14" name="real-target-spectrogram-r0-c9">
            <a:extLst>
              <a:ext uri="{FF2B5EF4-FFF2-40B4-BE49-F238E27FC236}">
                <a16:creationId xmlns:a16="http://schemas.microsoft.com/office/drawing/2014/main" id="{4BDCBDCA-BB1F-985F-8927-02B27E285829}"/>
              </a:ext>
            </a:extLst>
          </p:cNvPr>
          <p:cNvSpPr>
            <a:spLocks noGrp="1"/>
          </p:cNvSpPr>
          <p:nvPr/>
        </p:nvSpPr>
        <p:spPr>
          <a:xfrm>
            <a:off x="10287000" y="1607700"/>
            <a:ext cx="60590" cy="70115"/>
          </a:xfrm>
          <a:prstGeom prst="rect">
            <a:avLst/>
          </a:prstGeom>
          <a:solidFill>
            <a:srgbClr val="07051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16" name="real-target-spectrogram-r0-c10">
            <a:extLst>
              <a:ext uri="{FF2B5EF4-FFF2-40B4-BE49-F238E27FC236}">
                <a16:creationId xmlns:a16="http://schemas.microsoft.com/office/drawing/2014/main" id="{8E3C2436-A9C3-70F8-F7D9-0B32A1166AA9}"/>
              </a:ext>
            </a:extLst>
          </p:cNvPr>
          <p:cNvSpPr>
            <a:spLocks noGrp="1"/>
          </p:cNvSpPr>
          <p:nvPr/>
        </p:nvSpPr>
        <p:spPr>
          <a:xfrm>
            <a:off x="10345208" y="1607700"/>
            <a:ext cx="60590" cy="70115"/>
          </a:xfrm>
          <a:prstGeom prst="rect">
            <a:avLst/>
          </a:prstGeom>
          <a:solidFill>
            <a:srgbClr val="07051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18" name="real-target-spectrogram-r0-c11">
            <a:extLst>
              <a:ext uri="{FF2B5EF4-FFF2-40B4-BE49-F238E27FC236}">
                <a16:creationId xmlns:a16="http://schemas.microsoft.com/office/drawing/2014/main" id="{B60008EB-0FCD-02FF-05B0-6158210B141D}"/>
              </a:ext>
            </a:extLst>
          </p:cNvPr>
          <p:cNvSpPr>
            <a:spLocks noGrp="1"/>
          </p:cNvSpPr>
          <p:nvPr/>
        </p:nvSpPr>
        <p:spPr>
          <a:xfrm>
            <a:off x="10403417" y="1607700"/>
            <a:ext cx="60590" cy="70115"/>
          </a:xfrm>
          <a:prstGeom prst="rect">
            <a:avLst/>
          </a:prstGeom>
          <a:solidFill>
            <a:srgbClr val="07051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20" name="real-target-spectrogram-r0-c12">
            <a:extLst>
              <a:ext uri="{FF2B5EF4-FFF2-40B4-BE49-F238E27FC236}">
                <a16:creationId xmlns:a16="http://schemas.microsoft.com/office/drawing/2014/main" id="{D82BD9FE-001A-A12A-1E29-791445889DFD}"/>
              </a:ext>
            </a:extLst>
          </p:cNvPr>
          <p:cNvSpPr>
            <a:spLocks noGrp="1"/>
          </p:cNvSpPr>
          <p:nvPr/>
        </p:nvSpPr>
        <p:spPr>
          <a:xfrm>
            <a:off x="10461625" y="1607700"/>
            <a:ext cx="60590" cy="70115"/>
          </a:xfrm>
          <a:prstGeom prst="rect">
            <a:avLst/>
          </a:prstGeom>
          <a:solidFill>
            <a:srgbClr val="07051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22" name="real-target-spectrogram-r0-c13">
            <a:extLst>
              <a:ext uri="{FF2B5EF4-FFF2-40B4-BE49-F238E27FC236}">
                <a16:creationId xmlns:a16="http://schemas.microsoft.com/office/drawing/2014/main" id="{90964A08-C8A3-F0EF-A416-3FCCF9AD357C}"/>
              </a:ext>
            </a:extLst>
          </p:cNvPr>
          <p:cNvSpPr>
            <a:spLocks noGrp="1"/>
          </p:cNvSpPr>
          <p:nvPr/>
        </p:nvSpPr>
        <p:spPr>
          <a:xfrm>
            <a:off x="10519833" y="1607700"/>
            <a:ext cx="60590" cy="70115"/>
          </a:xfrm>
          <a:prstGeom prst="rect">
            <a:avLst/>
          </a:prstGeom>
          <a:solidFill>
            <a:srgbClr val="07051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24" name="real-target-spectrogram-r0-c14">
            <a:extLst>
              <a:ext uri="{FF2B5EF4-FFF2-40B4-BE49-F238E27FC236}">
                <a16:creationId xmlns:a16="http://schemas.microsoft.com/office/drawing/2014/main" id="{65AFBB8C-4766-3548-BA8B-5969C49AF18D}"/>
              </a:ext>
            </a:extLst>
          </p:cNvPr>
          <p:cNvSpPr>
            <a:spLocks noGrp="1"/>
          </p:cNvSpPr>
          <p:nvPr/>
        </p:nvSpPr>
        <p:spPr>
          <a:xfrm>
            <a:off x="10578042" y="1607700"/>
            <a:ext cx="60590" cy="70115"/>
          </a:xfrm>
          <a:prstGeom prst="rect">
            <a:avLst/>
          </a:prstGeom>
          <a:solidFill>
            <a:srgbClr val="07051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26" name="real-target-spectrogram-r0-c15">
            <a:extLst>
              <a:ext uri="{FF2B5EF4-FFF2-40B4-BE49-F238E27FC236}">
                <a16:creationId xmlns:a16="http://schemas.microsoft.com/office/drawing/2014/main" id="{D9056116-EBBB-75D8-769A-3403998423BE}"/>
              </a:ext>
            </a:extLst>
          </p:cNvPr>
          <p:cNvSpPr>
            <a:spLocks noGrp="1"/>
          </p:cNvSpPr>
          <p:nvPr/>
        </p:nvSpPr>
        <p:spPr>
          <a:xfrm>
            <a:off x="10636250" y="1607700"/>
            <a:ext cx="60590" cy="70115"/>
          </a:xfrm>
          <a:prstGeom prst="rect">
            <a:avLst/>
          </a:prstGeom>
          <a:solidFill>
            <a:srgbClr val="08051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28" name="real-target-spectrogram-r0-c16">
            <a:extLst>
              <a:ext uri="{FF2B5EF4-FFF2-40B4-BE49-F238E27FC236}">
                <a16:creationId xmlns:a16="http://schemas.microsoft.com/office/drawing/2014/main" id="{73250B52-2065-C173-FAAF-5D36D1B0DAA0}"/>
              </a:ext>
            </a:extLst>
          </p:cNvPr>
          <p:cNvSpPr>
            <a:spLocks noGrp="1"/>
          </p:cNvSpPr>
          <p:nvPr/>
        </p:nvSpPr>
        <p:spPr>
          <a:xfrm>
            <a:off x="10694458" y="1607700"/>
            <a:ext cx="60590" cy="70115"/>
          </a:xfrm>
          <a:prstGeom prst="rect">
            <a:avLst/>
          </a:prstGeom>
          <a:solidFill>
            <a:srgbClr val="1B0C4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30" name="real-target-spectrogram-r0-c17">
            <a:extLst>
              <a:ext uri="{FF2B5EF4-FFF2-40B4-BE49-F238E27FC236}">
                <a16:creationId xmlns:a16="http://schemas.microsoft.com/office/drawing/2014/main" id="{BA6AC529-B89F-49C4-5098-C7F9AE54347C}"/>
              </a:ext>
            </a:extLst>
          </p:cNvPr>
          <p:cNvSpPr>
            <a:spLocks noGrp="1"/>
          </p:cNvSpPr>
          <p:nvPr/>
        </p:nvSpPr>
        <p:spPr>
          <a:xfrm>
            <a:off x="10752667" y="1607700"/>
            <a:ext cx="60590" cy="70115"/>
          </a:xfrm>
          <a:prstGeom prst="rect">
            <a:avLst/>
          </a:prstGeom>
          <a:solidFill>
            <a:srgbClr val="170A3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32" name="real-target-spectrogram-r1-c0">
            <a:extLst>
              <a:ext uri="{FF2B5EF4-FFF2-40B4-BE49-F238E27FC236}">
                <a16:creationId xmlns:a16="http://schemas.microsoft.com/office/drawing/2014/main" id="{5A0C2389-1AE1-197A-8DD0-D6BA03EEB481}"/>
              </a:ext>
            </a:extLst>
          </p:cNvPr>
          <p:cNvSpPr>
            <a:spLocks noGrp="1"/>
          </p:cNvSpPr>
          <p:nvPr/>
        </p:nvSpPr>
        <p:spPr>
          <a:xfrm>
            <a:off x="9763125" y="1675433"/>
            <a:ext cx="60590" cy="70115"/>
          </a:xfrm>
          <a:prstGeom prst="rect">
            <a:avLst/>
          </a:prstGeom>
          <a:solidFill>
            <a:srgbClr val="1D0C4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34" name="real-target-spectrogram-r1-c1">
            <a:extLst>
              <a:ext uri="{FF2B5EF4-FFF2-40B4-BE49-F238E27FC236}">
                <a16:creationId xmlns:a16="http://schemas.microsoft.com/office/drawing/2014/main" id="{7F303408-E2B0-2E66-C5F1-7F812295E925}"/>
              </a:ext>
            </a:extLst>
          </p:cNvPr>
          <p:cNvSpPr>
            <a:spLocks noGrp="1"/>
          </p:cNvSpPr>
          <p:nvPr/>
        </p:nvSpPr>
        <p:spPr>
          <a:xfrm>
            <a:off x="9821333" y="1675433"/>
            <a:ext cx="60590" cy="70115"/>
          </a:xfrm>
          <a:prstGeom prst="rect">
            <a:avLst/>
          </a:prstGeom>
          <a:solidFill>
            <a:srgbClr val="260F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36" name="real-target-spectrogram-r1-c2">
            <a:extLst>
              <a:ext uri="{FF2B5EF4-FFF2-40B4-BE49-F238E27FC236}">
                <a16:creationId xmlns:a16="http://schemas.microsoft.com/office/drawing/2014/main" id="{398144A8-E555-55CD-E2C7-68AD0C178BD7}"/>
              </a:ext>
            </a:extLst>
          </p:cNvPr>
          <p:cNvSpPr>
            <a:spLocks noGrp="1"/>
          </p:cNvSpPr>
          <p:nvPr/>
        </p:nvSpPr>
        <p:spPr>
          <a:xfrm>
            <a:off x="9879542" y="1675433"/>
            <a:ext cx="60590" cy="70115"/>
          </a:xfrm>
          <a:prstGeom prst="rect">
            <a:avLst/>
          </a:prstGeom>
          <a:solidFill>
            <a:srgbClr val="28105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38" name="real-target-spectrogram-r1-c3">
            <a:extLst>
              <a:ext uri="{FF2B5EF4-FFF2-40B4-BE49-F238E27FC236}">
                <a16:creationId xmlns:a16="http://schemas.microsoft.com/office/drawing/2014/main" id="{AD5E777C-8A7D-0433-CE6E-17CF5F565ACB}"/>
              </a:ext>
            </a:extLst>
          </p:cNvPr>
          <p:cNvSpPr>
            <a:spLocks noGrp="1"/>
          </p:cNvSpPr>
          <p:nvPr/>
        </p:nvSpPr>
        <p:spPr>
          <a:xfrm>
            <a:off x="9937750" y="1675433"/>
            <a:ext cx="60590" cy="70115"/>
          </a:xfrm>
          <a:prstGeom prst="rect">
            <a:avLst/>
          </a:prstGeom>
          <a:solidFill>
            <a:srgbClr val="4215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40" name="real-target-spectrogram-r1-c4">
            <a:extLst>
              <a:ext uri="{FF2B5EF4-FFF2-40B4-BE49-F238E27FC236}">
                <a16:creationId xmlns:a16="http://schemas.microsoft.com/office/drawing/2014/main" id="{ED346743-3DEF-6685-6AB8-D1384B3F45BB}"/>
              </a:ext>
            </a:extLst>
          </p:cNvPr>
          <p:cNvSpPr>
            <a:spLocks noGrp="1"/>
          </p:cNvSpPr>
          <p:nvPr/>
        </p:nvSpPr>
        <p:spPr>
          <a:xfrm>
            <a:off x="9995958" y="1675433"/>
            <a:ext cx="60590" cy="70115"/>
          </a:xfrm>
          <a:prstGeom prst="rect">
            <a:avLst/>
          </a:prstGeom>
          <a:solidFill>
            <a:srgbClr val="3413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42" name="real-target-spectrogram-r1-c5">
            <a:extLst>
              <a:ext uri="{FF2B5EF4-FFF2-40B4-BE49-F238E27FC236}">
                <a16:creationId xmlns:a16="http://schemas.microsoft.com/office/drawing/2014/main" id="{72BA5B56-CDF3-6444-043A-9D1343356E61}"/>
              </a:ext>
            </a:extLst>
          </p:cNvPr>
          <p:cNvSpPr>
            <a:spLocks noGrp="1"/>
          </p:cNvSpPr>
          <p:nvPr/>
        </p:nvSpPr>
        <p:spPr>
          <a:xfrm>
            <a:off x="10054167" y="1675433"/>
            <a:ext cx="60590" cy="70115"/>
          </a:xfrm>
          <a:prstGeom prst="rect">
            <a:avLst/>
          </a:prstGeom>
          <a:solidFill>
            <a:srgbClr val="170A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44" name="real-target-spectrogram-r1-c6">
            <a:extLst>
              <a:ext uri="{FF2B5EF4-FFF2-40B4-BE49-F238E27FC236}">
                <a16:creationId xmlns:a16="http://schemas.microsoft.com/office/drawing/2014/main" id="{59C823FE-6295-56E2-C5AB-5AD23D35273F}"/>
              </a:ext>
            </a:extLst>
          </p:cNvPr>
          <p:cNvSpPr>
            <a:spLocks noGrp="1"/>
          </p:cNvSpPr>
          <p:nvPr/>
        </p:nvSpPr>
        <p:spPr>
          <a:xfrm>
            <a:off x="10112375" y="1675433"/>
            <a:ext cx="60590" cy="70115"/>
          </a:xfrm>
          <a:prstGeom prst="rect">
            <a:avLst/>
          </a:prstGeom>
          <a:solidFill>
            <a:srgbClr val="1E0D4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46" name="real-target-spectrogram-r1-c7">
            <a:extLst>
              <a:ext uri="{FF2B5EF4-FFF2-40B4-BE49-F238E27FC236}">
                <a16:creationId xmlns:a16="http://schemas.microsoft.com/office/drawing/2014/main" id="{DCFBC8DF-59B7-E003-7B7F-B12F6F2A100C}"/>
              </a:ext>
            </a:extLst>
          </p:cNvPr>
          <p:cNvSpPr>
            <a:spLocks noGrp="1"/>
          </p:cNvSpPr>
          <p:nvPr/>
        </p:nvSpPr>
        <p:spPr>
          <a:xfrm>
            <a:off x="10170583" y="1675433"/>
            <a:ext cx="60590" cy="70115"/>
          </a:xfrm>
          <a:prstGeom prst="rect">
            <a:avLst/>
          </a:prstGeom>
          <a:solidFill>
            <a:srgbClr val="160A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48" name="real-target-spectrogram-r1-c8">
            <a:extLst>
              <a:ext uri="{FF2B5EF4-FFF2-40B4-BE49-F238E27FC236}">
                <a16:creationId xmlns:a16="http://schemas.microsoft.com/office/drawing/2014/main" id="{5064E552-17E5-9D55-E87C-7551137552F1}"/>
              </a:ext>
            </a:extLst>
          </p:cNvPr>
          <p:cNvSpPr>
            <a:spLocks noGrp="1"/>
          </p:cNvSpPr>
          <p:nvPr/>
        </p:nvSpPr>
        <p:spPr>
          <a:xfrm>
            <a:off x="10228792" y="1675433"/>
            <a:ext cx="60590" cy="70115"/>
          </a:xfrm>
          <a:prstGeom prst="rect">
            <a:avLst/>
          </a:prstGeom>
          <a:solidFill>
            <a:srgbClr val="200D4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50" name="real-target-spectrogram-r1-c9">
            <a:extLst>
              <a:ext uri="{FF2B5EF4-FFF2-40B4-BE49-F238E27FC236}">
                <a16:creationId xmlns:a16="http://schemas.microsoft.com/office/drawing/2014/main" id="{6D7A992C-DF96-10D0-99CD-DFA9E5836ADC}"/>
              </a:ext>
            </a:extLst>
          </p:cNvPr>
          <p:cNvSpPr>
            <a:spLocks noGrp="1"/>
          </p:cNvSpPr>
          <p:nvPr/>
        </p:nvSpPr>
        <p:spPr>
          <a:xfrm>
            <a:off x="10287000" y="1675433"/>
            <a:ext cx="60590" cy="70115"/>
          </a:xfrm>
          <a:prstGeom prst="rect">
            <a:avLst/>
          </a:prstGeom>
          <a:solidFill>
            <a:srgbClr val="1D0C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52" name="real-target-spectrogram-r1-c10">
            <a:extLst>
              <a:ext uri="{FF2B5EF4-FFF2-40B4-BE49-F238E27FC236}">
                <a16:creationId xmlns:a16="http://schemas.microsoft.com/office/drawing/2014/main" id="{DE79C6D1-5BF0-1036-10FD-C3F8E1EA5896}"/>
              </a:ext>
            </a:extLst>
          </p:cNvPr>
          <p:cNvSpPr>
            <a:spLocks noGrp="1"/>
          </p:cNvSpPr>
          <p:nvPr/>
        </p:nvSpPr>
        <p:spPr>
          <a:xfrm>
            <a:off x="10345208" y="1675433"/>
            <a:ext cx="60590" cy="70115"/>
          </a:xfrm>
          <a:prstGeom prst="rect">
            <a:avLst/>
          </a:prstGeom>
          <a:solidFill>
            <a:srgbClr val="230E4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54" name="real-target-spectrogram-r1-c11">
            <a:extLst>
              <a:ext uri="{FF2B5EF4-FFF2-40B4-BE49-F238E27FC236}">
                <a16:creationId xmlns:a16="http://schemas.microsoft.com/office/drawing/2014/main" id="{34A93F6B-059D-090D-80DD-D6E090376E1F}"/>
              </a:ext>
            </a:extLst>
          </p:cNvPr>
          <p:cNvSpPr>
            <a:spLocks noGrp="1"/>
          </p:cNvSpPr>
          <p:nvPr/>
        </p:nvSpPr>
        <p:spPr>
          <a:xfrm>
            <a:off x="10403417" y="1675433"/>
            <a:ext cx="60590" cy="70115"/>
          </a:xfrm>
          <a:prstGeom prst="rect">
            <a:avLst/>
          </a:prstGeom>
          <a:solidFill>
            <a:srgbClr val="220E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56" name="real-target-spectrogram-r1-c12">
            <a:extLst>
              <a:ext uri="{FF2B5EF4-FFF2-40B4-BE49-F238E27FC236}">
                <a16:creationId xmlns:a16="http://schemas.microsoft.com/office/drawing/2014/main" id="{CF7606DB-CC71-0D83-62FF-FA88DFE28372}"/>
              </a:ext>
            </a:extLst>
          </p:cNvPr>
          <p:cNvSpPr>
            <a:spLocks noGrp="1"/>
          </p:cNvSpPr>
          <p:nvPr/>
        </p:nvSpPr>
        <p:spPr>
          <a:xfrm>
            <a:off x="10461625" y="1675433"/>
            <a:ext cx="60590" cy="70115"/>
          </a:xfrm>
          <a:prstGeom prst="rect">
            <a:avLst/>
          </a:prstGeom>
          <a:solidFill>
            <a:srgbClr val="11082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58" name="real-target-spectrogram-r1-c13">
            <a:extLst>
              <a:ext uri="{FF2B5EF4-FFF2-40B4-BE49-F238E27FC236}">
                <a16:creationId xmlns:a16="http://schemas.microsoft.com/office/drawing/2014/main" id="{A05530DA-5F4B-153D-FC40-521EE433180B}"/>
              </a:ext>
            </a:extLst>
          </p:cNvPr>
          <p:cNvSpPr>
            <a:spLocks noGrp="1"/>
          </p:cNvSpPr>
          <p:nvPr/>
        </p:nvSpPr>
        <p:spPr>
          <a:xfrm>
            <a:off x="10519833" y="1675433"/>
            <a:ext cx="60590" cy="70115"/>
          </a:xfrm>
          <a:prstGeom prst="rect">
            <a:avLst/>
          </a:prstGeom>
          <a:solidFill>
            <a:srgbClr val="240E5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60" name="real-target-spectrogram-r1-c14">
            <a:extLst>
              <a:ext uri="{FF2B5EF4-FFF2-40B4-BE49-F238E27FC236}">
                <a16:creationId xmlns:a16="http://schemas.microsoft.com/office/drawing/2014/main" id="{B28EE6C5-F7CA-AF8A-D3B3-4234E87AB057}"/>
              </a:ext>
            </a:extLst>
          </p:cNvPr>
          <p:cNvSpPr>
            <a:spLocks noGrp="1"/>
          </p:cNvSpPr>
          <p:nvPr/>
        </p:nvSpPr>
        <p:spPr>
          <a:xfrm>
            <a:off x="10578042" y="1675433"/>
            <a:ext cx="60590" cy="70115"/>
          </a:xfrm>
          <a:prstGeom prst="rect">
            <a:avLst/>
          </a:prstGeom>
          <a:solidFill>
            <a:srgbClr val="2F126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62" name="real-target-spectrogram-r1-c15">
            <a:extLst>
              <a:ext uri="{FF2B5EF4-FFF2-40B4-BE49-F238E27FC236}">
                <a16:creationId xmlns:a16="http://schemas.microsoft.com/office/drawing/2014/main" id="{19CB1E85-1F55-20A2-6D36-B0784B37246B}"/>
              </a:ext>
            </a:extLst>
          </p:cNvPr>
          <p:cNvSpPr>
            <a:spLocks noGrp="1"/>
          </p:cNvSpPr>
          <p:nvPr/>
        </p:nvSpPr>
        <p:spPr>
          <a:xfrm>
            <a:off x="10636250" y="1675433"/>
            <a:ext cx="60590" cy="70115"/>
          </a:xfrm>
          <a:prstGeom prst="rect">
            <a:avLst/>
          </a:prstGeom>
          <a:solidFill>
            <a:srgbClr val="2910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64" name="real-target-spectrogram-r1-c16">
            <a:extLst>
              <a:ext uri="{FF2B5EF4-FFF2-40B4-BE49-F238E27FC236}">
                <a16:creationId xmlns:a16="http://schemas.microsoft.com/office/drawing/2014/main" id="{4E1056F3-4E45-A584-B756-C40872DBA4B8}"/>
              </a:ext>
            </a:extLst>
          </p:cNvPr>
          <p:cNvSpPr>
            <a:spLocks noGrp="1"/>
          </p:cNvSpPr>
          <p:nvPr/>
        </p:nvSpPr>
        <p:spPr>
          <a:xfrm>
            <a:off x="10694458" y="1675433"/>
            <a:ext cx="60590" cy="70115"/>
          </a:xfrm>
          <a:prstGeom prst="rect">
            <a:avLst/>
          </a:prstGeom>
          <a:solidFill>
            <a:srgbClr val="39146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66" name="real-target-spectrogram-r1-c17">
            <a:extLst>
              <a:ext uri="{FF2B5EF4-FFF2-40B4-BE49-F238E27FC236}">
                <a16:creationId xmlns:a16="http://schemas.microsoft.com/office/drawing/2014/main" id="{F796D4B3-72F6-13FC-C56A-2FAF6B07558A}"/>
              </a:ext>
            </a:extLst>
          </p:cNvPr>
          <p:cNvSpPr>
            <a:spLocks noGrp="1"/>
          </p:cNvSpPr>
          <p:nvPr/>
        </p:nvSpPr>
        <p:spPr>
          <a:xfrm>
            <a:off x="10752667" y="1675433"/>
            <a:ext cx="60590" cy="70115"/>
          </a:xfrm>
          <a:prstGeom prst="rect">
            <a:avLst/>
          </a:prstGeom>
          <a:solidFill>
            <a:srgbClr val="1C0C4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68" name="real-target-spectrogram-r2-c0">
            <a:extLst>
              <a:ext uri="{FF2B5EF4-FFF2-40B4-BE49-F238E27FC236}">
                <a16:creationId xmlns:a16="http://schemas.microsoft.com/office/drawing/2014/main" id="{CC74AB20-C9C2-5BB5-DF94-383E70BC1691}"/>
              </a:ext>
            </a:extLst>
          </p:cNvPr>
          <p:cNvSpPr>
            <a:spLocks noGrp="1"/>
          </p:cNvSpPr>
          <p:nvPr/>
        </p:nvSpPr>
        <p:spPr>
          <a:xfrm>
            <a:off x="9763125" y="1743167"/>
            <a:ext cx="60590" cy="70115"/>
          </a:xfrm>
          <a:prstGeom prst="rect">
            <a:avLst/>
          </a:prstGeom>
          <a:solidFill>
            <a:srgbClr val="210D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70" name="real-target-spectrogram-r2-c1">
            <a:extLst>
              <a:ext uri="{FF2B5EF4-FFF2-40B4-BE49-F238E27FC236}">
                <a16:creationId xmlns:a16="http://schemas.microsoft.com/office/drawing/2014/main" id="{E6FDFA19-6150-0B8A-9290-FF8C867A1FFC}"/>
              </a:ext>
            </a:extLst>
          </p:cNvPr>
          <p:cNvSpPr>
            <a:spLocks noGrp="1"/>
          </p:cNvSpPr>
          <p:nvPr/>
        </p:nvSpPr>
        <p:spPr>
          <a:xfrm>
            <a:off x="9821333" y="1743167"/>
            <a:ext cx="60590" cy="70115"/>
          </a:xfrm>
          <a:prstGeom prst="rect">
            <a:avLst/>
          </a:prstGeom>
          <a:solidFill>
            <a:srgbClr val="4E18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72" name="real-target-spectrogram-r2-c2">
            <a:extLst>
              <a:ext uri="{FF2B5EF4-FFF2-40B4-BE49-F238E27FC236}">
                <a16:creationId xmlns:a16="http://schemas.microsoft.com/office/drawing/2014/main" id="{CE3BF7E6-0AE4-7B78-B05D-96BEF93750F5}"/>
              </a:ext>
            </a:extLst>
          </p:cNvPr>
          <p:cNvSpPr>
            <a:spLocks noGrp="1"/>
          </p:cNvSpPr>
          <p:nvPr/>
        </p:nvSpPr>
        <p:spPr>
          <a:xfrm>
            <a:off x="9879542" y="1743167"/>
            <a:ext cx="60590" cy="70115"/>
          </a:xfrm>
          <a:prstGeom prst="rect">
            <a:avLst/>
          </a:prstGeom>
          <a:solidFill>
            <a:srgbClr val="3A14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74" name="real-target-spectrogram-r2-c3">
            <a:extLst>
              <a:ext uri="{FF2B5EF4-FFF2-40B4-BE49-F238E27FC236}">
                <a16:creationId xmlns:a16="http://schemas.microsoft.com/office/drawing/2014/main" id="{16DE8490-D7F5-D5F8-9A42-883CDA52C9EC}"/>
              </a:ext>
            </a:extLst>
          </p:cNvPr>
          <p:cNvSpPr>
            <a:spLocks noGrp="1"/>
          </p:cNvSpPr>
          <p:nvPr/>
        </p:nvSpPr>
        <p:spPr>
          <a:xfrm>
            <a:off x="9937750" y="1743167"/>
            <a:ext cx="60590" cy="70115"/>
          </a:xfrm>
          <a:prstGeom prst="rect">
            <a:avLst/>
          </a:prstGeom>
          <a:solidFill>
            <a:srgbClr val="3D146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76" name="real-target-spectrogram-r2-c4">
            <a:extLst>
              <a:ext uri="{FF2B5EF4-FFF2-40B4-BE49-F238E27FC236}">
                <a16:creationId xmlns:a16="http://schemas.microsoft.com/office/drawing/2014/main" id="{D88FC36A-C692-04EE-872F-B4CF8E73BAF9}"/>
              </a:ext>
            </a:extLst>
          </p:cNvPr>
          <p:cNvSpPr>
            <a:spLocks noGrp="1"/>
          </p:cNvSpPr>
          <p:nvPr/>
        </p:nvSpPr>
        <p:spPr>
          <a:xfrm>
            <a:off x="9995958" y="1743167"/>
            <a:ext cx="60590" cy="70115"/>
          </a:xfrm>
          <a:prstGeom prst="rect">
            <a:avLst/>
          </a:prstGeom>
          <a:solidFill>
            <a:srgbClr val="4215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78" name="real-target-spectrogram-r2-c5">
            <a:extLst>
              <a:ext uri="{FF2B5EF4-FFF2-40B4-BE49-F238E27FC236}">
                <a16:creationId xmlns:a16="http://schemas.microsoft.com/office/drawing/2014/main" id="{421558A7-13D4-F909-CFCB-F61C7D278A5C}"/>
              </a:ext>
            </a:extLst>
          </p:cNvPr>
          <p:cNvSpPr>
            <a:spLocks noGrp="1"/>
          </p:cNvSpPr>
          <p:nvPr/>
        </p:nvSpPr>
        <p:spPr>
          <a:xfrm>
            <a:off x="10054167" y="1743167"/>
            <a:ext cx="60590" cy="70115"/>
          </a:xfrm>
          <a:prstGeom prst="rect">
            <a:avLst/>
          </a:prstGeom>
          <a:solidFill>
            <a:srgbClr val="220E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80" name="real-target-spectrogram-r2-c6">
            <a:extLst>
              <a:ext uri="{FF2B5EF4-FFF2-40B4-BE49-F238E27FC236}">
                <a16:creationId xmlns:a16="http://schemas.microsoft.com/office/drawing/2014/main" id="{D1498CE2-6540-4FEA-F895-4FFE2CD1BA67}"/>
              </a:ext>
            </a:extLst>
          </p:cNvPr>
          <p:cNvSpPr>
            <a:spLocks noGrp="1"/>
          </p:cNvSpPr>
          <p:nvPr/>
        </p:nvSpPr>
        <p:spPr>
          <a:xfrm>
            <a:off x="10112375" y="1743167"/>
            <a:ext cx="60590" cy="70115"/>
          </a:xfrm>
          <a:prstGeom prst="rect">
            <a:avLst/>
          </a:prstGeom>
          <a:solidFill>
            <a:srgbClr val="2C11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82" name="real-target-spectrogram-r2-c7">
            <a:extLst>
              <a:ext uri="{FF2B5EF4-FFF2-40B4-BE49-F238E27FC236}">
                <a16:creationId xmlns:a16="http://schemas.microsoft.com/office/drawing/2014/main" id="{C5A1279B-D5E0-ACF2-4C94-FF2375CC030C}"/>
              </a:ext>
            </a:extLst>
          </p:cNvPr>
          <p:cNvSpPr>
            <a:spLocks noGrp="1"/>
          </p:cNvSpPr>
          <p:nvPr/>
        </p:nvSpPr>
        <p:spPr>
          <a:xfrm>
            <a:off x="10170583" y="1743167"/>
            <a:ext cx="60590" cy="70115"/>
          </a:xfrm>
          <a:prstGeom prst="rect">
            <a:avLst/>
          </a:prstGeom>
          <a:solidFill>
            <a:srgbClr val="28105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84" name="real-target-spectrogram-r2-c8">
            <a:extLst>
              <a:ext uri="{FF2B5EF4-FFF2-40B4-BE49-F238E27FC236}">
                <a16:creationId xmlns:a16="http://schemas.microsoft.com/office/drawing/2014/main" id="{E678A47A-8064-E6C5-BBCB-EEEF5E381312}"/>
              </a:ext>
            </a:extLst>
          </p:cNvPr>
          <p:cNvSpPr>
            <a:spLocks noGrp="1"/>
          </p:cNvSpPr>
          <p:nvPr/>
        </p:nvSpPr>
        <p:spPr>
          <a:xfrm>
            <a:off x="10228792" y="1743167"/>
            <a:ext cx="60590" cy="70115"/>
          </a:xfrm>
          <a:prstGeom prst="rect">
            <a:avLst/>
          </a:prstGeom>
          <a:solidFill>
            <a:srgbClr val="2C11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86" name="real-target-spectrogram-r2-c9">
            <a:extLst>
              <a:ext uri="{FF2B5EF4-FFF2-40B4-BE49-F238E27FC236}">
                <a16:creationId xmlns:a16="http://schemas.microsoft.com/office/drawing/2014/main" id="{9D115EA7-BC1F-4BF4-69C2-05D67B21C1B3}"/>
              </a:ext>
            </a:extLst>
          </p:cNvPr>
          <p:cNvSpPr>
            <a:spLocks noGrp="1"/>
          </p:cNvSpPr>
          <p:nvPr/>
        </p:nvSpPr>
        <p:spPr>
          <a:xfrm>
            <a:off x="10287000" y="1743167"/>
            <a:ext cx="60590" cy="70115"/>
          </a:xfrm>
          <a:prstGeom prst="rect">
            <a:avLst/>
          </a:prstGeom>
          <a:solidFill>
            <a:srgbClr val="3D146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88" name="real-target-spectrogram-r2-c10">
            <a:extLst>
              <a:ext uri="{FF2B5EF4-FFF2-40B4-BE49-F238E27FC236}">
                <a16:creationId xmlns:a16="http://schemas.microsoft.com/office/drawing/2014/main" id="{0530D694-E215-E8BF-589F-7EF5AEF71D6D}"/>
              </a:ext>
            </a:extLst>
          </p:cNvPr>
          <p:cNvSpPr>
            <a:spLocks noGrp="1"/>
          </p:cNvSpPr>
          <p:nvPr/>
        </p:nvSpPr>
        <p:spPr>
          <a:xfrm>
            <a:off x="10345208" y="1743167"/>
            <a:ext cx="60590" cy="70115"/>
          </a:xfrm>
          <a:prstGeom prst="rect">
            <a:avLst/>
          </a:prstGeom>
          <a:solidFill>
            <a:srgbClr val="3312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90" name="real-target-spectrogram-r2-c11">
            <a:extLst>
              <a:ext uri="{FF2B5EF4-FFF2-40B4-BE49-F238E27FC236}">
                <a16:creationId xmlns:a16="http://schemas.microsoft.com/office/drawing/2014/main" id="{59EDEA4C-700B-E553-0D54-4EE2689A4527}"/>
              </a:ext>
            </a:extLst>
          </p:cNvPr>
          <p:cNvSpPr>
            <a:spLocks noGrp="1"/>
          </p:cNvSpPr>
          <p:nvPr/>
        </p:nvSpPr>
        <p:spPr>
          <a:xfrm>
            <a:off x="10403417" y="1743167"/>
            <a:ext cx="60590" cy="70115"/>
          </a:xfrm>
          <a:prstGeom prst="rect">
            <a:avLst/>
          </a:prstGeom>
          <a:solidFill>
            <a:srgbClr val="33126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92" name="real-target-spectrogram-r2-c12">
            <a:extLst>
              <a:ext uri="{FF2B5EF4-FFF2-40B4-BE49-F238E27FC236}">
                <a16:creationId xmlns:a16="http://schemas.microsoft.com/office/drawing/2014/main" id="{7E820449-68A6-BF5D-3DC7-030DB5C1EC09}"/>
              </a:ext>
            </a:extLst>
          </p:cNvPr>
          <p:cNvSpPr>
            <a:spLocks noGrp="1"/>
          </p:cNvSpPr>
          <p:nvPr/>
        </p:nvSpPr>
        <p:spPr>
          <a:xfrm>
            <a:off x="10461625" y="1743167"/>
            <a:ext cx="60590" cy="70115"/>
          </a:xfrm>
          <a:prstGeom prst="rect">
            <a:avLst/>
          </a:prstGeom>
          <a:solidFill>
            <a:srgbClr val="270F5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94" name="real-target-spectrogram-r2-c13">
            <a:extLst>
              <a:ext uri="{FF2B5EF4-FFF2-40B4-BE49-F238E27FC236}">
                <a16:creationId xmlns:a16="http://schemas.microsoft.com/office/drawing/2014/main" id="{95A15339-0416-D53E-667F-7BCA1248A397}"/>
              </a:ext>
            </a:extLst>
          </p:cNvPr>
          <p:cNvSpPr>
            <a:spLocks noGrp="1"/>
          </p:cNvSpPr>
          <p:nvPr/>
        </p:nvSpPr>
        <p:spPr>
          <a:xfrm>
            <a:off x="10519833" y="1743167"/>
            <a:ext cx="60590" cy="70115"/>
          </a:xfrm>
          <a:prstGeom prst="rect">
            <a:avLst/>
          </a:prstGeom>
          <a:solidFill>
            <a:srgbClr val="30126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96" name="real-target-spectrogram-r2-c14">
            <a:extLst>
              <a:ext uri="{FF2B5EF4-FFF2-40B4-BE49-F238E27FC236}">
                <a16:creationId xmlns:a16="http://schemas.microsoft.com/office/drawing/2014/main" id="{D057C9F6-D0CA-05D7-D6A3-BFDDD14FA6BD}"/>
              </a:ext>
            </a:extLst>
          </p:cNvPr>
          <p:cNvSpPr>
            <a:spLocks noGrp="1"/>
          </p:cNvSpPr>
          <p:nvPr/>
        </p:nvSpPr>
        <p:spPr>
          <a:xfrm>
            <a:off x="10578042" y="1743167"/>
            <a:ext cx="60590" cy="70115"/>
          </a:xfrm>
          <a:prstGeom prst="rect">
            <a:avLst/>
          </a:prstGeom>
          <a:solidFill>
            <a:srgbClr val="2A10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98" name="real-target-spectrogram-r2-c15">
            <a:extLst>
              <a:ext uri="{FF2B5EF4-FFF2-40B4-BE49-F238E27FC236}">
                <a16:creationId xmlns:a16="http://schemas.microsoft.com/office/drawing/2014/main" id="{87863F0E-5E9A-F9B3-5C95-33C44B6CB96B}"/>
              </a:ext>
            </a:extLst>
          </p:cNvPr>
          <p:cNvSpPr>
            <a:spLocks noGrp="1"/>
          </p:cNvSpPr>
          <p:nvPr/>
        </p:nvSpPr>
        <p:spPr>
          <a:xfrm>
            <a:off x="10636250" y="1743167"/>
            <a:ext cx="60590" cy="70115"/>
          </a:xfrm>
          <a:prstGeom prst="rect">
            <a:avLst/>
          </a:prstGeom>
          <a:solidFill>
            <a:srgbClr val="46166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00" name="real-target-spectrogram-r2-c16">
            <a:extLst>
              <a:ext uri="{FF2B5EF4-FFF2-40B4-BE49-F238E27FC236}">
                <a16:creationId xmlns:a16="http://schemas.microsoft.com/office/drawing/2014/main" id="{FC544093-47DD-39D9-FBFA-1D6062BB193B}"/>
              </a:ext>
            </a:extLst>
          </p:cNvPr>
          <p:cNvSpPr>
            <a:spLocks noGrp="1"/>
          </p:cNvSpPr>
          <p:nvPr/>
        </p:nvSpPr>
        <p:spPr>
          <a:xfrm>
            <a:off x="10694458" y="1743167"/>
            <a:ext cx="60590" cy="70115"/>
          </a:xfrm>
          <a:prstGeom prst="rect">
            <a:avLst/>
          </a:prstGeom>
          <a:solidFill>
            <a:srgbClr val="621C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02" name="real-target-spectrogram-r2-c17">
            <a:extLst>
              <a:ext uri="{FF2B5EF4-FFF2-40B4-BE49-F238E27FC236}">
                <a16:creationId xmlns:a16="http://schemas.microsoft.com/office/drawing/2014/main" id="{96D0F73D-818A-4054-EFE7-23344D168B84}"/>
              </a:ext>
            </a:extLst>
          </p:cNvPr>
          <p:cNvSpPr>
            <a:spLocks noGrp="1"/>
          </p:cNvSpPr>
          <p:nvPr/>
        </p:nvSpPr>
        <p:spPr>
          <a:xfrm>
            <a:off x="10752667" y="1743167"/>
            <a:ext cx="60590" cy="70115"/>
          </a:xfrm>
          <a:prstGeom prst="rect">
            <a:avLst/>
          </a:prstGeom>
          <a:solidFill>
            <a:srgbClr val="1C0C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04" name="real-target-spectrogram-r3-c0">
            <a:extLst>
              <a:ext uri="{FF2B5EF4-FFF2-40B4-BE49-F238E27FC236}">
                <a16:creationId xmlns:a16="http://schemas.microsoft.com/office/drawing/2014/main" id="{32A9A262-415E-72C3-56E5-37EA572DAD2A}"/>
              </a:ext>
            </a:extLst>
          </p:cNvPr>
          <p:cNvSpPr>
            <a:spLocks noGrp="1"/>
          </p:cNvSpPr>
          <p:nvPr/>
        </p:nvSpPr>
        <p:spPr>
          <a:xfrm>
            <a:off x="9763125" y="1810900"/>
            <a:ext cx="60590" cy="70115"/>
          </a:xfrm>
          <a:prstGeom prst="rect">
            <a:avLst/>
          </a:prstGeom>
          <a:solidFill>
            <a:srgbClr val="240E5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06" name="real-target-spectrogram-r3-c1">
            <a:extLst>
              <a:ext uri="{FF2B5EF4-FFF2-40B4-BE49-F238E27FC236}">
                <a16:creationId xmlns:a16="http://schemas.microsoft.com/office/drawing/2014/main" id="{275A8A33-FC56-6126-D680-F49C0C43EBEC}"/>
              </a:ext>
            </a:extLst>
          </p:cNvPr>
          <p:cNvSpPr>
            <a:spLocks noGrp="1"/>
          </p:cNvSpPr>
          <p:nvPr/>
        </p:nvSpPr>
        <p:spPr>
          <a:xfrm>
            <a:off x="9821333" y="1810900"/>
            <a:ext cx="60590" cy="70115"/>
          </a:xfrm>
          <a:prstGeom prst="rect">
            <a:avLst/>
          </a:prstGeom>
          <a:solidFill>
            <a:srgbClr val="50187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08" name="real-target-spectrogram-r3-c2">
            <a:extLst>
              <a:ext uri="{FF2B5EF4-FFF2-40B4-BE49-F238E27FC236}">
                <a16:creationId xmlns:a16="http://schemas.microsoft.com/office/drawing/2014/main" id="{4056E7F1-562D-935C-C0D0-6B6F9B537E3F}"/>
              </a:ext>
            </a:extLst>
          </p:cNvPr>
          <p:cNvSpPr>
            <a:spLocks noGrp="1"/>
          </p:cNvSpPr>
          <p:nvPr/>
        </p:nvSpPr>
        <p:spPr>
          <a:xfrm>
            <a:off x="9879542" y="1810900"/>
            <a:ext cx="60590" cy="70115"/>
          </a:xfrm>
          <a:prstGeom prst="rect">
            <a:avLst/>
          </a:prstGeom>
          <a:solidFill>
            <a:srgbClr val="912A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10" name="real-target-spectrogram-r3-c3">
            <a:extLst>
              <a:ext uri="{FF2B5EF4-FFF2-40B4-BE49-F238E27FC236}">
                <a16:creationId xmlns:a16="http://schemas.microsoft.com/office/drawing/2014/main" id="{224AFB56-18CA-F38E-1CC3-F754C5717F22}"/>
              </a:ext>
            </a:extLst>
          </p:cNvPr>
          <p:cNvSpPr>
            <a:spLocks noGrp="1"/>
          </p:cNvSpPr>
          <p:nvPr/>
        </p:nvSpPr>
        <p:spPr>
          <a:xfrm>
            <a:off x="9937750" y="1810900"/>
            <a:ext cx="60590" cy="70115"/>
          </a:xfrm>
          <a:prstGeom prst="rect">
            <a:avLst/>
          </a:prstGeom>
          <a:solidFill>
            <a:srgbClr val="51187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12" name="real-target-spectrogram-r3-c4">
            <a:extLst>
              <a:ext uri="{FF2B5EF4-FFF2-40B4-BE49-F238E27FC236}">
                <a16:creationId xmlns:a16="http://schemas.microsoft.com/office/drawing/2014/main" id="{A98D7CCD-7DD0-B27B-4C8C-AD30F112028A}"/>
              </a:ext>
            </a:extLst>
          </p:cNvPr>
          <p:cNvSpPr>
            <a:spLocks noGrp="1"/>
          </p:cNvSpPr>
          <p:nvPr/>
        </p:nvSpPr>
        <p:spPr>
          <a:xfrm>
            <a:off x="9995958" y="1810900"/>
            <a:ext cx="60590" cy="70115"/>
          </a:xfrm>
          <a:prstGeom prst="rect">
            <a:avLst/>
          </a:prstGeom>
          <a:solidFill>
            <a:srgbClr val="631C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14" name="real-target-spectrogram-r3-c5">
            <a:extLst>
              <a:ext uri="{FF2B5EF4-FFF2-40B4-BE49-F238E27FC236}">
                <a16:creationId xmlns:a16="http://schemas.microsoft.com/office/drawing/2014/main" id="{623851FB-CE6A-249F-E659-ADBBB2DFA47D}"/>
              </a:ext>
            </a:extLst>
          </p:cNvPr>
          <p:cNvSpPr>
            <a:spLocks noGrp="1"/>
          </p:cNvSpPr>
          <p:nvPr/>
        </p:nvSpPr>
        <p:spPr>
          <a:xfrm>
            <a:off x="10054167" y="1810900"/>
            <a:ext cx="60590" cy="70115"/>
          </a:xfrm>
          <a:prstGeom prst="rect">
            <a:avLst/>
          </a:prstGeom>
          <a:solidFill>
            <a:srgbClr val="5A1A7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16" name="real-target-spectrogram-r3-c6">
            <a:extLst>
              <a:ext uri="{FF2B5EF4-FFF2-40B4-BE49-F238E27FC236}">
                <a16:creationId xmlns:a16="http://schemas.microsoft.com/office/drawing/2014/main" id="{B009CEBA-DE37-3F53-8084-A4E98EDEB569}"/>
              </a:ext>
            </a:extLst>
          </p:cNvPr>
          <p:cNvSpPr>
            <a:spLocks noGrp="1"/>
          </p:cNvSpPr>
          <p:nvPr/>
        </p:nvSpPr>
        <p:spPr>
          <a:xfrm>
            <a:off x="10112375" y="1810900"/>
            <a:ext cx="60590" cy="70115"/>
          </a:xfrm>
          <a:prstGeom prst="rect">
            <a:avLst/>
          </a:prstGeom>
          <a:solidFill>
            <a:srgbClr val="3A14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18" name="real-target-spectrogram-r3-c7">
            <a:extLst>
              <a:ext uri="{FF2B5EF4-FFF2-40B4-BE49-F238E27FC236}">
                <a16:creationId xmlns:a16="http://schemas.microsoft.com/office/drawing/2014/main" id="{9B95E38F-8D73-4BDA-89C8-435F19B1FD6F}"/>
              </a:ext>
            </a:extLst>
          </p:cNvPr>
          <p:cNvSpPr>
            <a:spLocks noGrp="1"/>
          </p:cNvSpPr>
          <p:nvPr/>
        </p:nvSpPr>
        <p:spPr>
          <a:xfrm>
            <a:off x="10170583" y="1810900"/>
            <a:ext cx="60590" cy="70115"/>
          </a:xfrm>
          <a:prstGeom prst="rect">
            <a:avLst/>
          </a:prstGeom>
          <a:solidFill>
            <a:srgbClr val="37136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20" name="real-target-spectrogram-r3-c8">
            <a:extLst>
              <a:ext uri="{FF2B5EF4-FFF2-40B4-BE49-F238E27FC236}">
                <a16:creationId xmlns:a16="http://schemas.microsoft.com/office/drawing/2014/main" id="{24CAB468-2925-2E49-BCAD-032F4C396A02}"/>
              </a:ext>
            </a:extLst>
          </p:cNvPr>
          <p:cNvSpPr>
            <a:spLocks noGrp="1"/>
          </p:cNvSpPr>
          <p:nvPr/>
        </p:nvSpPr>
        <p:spPr>
          <a:xfrm>
            <a:off x="10228792" y="1810900"/>
            <a:ext cx="60590" cy="70115"/>
          </a:xfrm>
          <a:prstGeom prst="rect">
            <a:avLst/>
          </a:prstGeom>
          <a:solidFill>
            <a:srgbClr val="631C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22" name="real-target-spectrogram-r3-c9">
            <a:extLst>
              <a:ext uri="{FF2B5EF4-FFF2-40B4-BE49-F238E27FC236}">
                <a16:creationId xmlns:a16="http://schemas.microsoft.com/office/drawing/2014/main" id="{216B72FF-6559-6D1F-60CF-4F42A74F4983}"/>
              </a:ext>
            </a:extLst>
          </p:cNvPr>
          <p:cNvSpPr>
            <a:spLocks noGrp="1"/>
          </p:cNvSpPr>
          <p:nvPr/>
        </p:nvSpPr>
        <p:spPr>
          <a:xfrm>
            <a:off x="10287000" y="1810900"/>
            <a:ext cx="60590" cy="70115"/>
          </a:xfrm>
          <a:prstGeom prst="rect">
            <a:avLst/>
          </a:prstGeom>
          <a:solidFill>
            <a:srgbClr val="611C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24" name="real-target-spectrogram-r3-c10">
            <a:extLst>
              <a:ext uri="{FF2B5EF4-FFF2-40B4-BE49-F238E27FC236}">
                <a16:creationId xmlns:a16="http://schemas.microsoft.com/office/drawing/2014/main" id="{8D0DCA78-5FF0-E568-1983-A1A67E48B21B}"/>
              </a:ext>
            </a:extLst>
          </p:cNvPr>
          <p:cNvSpPr>
            <a:spLocks noGrp="1"/>
          </p:cNvSpPr>
          <p:nvPr/>
        </p:nvSpPr>
        <p:spPr>
          <a:xfrm>
            <a:off x="10345208" y="1810900"/>
            <a:ext cx="60590" cy="70115"/>
          </a:xfrm>
          <a:prstGeom prst="rect">
            <a:avLst/>
          </a:prstGeom>
          <a:solidFill>
            <a:srgbClr val="671D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26" name="real-target-spectrogram-r3-c11">
            <a:extLst>
              <a:ext uri="{FF2B5EF4-FFF2-40B4-BE49-F238E27FC236}">
                <a16:creationId xmlns:a16="http://schemas.microsoft.com/office/drawing/2014/main" id="{5781D45E-AD98-8F8D-3392-54C7A1699848}"/>
              </a:ext>
            </a:extLst>
          </p:cNvPr>
          <p:cNvSpPr>
            <a:spLocks noGrp="1"/>
          </p:cNvSpPr>
          <p:nvPr/>
        </p:nvSpPr>
        <p:spPr>
          <a:xfrm>
            <a:off x="10403417" y="1810900"/>
            <a:ext cx="60590" cy="70115"/>
          </a:xfrm>
          <a:prstGeom prst="rect">
            <a:avLst/>
          </a:prstGeom>
          <a:solidFill>
            <a:srgbClr val="5B1A7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28" name="real-target-spectrogram-r3-c12">
            <a:extLst>
              <a:ext uri="{FF2B5EF4-FFF2-40B4-BE49-F238E27FC236}">
                <a16:creationId xmlns:a16="http://schemas.microsoft.com/office/drawing/2014/main" id="{50D234F0-0C83-93C3-5EE1-0FDB654E8076}"/>
              </a:ext>
            </a:extLst>
          </p:cNvPr>
          <p:cNvSpPr>
            <a:spLocks noGrp="1"/>
          </p:cNvSpPr>
          <p:nvPr/>
        </p:nvSpPr>
        <p:spPr>
          <a:xfrm>
            <a:off x="10461625" y="1810900"/>
            <a:ext cx="60590" cy="70115"/>
          </a:xfrm>
          <a:prstGeom prst="rect">
            <a:avLst/>
          </a:prstGeom>
          <a:solidFill>
            <a:srgbClr val="200D4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30" name="real-target-spectrogram-r3-c13">
            <a:extLst>
              <a:ext uri="{FF2B5EF4-FFF2-40B4-BE49-F238E27FC236}">
                <a16:creationId xmlns:a16="http://schemas.microsoft.com/office/drawing/2014/main" id="{F4F8FA70-43C5-3483-CF2E-0E19C8B2F357}"/>
              </a:ext>
            </a:extLst>
          </p:cNvPr>
          <p:cNvSpPr>
            <a:spLocks noGrp="1"/>
          </p:cNvSpPr>
          <p:nvPr/>
        </p:nvSpPr>
        <p:spPr>
          <a:xfrm>
            <a:off x="10519833" y="1810900"/>
            <a:ext cx="60590" cy="70115"/>
          </a:xfrm>
          <a:prstGeom prst="rect">
            <a:avLst/>
          </a:prstGeom>
          <a:solidFill>
            <a:srgbClr val="5419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32" name="real-target-spectrogram-r3-c14">
            <a:extLst>
              <a:ext uri="{FF2B5EF4-FFF2-40B4-BE49-F238E27FC236}">
                <a16:creationId xmlns:a16="http://schemas.microsoft.com/office/drawing/2014/main" id="{08B3B682-3174-D9A2-7A22-F2C14CD9D2C2}"/>
              </a:ext>
            </a:extLst>
          </p:cNvPr>
          <p:cNvSpPr>
            <a:spLocks noGrp="1"/>
          </p:cNvSpPr>
          <p:nvPr/>
        </p:nvSpPr>
        <p:spPr>
          <a:xfrm>
            <a:off x="10578042" y="1810900"/>
            <a:ext cx="60590" cy="70115"/>
          </a:xfrm>
          <a:prstGeom prst="rect">
            <a:avLst/>
          </a:prstGeom>
          <a:solidFill>
            <a:srgbClr val="5F1B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34" name="real-target-spectrogram-r3-c15">
            <a:extLst>
              <a:ext uri="{FF2B5EF4-FFF2-40B4-BE49-F238E27FC236}">
                <a16:creationId xmlns:a16="http://schemas.microsoft.com/office/drawing/2014/main" id="{786E9621-16B9-0E04-E91F-EC1D99720B8A}"/>
              </a:ext>
            </a:extLst>
          </p:cNvPr>
          <p:cNvSpPr>
            <a:spLocks noGrp="1"/>
          </p:cNvSpPr>
          <p:nvPr/>
        </p:nvSpPr>
        <p:spPr>
          <a:xfrm>
            <a:off x="10636250" y="1810900"/>
            <a:ext cx="60590" cy="70115"/>
          </a:xfrm>
          <a:prstGeom prst="rect">
            <a:avLst/>
          </a:prstGeom>
          <a:solidFill>
            <a:srgbClr val="230E4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36" name="real-target-spectrogram-r3-c16">
            <a:extLst>
              <a:ext uri="{FF2B5EF4-FFF2-40B4-BE49-F238E27FC236}">
                <a16:creationId xmlns:a16="http://schemas.microsoft.com/office/drawing/2014/main" id="{F98AEF1D-B37E-93DA-C48E-420A912FE553}"/>
              </a:ext>
            </a:extLst>
          </p:cNvPr>
          <p:cNvSpPr>
            <a:spLocks noGrp="1"/>
          </p:cNvSpPr>
          <p:nvPr/>
        </p:nvSpPr>
        <p:spPr>
          <a:xfrm>
            <a:off x="10694458" y="1810900"/>
            <a:ext cx="60590" cy="70115"/>
          </a:xfrm>
          <a:prstGeom prst="rect">
            <a:avLst/>
          </a:prstGeom>
          <a:solidFill>
            <a:srgbClr val="240E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38" name="real-target-spectrogram-r3-c17">
            <a:extLst>
              <a:ext uri="{FF2B5EF4-FFF2-40B4-BE49-F238E27FC236}">
                <a16:creationId xmlns:a16="http://schemas.microsoft.com/office/drawing/2014/main" id="{899870A1-2E75-98AB-FBFB-B6265BB8509F}"/>
              </a:ext>
            </a:extLst>
          </p:cNvPr>
          <p:cNvSpPr>
            <a:spLocks noGrp="1"/>
          </p:cNvSpPr>
          <p:nvPr/>
        </p:nvSpPr>
        <p:spPr>
          <a:xfrm>
            <a:off x="10752667" y="1810900"/>
            <a:ext cx="60590" cy="70115"/>
          </a:xfrm>
          <a:prstGeom prst="rect">
            <a:avLst/>
          </a:prstGeom>
          <a:solidFill>
            <a:srgbClr val="170A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40" name="real-target-spectrogram-r4-c0">
            <a:extLst>
              <a:ext uri="{FF2B5EF4-FFF2-40B4-BE49-F238E27FC236}">
                <a16:creationId xmlns:a16="http://schemas.microsoft.com/office/drawing/2014/main" id="{74418F1B-2F87-A388-192F-21DEE8E6B0F9}"/>
              </a:ext>
            </a:extLst>
          </p:cNvPr>
          <p:cNvSpPr>
            <a:spLocks noGrp="1"/>
          </p:cNvSpPr>
          <p:nvPr/>
        </p:nvSpPr>
        <p:spPr>
          <a:xfrm>
            <a:off x="9763125" y="1878633"/>
            <a:ext cx="60590" cy="70115"/>
          </a:xfrm>
          <a:prstGeom prst="rect">
            <a:avLst/>
          </a:prstGeom>
          <a:solidFill>
            <a:srgbClr val="250F5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42" name="real-target-spectrogram-r4-c1">
            <a:extLst>
              <a:ext uri="{FF2B5EF4-FFF2-40B4-BE49-F238E27FC236}">
                <a16:creationId xmlns:a16="http://schemas.microsoft.com/office/drawing/2014/main" id="{BB577A34-47B3-08BE-DA8D-DD18448E07BE}"/>
              </a:ext>
            </a:extLst>
          </p:cNvPr>
          <p:cNvSpPr>
            <a:spLocks noGrp="1"/>
          </p:cNvSpPr>
          <p:nvPr/>
        </p:nvSpPr>
        <p:spPr>
          <a:xfrm>
            <a:off x="9821333" y="1878633"/>
            <a:ext cx="60590" cy="70115"/>
          </a:xfrm>
          <a:prstGeom prst="rect">
            <a:avLst/>
          </a:prstGeom>
          <a:solidFill>
            <a:srgbClr val="3A14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44" name="real-target-spectrogram-r4-c2">
            <a:extLst>
              <a:ext uri="{FF2B5EF4-FFF2-40B4-BE49-F238E27FC236}">
                <a16:creationId xmlns:a16="http://schemas.microsoft.com/office/drawing/2014/main" id="{1E7BD3F8-7721-327B-ECDF-C4B0AC6AB7C3}"/>
              </a:ext>
            </a:extLst>
          </p:cNvPr>
          <p:cNvSpPr>
            <a:spLocks noGrp="1"/>
          </p:cNvSpPr>
          <p:nvPr/>
        </p:nvSpPr>
        <p:spPr>
          <a:xfrm>
            <a:off x="9879542" y="1878633"/>
            <a:ext cx="60590" cy="70115"/>
          </a:xfrm>
          <a:prstGeom prst="rect">
            <a:avLst/>
          </a:prstGeom>
          <a:solidFill>
            <a:srgbClr val="611C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46" name="real-target-spectrogram-r4-c3">
            <a:extLst>
              <a:ext uri="{FF2B5EF4-FFF2-40B4-BE49-F238E27FC236}">
                <a16:creationId xmlns:a16="http://schemas.microsoft.com/office/drawing/2014/main" id="{55F28A60-48FA-2E4C-7F99-477FDA5B1F47}"/>
              </a:ext>
            </a:extLst>
          </p:cNvPr>
          <p:cNvSpPr>
            <a:spLocks noGrp="1"/>
          </p:cNvSpPr>
          <p:nvPr/>
        </p:nvSpPr>
        <p:spPr>
          <a:xfrm>
            <a:off x="9937750" y="1878633"/>
            <a:ext cx="60590" cy="70115"/>
          </a:xfrm>
          <a:prstGeom prst="rect">
            <a:avLst/>
          </a:prstGeom>
          <a:solidFill>
            <a:srgbClr val="6F1E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48" name="real-target-spectrogram-r4-c4">
            <a:extLst>
              <a:ext uri="{FF2B5EF4-FFF2-40B4-BE49-F238E27FC236}">
                <a16:creationId xmlns:a16="http://schemas.microsoft.com/office/drawing/2014/main" id="{B0E446B9-2FAF-36D8-7CB9-C2C4E46147DF}"/>
              </a:ext>
            </a:extLst>
          </p:cNvPr>
          <p:cNvSpPr>
            <a:spLocks noGrp="1"/>
          </p:cNvSpPr>
          <p:nvPr/>
        </p:nvSpPr>
        <p:spPr>
          <a:xfrm>
            <a:off x="9995958" y="1878633"/>
            <a:ext cx="60590" cy="70115"/>
          </a:xfrm>
          <a:prstGeom prst="rect">
            <a:avLst/>
          </a:prstGeom>
          <a:solidFill>
            <a:srgbClr val="4B17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50" name="real-target-spectrogram-r4-c5">
            <a:extLst>
              <a:ext uri="{FF2B5EF4-FFF2-40B4-BE49-F238E27FC236}">
                <a16:creationId xmlns:a16="http://schemas.microsoft.com/office/drawing/2014/main" id="{26FCFCBD-179A-EECC-F3D7-BF18BB0D7CDA}"/>
              </a:ext>
            </a:extLst>
          </p:cNvPr>
          <p:cNvSpPr>
            <a:spLocks noGrp="1"/>
          </p:cNvSpPr>
          <p:nvPr/>
        </p:nvSpPr>
        <p:spPr>
          <a:xfrm>
            <a:off x="10054167" y="1878633"/>
            <a:ext cx="60590" cy="70115"/>
          </a:xfrm>
          <a:prstGeom prst="rect">
            <a:avLst/>
          </a:prstGeom>
          <a:solidFill>
            <a:srgbClr val="5C1B7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52" name="real-target-spectrogram-r4-c6">
            <a:extLst>
              <a:ext uri="{FF2B5EF4-FFF2-40B4-BE49-F238E27FC236}">
                <a16:creationId xmlns:a16="http://schemas.microsoft.com/office/drawing/2014/main" id="{61B2941C-708E-A6A3-B8B6-C59EF3A4EBA1}"/>
              </a:ext>
            </a:extLst>
          </p:cNvPr>
          <p:cNvSpPr>
            <a:spLocks noGrp="1"/>
          </p:cNvSpPr>
          <p:nvPr/>
        </p:nvSpPr>
        <p:spPr>
          <a:xfrm>
            <a:off x="10112375" y="1878633"/>
            <a:ext cx="60590" cy="70115"/>
          </a:xfrm>
          <a:prstGeom prst="rect">
            <a:avLst/>
          </a:prstGeom>
          <a:solidFill>
            <a:srgbClr val="7D23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54" name="real-target-spectrogram-r4-c7">
            <a:extLst>
              <a:ext uri="{FF2B5EF4-FFF2-40B4-BE49-F238E27FC236}">
                <a16:creationId xmlns:a16="http://schemas.microsoft.com/office/drawing/2014/main" id="{B595E39B-AFF4-224C-18EC-5BB88470F041}"/>
              </a:ext>
            </a:extLst>
          </p:cNvPr>
          <p:cNvSpPr>
            <a:spLocks noGrp="1"/>
          </p:cNvSpPr>
          <p:nvPr/>
        </p:nvSpPr>
        <p:spPr>
          <a:xfrm>
            <a:off x="10170583" y="1878633"/>
            <a:ext cx="60590" cy="70115"/>
          </a:xfrm>
          <a:prstGeom prst="rect">
            <a:avLst/>
          </a:prstGeom>
          <a:solidFill>
            <a:srgbClr val="8526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56" name="real-target-spectrogram-r4-c8">
            <a:extLst>
              <a:ext uri="{FF2B5EF4-FFF2-40B4-BE49-F238E27FC236}">
                <a16:creationId xmlns:a16="http://schemas.microsoft.com/office/drawing/2014/main" id="{1B131ECD-2526-DA00-B9C4-74521D473609}"/>
              </a:ext>
            </a:extLst>
          </p:cNvPr>
          <p:cNvSpPr>
            <a:spLocks noGrp="1"/>
          </p:cNvSpPr>
          <p:nvPr/>
        </p:nvSpPr>
        <p:spPr>
          <a:xfrm>
            <a:off x="10228792" y="1878633"/>
            <a:ext cx="60590" cy="70115"/>
          </a:xfrm>
          <a:prstGeom prst="rect">
            <a:avLst/>
          </a:prstGeom>
          <a:solidFill>
            <a:srgbClr val="591A7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58" name="real-target-spectrogram-r4-c9">
            <a:extLst>
              <a:ext uri="{FF2B5EF4-FFF2-40B4-BE49-F238E27FC236}">
                <a16:creationId xmlns:a16="http://schemas.microsoft.com/office/drawing/2014/main" id="{218A5D45-BC3F-4EF9-D618-2C4EE8170BE6}"/>
              </a:ext>
            </a:extLst>
          </p:cNvPr>
          <p:cNvSpPr>
            <a:spLocks noGrp="1"/>
          </p:cNvSpPr>
          <p:nvPr/>
        </p:nvSpPr>
        <p:spPr>
          <a:xfrm>
            <a:off x="10287000" y="1878633"/>
            <a:ext cx="60590" cy="70115"/>
          </a:xfrm>
          <a:prstGeom prst="rect">
            <a:avLst/>
          </a:prstGeom>
          <a:solidFill>
            <a:srgbClr val="6C1E7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60" name="real-target-spectrogram-r4-c10">
            <a:extLst>
              <a:ext uri="{FF2B5EF4-FFF2-40B4-BE49-F238E27FC236}">
                <a16:creationId xmlns:a16="http://schemas.microsoft.com/office/drawing/2014/main" id="{A8E68FF0-D5CD-392A-CB3B-8C670ECD1692}"/>
              </a:ext>
            </a:extLst>
          </p:cNvPr>
          <p:cNvSpPr>
            <a:spLocks noGrp="1"/>
          </p:cNvSpPr>
          <p:nvPr/>
        </p:nvSpPr>
        <p:spPr>
          <a:xfrm>
            <a:off x="10345208" y="1878633"/>
            <a:ext cx="60590" cy="70115"/>
          </a:xfrm>
          <a:prstGeom prst="rect">
            <a:avLst/>
          </a:prstGeom>
          <a:solidFill>
            <a:srgbClr val="8124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62" name="real-target-spectrogram-r4-c11">
            <a:extLst>
              <a:ext uri="{FF2B5EF4-FFF2-40B4-BE49-F238E27FC236}">
                <a16:creationId xmlns:a16="http://schemas.microsoft.com/office/drawing/2014/main" id="{F5FFC5E3-EC10-FB9A-2394-92AA285B1152}"/>
              </a:ext>
            </a:extLst>
          </p:cNvPr>
          <p:cNvSpPr>
            <a:spLocks noGrp="1"/>
          </p:cNvSpPr>
          <p:nvPr/>
        </p:nvSpPr>
        <p:spPr>
          <a:xfrm>
            <a:off x="10403417" y="1878633"/>
            <a:ext cx="60590" cy="70115"/>
          </a:xfrm>
          <a:prstGeom prst="rect">
            <a:avLst/>
          </a:prstGeom>
          <a:solidFill>
            <a:srgbClr val="220E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64" name="real-target-spectrogram-r4-c12">
            <a:extLst>
              <a:ext uri="{FF2B5EF4-FFF2-40B4-BE49-F238E27FC236}">
                <a16:creationId xmlns:a16="http://schemas.microsoft.com/office/drawing/2014/main" id="{C1803367-E206-58E8-CE51-5D0C9EDD204B}"/>
              </a:ext>
            </a:extLst>
          </p:cNvPr>
          <p:cNvSpPr>
            <a:spLocks noGrp="1"/>
          </p:cNvSpPr>
          <p:nvPr/>
        </p:nvSpPr>
        <p:spPr>
          <a:xfrm>
            <a:off x="10461625" y="1878633"/>
            <a:ext cx="60590" cy="70115"/>
          </a:xfrm>
          <a:prstGeom prst="rect">
            <a:avLst/>
          </a:prstGeom>
          <a:solidFill>
            <a:srgbClr val="4B17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66" name="real-target-spectrogram-r4-c13">
            <a:extLst>
              <a:ext uri="{FF2B5EF4-FFF2-40B4-BE49-F238E27FC236}">
                <a16:creationId xmlns:a16="http://schemas.microsoft.com/office/drawing/2014/main" id="{C9A2CA4D-23B6-7980-87E8-659FAEB66559}"/>
              </a:ext>
            </a:extLst>
          </p:cNvPr>
          <p:cNvSpPr>
            <a:spLocks noGrp="1"/>
          </p:cNvSpPr>
          <p:nvPr/>
        </p:nvSpPr>
        <p:spPr>
          <a:xfrm>
            <a:off x="10519833" y="1878633"/>
            <a:ext cx="60590" cy="70115"/>
          </a:xfrm>
          <a:prstGeom prst="rect">
            <a:avLst/>
          </a:prstGeom>
          <a:solidFill>
            <a:srgbClr val="651C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68" name="real-target-spectrogram-r4-c14">
            <a:extLst>
              <a:ext uri="{FF2B5EF4-FFF2-40B4-BE49-F238E27FC236}">
                <a16:creationId xmlns:a16="http://schemas.microsoft.com/office/drawing/2014/main" id="{B5864B75-4587-9386-80A2-274DDCE14438}"/>
              </a:ext>
            </a:extLst>
          </p:cNvPr>
          <p:cNvSpPr>
            <a:spLocks noGrp="1"/>
          </p:cNvSpPr>
          <p:nvPr/>
        </p:nvSpPr>
        <p:spPr>
          <a:xfrm>
            <a:off x="10578042" y="1878633"/>
            <a:ext cx="60590" cy="70115"/>
          </a:xfrm>
          <a:prstGeom prst="rect">
            <a:avLst/>
          </a:prstGeom>
          <a:solidFill>
            <a:srgbClr val="49176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70" name="real-target-spectrogram-r4-c15">
            <a:extLst>
              <a:ext uri="{FF2B5EF4-FFF2-40B4-BE49-F238E27FC236}">
                <a16:creationId xmlns:a16="http://schemas.microsoft.com/office/drawing/2014/main" id="{810B1567-AA23-02A8-F2D5-2F106AAC1549}"/>
              </a:ext>
            </a:extLst>
          </p:cNvPr>
          <p:cNvSpPr>
            <a:spLocks noGrp="1"/>
          </p:cNvSpPr>
          <p:nvPr/>
        </p:nvSpPr>
        <p:spPr>
          <a:xfrm>
            <a:off x="10636250" y="1878633"/>
            <a:ext cx="60590" cy="70115"/>
          </a:xfrm>
          <a:prstGeom prst="rect">
            <a:avLst/>
          </a:prstGeom>
          <a:solidFill>
            <a:srgbClr val="5519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72" name="real-target-spectrogram-r4-c16">
            <a:extLst>
              <a:ext uri="{FF2B5EF4-FFF2-40B4-BE49-F238E27FC236}">
                <a16:creationId xmlns:a16="http://schemas.microsoft.com/office/drawing/2014/main" id="{A7FFAE73-BDE7-84D3-FF48-DA59FEC60931}"/>
              </a:ext>
            </a:extLst>
          </p:cNvPr>
          <p:cNvSpPr>
            <a:spLocks noGrp="1"/>
          </p:cNvSpPr>
          <p:nvPr/>
        </p:nvSpPr>
        <p:spPr>
          <a:xfrm>
            <a:off x="10694458" y="1878633"/>
            <a:ext cx="60590" cy="70115"/>
          </a:xfrm>
          <a:prstGeom prst="rect">
            <a:avLst/>
          </a:prstGeom>
          <a:solidFill>
            <a:srgbClr val="36136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74" name="real-target-spectrogram-r4-c17">
            <a:extLst>
              <a:ext uri="{FF2B5EF4-FFF2-40B4-BE49-F238E27FC236}">
                <a16:creationId xmlns:a16="http://schemas.microsoft.com/office/drawing/2014/main" id="{11C5566C-D61E-C939-FD13-A2742EC4B26E}"/>
              </a:ext>
            </a:extLst>
          </p:cNvPr>
          <p:cNvSpPr>
            <a:spLocks noGrp="1"/>
          </p:cNvSpPr>
          <p:nvPr/>
        </p:nvSpPr>
        <p:spPr>
          <a:xfrm>
            <a:off x="10752667" y="1878633"/>
            <a:ext cx="60590" cy="70115"/>
          </a:xfrm>
          <a:prstGeom prst="rect">
            <a:avLst/>
          </a:prstGeom>
          <a:solidFill>
            <a:srgbClr val="0B062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76" name="real-target-spectrogram-r5-c0">
            <a:extLst>
              <a:ext uri="{FF2B5EF4-FFF2-40B4-BE49-F238E27FC236}">
                <a16:creationId xmlns:a16="http://schemas.microsoft.com/office/drawing/2014/main" id="{C9FA537A-6CED-E431-1178-20EC19A1E78D}"/>
              </a:ext>
            </a:extLst>
          </p:cNvPr>
          <p:cNvSpPr>
            <a:spLocks noGrp="1"/>
          </p:cNvSpPr>
          <p:nvPr/>
        </p:nvSpPr>
        <p:spPr>
          <a:xfrm>
            <a:off x="9763125" y="1946367"/>
            <a:ext cx="60590" cy="70115"/>
          </a:xfrm>
          <a:prstGeom prst="rect">
            <a:avLst/>
          </a:prstGeom>
          <a:solidFill>
            <a:srgbClr val="240E5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78" name="real-target-spectrogram-r5-c1">
            <a:extLst>
              <a:ext uri="{FF2B5EF4-FFF2-40B4-BE49-F238E27FC236}">
                <a16:creationId xmlns:a16="http://schemas.microsoft.com/office/drawing/2014/main" id="{87AB9A06-7CFD-ADF6-30FA-CAF9FBC1FAD6}"/>
              </a:ext>
            </a:extLst>
          </p:cNvPr>
          <p:cNvSpPr>
            <a:spLocks noGrp="1"/>
          </p:cNvSpPr>
          <p:nvPr/>
        </p:nvSpPr>
        <p:spPr>
          <a:xfrm>
            <a:off x="9821333" y="1946367"/>
            <a:ext cx="60590" cy="70115"/>
          </a:xfrm>
          <a:prstGeom prst="rect">
            <a:avLst/>
          </a:prstGeom>
          <a:solidFill>
            <a:srgbClr val="3C146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80" name="real-target-spectrogram-r5-c2">
            <a:extLst>
              <a:ext uri="{FF2B5EF4-FFF2-40B4-BE49-F238E27FC236}">
                <a16:creationId xmlns:a16="http://schemas.microsoft.com/office/drawing/2014/main" id="{8EAAF006-CA92-C88B-556B-B23D360C635E}"/>
              </a:ext>
            </a:extLst>
          </p:cNvPr>
          <p:cNvSpPr>
            <a:spLocks noGrp="1"/>
          </p:cNvSpPr>
          <p:nvPr/>
        </p:nvSpPr>
        <p:spPr>
          <a:xfrm>
            <a:off x="9879542" y="1946367"/>
            <a:ext cx="60590" cy="70115"/>
          </a:xfrm>
          <a:prstGeom prst="rect">
            <a:avLst/>
          </a:prstGeom>
          <a:solidFill>
            <a:srgbClr val="721F8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82" name="real-target-spectrogram-r5-c3">
            <a:extLst>
              <a:ext uri="{FF2B5EF4-FFF2-40B4-BE49-F238E27FC236}">
                <a16:creationId xmlns:a16="http://schemas.microsoft.com/office/drawing/2014/main" id="{9A6D8DAC-E00F-B67C-C96A-2A5411905333}"/>
              </a:ext>
            </a:extLst>
          </p:cNvPr>
          <p:cNvSpPr>
            <a:spLocks noGrp="1"/>
          </p:cNvSpPr>
          <p:nvPr/>
        </p:nvSpPr>
        <p:spPr>
          <a:xfrm>
            <a:off x="9937750" y="1946367"/>
            <a:ext cx="60590" cy="70115"/>
          </a:xfrm>
          <a:prstGeom prst="rect">
            <a:avLst/>
          </a:prstGeom>
          <a:solidFill>
            <a:srgbClr val="8626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84" name="real-target-spectrogram-r5-c4">
            <a:extLst>
              <a:ext uri="{FF2B5EF4-FFF2-40B4-BE49-F238E27FC236}">
                <a16:creationId xmlns:a16="http://schemas.microsoft.com/office/drawing/2014/main" id="{B86E63A5-CD1A-7783-30EB-9371FBA07D92}"/>
              </a:ext>
            </a:extLst>
          </p:cNvPr>
          <p:cNvSpPr>
            <a:spLocks noGrp="1"/>
          </p:cNvSpPr>
          <p:nvPr/>
        </p:nvSpPr>
        <p:spPr>
          <a:xfrm>
            <a:off x="9995958" y="1946367"/>
            <a:ext cx="60590" cy="70115"/>
          </a:xfrm>
          <a:prstGeom prst="rect">
            <a:avLst/>
          </a:prstGeom>
          <a:solidFill>
            <a:srgbClr val="7F23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86" name="real-target-spectrogram-r5-c5">
            <a:extLst>
              <a:ext uri="{FF2B5EF4-FFF2-40B4-BE49-F238E27FC236}">
                <a16:creationId xmlns:a16="http://schemas.microsoft.com/office/drawing/2014/main" id="{E0837B3C-E391-8D53-E2A3-5A20D239CDBC}"/>
              </a:ext>
            </a:extLst>
          </p:cNvPr>
          <p:cNvSpPr>
            <a:spLocks noGrp="1"/>
          </p:cNvSpPr>
          <p:nvPr/>
        </p:nvSpPr>
        <p:spPr>
          <a:xfrm>
            <a:off x="10054167" y="1946367"/>
            <a:ext cx="60590" cy="70115"/>
          </a:xfrm>
          <a:prstGeom prst="rect">
            <a:avLst/>
          </a:prstGeom>
          <a:solidFill>
            <a:srgbClr val="33126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88" name="real-target-spectrogram-r5-c6">
            <a:extLst>
              <a:ext uri="{FF2B5EF4-FFF2-40B4-BE49-F238E27FC236}">
                <a16:creationId xmlns:a16="http://schemas.microsoft.com/office/drawing/2014/main" id="{9564BD02-5278-F5B8-DCF8-17697EAFC1C7}"/>
              </a:ext>
            </a:extLst>
          </p:cNvPr>
          <p:cNvSpPr>
            <a:spLocks noGrp="1"/>
          </p:cNvSpPr>
          <p:nvPr/>
        </p:nvSpPr>
        <p:spPr>
          <a:xfrm>
            <a:off x="10112375" y="1946367"/>
            <a:ext cx="60590" cy="70115"/>
          </a:xfrm>
          <a:prstGeom prst="rect">
            <a:avLst/>
          </a:prstGeom>
          <a:solidFill>
            <a:srgbClr val="7D23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90" name="real-target-spectrogram-r5-c7">
            <a:extLst>
              <a:ext uri="{FF2B5EF4-FFF2-40B4-BE49-F238E27FC236}">
                <a16:creationId xmlns:a16="http://schemas.microsoft.com/office/drawing/2014/main" id="{DCC2168E-6FD0-4DD8-1C14-A3AA9BE5BDAB}"/>
              </a:ext>
            </a:extLst>
          </p:cNvPr>
          <p:cNvSpPr>
            <a:spLocks noGrp="1"/>
          </p:cNvSpPr>
          <p:nvPr/>
        </p:nvSpPr>
        <p:spPr>
          <a:xfrm>
            <a:off x="10170583" y="1946367"/>
            <a:ext cx="60590" cy="70115"/>
          </a:xfrm>
          <a:prstGeom prst="rect">
            <a:avLst/>
          </a:prstGeom>
          <a:solidFill>
            <a:srgbClr val="952B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92" name="real-target-spectrogram-r5-c8">
            <a:extLst>
              <a:ext uri="{FF2B5EF4-FFF2-40B4-BE49-F238E27FC236}">
                <a16:creationId xmlns:a16="http://schemas.microsoft.com/office/drawing/2014/main" id="{8BABB508-423A-232A-D634-364B70AB2FBB}"/>
              </a:ext>
            </a:extLst>
          </p:cNvPr>
          <p:cNvSpPr>
            <a:spLocks noGrp="1"/>
          </p:cNvSpPr>
          <p:nvPr/>
        </p:nvSpPr>
        <p:spPr>
          <a:xfrm>
            <a:off x="10228792" y="1946367"/>
            <a:ext cx="60590" cy="70115"/>
          </a:xfrm>
          <a:prstGeom prst="rect">
            <a:avLst/>
          </a:prstGeom>
          <a:solidFill>
            <a:srgbClr val="681D7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94" name="real-target-spectrogram-r5-c9">
            <a:extLst>
              <a:ext uri="{FF2B5EF4-FFF2-40B4-BE49-F238E27FC236}">
                <a16:creationId xmlns:a16="http://schemas.microsoft.com/office/drawing/2014/main" id="{FCF756A6-95B3-6E09-7155-3DD6B0BCF2E2}"/>
              </a:ext>
            </a:extLst>
          </p:cNvPr>
          <p:cNvSpPr>
            <a:spLocks noGrp="1"/>
          </p:cNvSpPr>
          <p:nvPr/>
        </p:nvSpPr>
        <p:spPr>
          <a:xfrm>
            <a:off x="10287000" y="1946367"/>
            <a:ext cx="60590" cy="70115"/>
          </a:xfrm>
          <a:prstGeom prst="rect">
            <a:avLst/>
          </a:prstGeom>
          <a:solidFill>
            <a:srgbClr val="631C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96" name="real-target-spectrogram-r5-c10">
            <a:extLst>
              <a:ext uri="{FF2B5EF4-FFF2-40B4-BE49-F238E27FC236}">
                <a16:creationId xmlns:a16="http://schemas.microsoft.com/office/drawing/2014/main" id="{840BE7F6-3F7D-FD05-C88C-CBB4B9C43399}"/>
              </a:ext>
            </a:extLst>
          </p:cNvPr>
          <p:cNvSpPr>
            <a:spLocks noGrp="1"/>
          </p:cNvSpPr>
          <p:nvPr/>
        </p:nvSpPr>
        <p:spPr>
          <a:xfrm>
            <a:off x="10345208" y="1946367"/>
            <a:ext cx="60590" cy="70115"/>
          </a:xfrm>
          <a:prstGeom prst="rect">
            <a:avLst/>
          </a:prstGeom>
          <a:solidFill>
            <a:srgbClr val="8325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98" name="real-target-spectrogram-r5-c11">
            <a:extLst>
              <a:ext uri="{FF2B5EF4-FFF2-40B4-BE49-F238E27FC236}">
                <a16:creationId xmlns:a16="http://schemas.microsoft.com/office/drawing/2014/main" id="{BDDFDEFE-E26D-451F-D4B7-45EE92DA5643}"/>
              </a:ext>
            </a:extLst>
          </p:cNvPr>
          <p:cNvSpPr>
            <a:spLocks noGrp="1"/>
          </p:cNvSpPr>
          <p:nvPr/>
        </p:nvSpPr>
        <p:spPr>
          <a:xfrm>
            <a:off x="10403417" y="1946367"/>
            <a:ext cx="60590" cy="70115"/>
          </a:xfrm>
          <a:prstGeom prst="rect">
            <a:avLst/>
          </a:prstGeom>
          <a:solidFill>
            <a:srgbClr val="7B22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00" name="real-target-spectrogram-r5-c12">
            <a:extLst>
              <a:ext uri="{FF2B5EF4-FFF2-40B4-BE49-F238E27FC236}">
                <a16:creationId xmlns:a16="http://schemas.microsoft.com/office/drawing/2014/main" id="{7673316C-DB47-23D4-A69E-2936E09308D1}"/>
              </a:ext>
            </a:extLst>
          </p:cNvPr>
          <p:cNvSpPr>
            <a:spLocks noGrp="1"/>
          </p:cNvSpPr>
          <p:nvPr/>
        </p:nvSpPr>
        <p:spPr>
          <a:xfrm>
            <a:off x="10461625" y="1946367"/>
            <a:ext cx="60590" cy="70115"/>
          </a:xfrm>
          <a:prstGeom prst="rect">
            <a:avLst/>
          </a:prstGeom>
          <a:solidFill>
            <a:srgbClr val="5018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02" name="real-target-spectrogram-r5-c13">
            <a:extLst>
              <a:ext uri="{FF2B5EF4-FFF2-40B4-BE49-F238E27FC236}">
                <a16:creationId xmlns:a16="http://schemas.microsoft.com/office/drawing/2014/main" id="{2BE98F97-ECF3-3F5D-F3FF-877298208443}"/>
              </a:ext>
            </a:extLst>
          </p:cNvPr>
          <p:cNvSpPr>
            <a:spLocks noGrp="1"/>
          </p:cNvSpPr>
          <p:nvPr/>
        </p:nvSpPr>
        <p:spPr>
          <a:xfrm>
            <a:off x="10519833" y="1946367"/>
            <a:ext cx="60590" cy="70115"/>
          </a:xfrm>
          <a:prstGeom prst="rect">
            <a:avLst/>
          </a:prstGeom>
          <a:solidFill>
            <a:srgbClr val="6F1E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04" name="real-target-spectrogram-r5-c14">
            <a:extLst>
              <a:ext uri="{FF2B5EF4-FFF2-40B4-BE49-F238E27FC236}">
                <a16:creationId xmlns:a16="http://schemas.microsoft.com/office/drawing/2014/main" id="{FEC2A863-4F3B-BD12-9170-64FEC1BC4C70}"/>
              </a:ext>
            </a:extLst>
          </p:cNvPr>
          <p:cNvSpPr>
            <a:spLocks noGrp="1"/>
          </p:cNvSpPr>
          <p:nvPr/>
        </p:nvSpPr>
        <p:spPr>
          <a:xfrm>
            <a:off x="10578042" y="1946367"/>
            <a:ext cx="60590" cy="70115"/>
          </a:xfrm>
          <a:prstGeom prst="rect">
            <a:avLst/>
          </a:prstGeom>
          <a:solidFill>
            <a:srgbClr val="4E18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06" name="real-target-spectrogram-r5-c15">
            <a:extLst>
              <a:ext uri="{FF2B5EF4-FFF2-40B4-BE49-F238E27FC236}">
                <a16:creationId xmlns:a16="http://schemas.microsoft.com/office/drawing/2014/main" id="{4D144BFD-8ACB-5297-4D73-ECDF822B96C9}"/>
              </a:ext>
            </a:extLst>
          </p:cNvPr>
          <p:cNvSpPr>
            <a:spLocks noGrp="1"/>
          </p:cNvSpPr>
          <p:nvPr/>
        </p:nvSpPr>
        <p:spPr>
          <a:xfrm>
            <a:off x="10636250" y="1946367"/>
            <a:ext cx="60590" cy="70115"/>
          </a:xfrm>
          <a:prstGeom prst="rect">
            <a:avLst/>
          </a:prstGeom>
          <a:solidFill>
            <a:srgbClr val="7C23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08" name="real-target-spectrogram-r5-c16">
            <a:extLst>
              <a:ext uri="{FF2B5EF4-FFF2-40B4-BE49-F238E27FC236}">
                <a16:creationId xmlns:a16="http://schemas.microsoft.com/office/drawing/2014/main" id="{EB76B4FD-B384-A617-59CC-8F55D4571AE8}"/>
              </a:ext>
            </a:extLst>
          </p:cNvPr>
          <p:cNvSpPr>
            <a:spLocks noGrp="1"/>
          </p:cNvSpPr>
          <p:nvPr/>
        </p:nvSpPr>
        <p:spPr>
          <a:xfrm>
            <a:off x="10694458" y="1946367"/>
            <a:ext cx="60590" cy="70115"/>
          </a:xfrm>
          <a:prstGeom prst="rect">
            <a:avLst/>
          </a:prstGeom>
          <a:solidFill>
            <a:srgbClr val="8024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10" name="real-target-spectrogram-r5-c17">
            <a:extLst>
              <a:ext uri="{FF2B5EF4-FFF2-40B4-BE49-F238E27FC236}">
                <a16:creationId xmlns:a16="http://schemas.microsoft.com/office/drawing/2014/main" id="{46AC3C1C-514E-4F14-B154-B88D61EB3411}"/>
              </a:ext>
            </a:extLst>
          </p:cNvPr>
          <p:cNvSpPr>
            <a:spLocks noGrp="1"/>
          </p:cNvSpPr>
          <p:nvPr/>
        </p:nvSpPr>
        <p:spPr>
          <a:xfrm>
            <a:off x="10752667" y="1946367"/>
            <a:ext cx="60590" cy="70115"/>
          </a:xfrm>
          <a:prstGeom prst="rect">
            <a:avLst/>
          </a:prstGeom>
          <a:solidFill>
            <a:srgbClr val="1409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12" name="real-target-spectrogram-r6-c0">
            <a:extLst>
              <a:ext uri="{FF2B5EF4-FFF2-40B4-BE49-F238E27FC236}">
                <a16:creationId xmlns:a16="http://schemas.microsoft.com/office/drawing/2014/main" id="{62AEE197-3872-0F55-3A89-10605B27E462}"/>
              </a:ext>
            </a:extLst>
          </p:cNvPr>
          <p:cNvSpPr>
            <a:spLocks noGrp="1"/>
          </p:cNvSpPr>
          <p:nvPr/>
        </p:nvSpPr>
        <p:spPr>
          <a:xfrm>
            <a:off x="9763125" y="2014100"/>
            <a:ext cx="60590" cy="70115"/>
          </a:xfrm>
          <a:prstGeom prst="rect">
            <a:avLst/>
          </a:prstGeom>
          <a:solidFill>
            <a:srgbClr val="210E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14" name="real-target-spectrogram-r6-c1">
            <a:extLst>
              <a:ext uri="{FF2B5EF4-FFF2-40B4-BE49-F238E27FC236}">
                <a16:creationId xmlns:a16="http://schemas.microsoft.com/office/drawing/2014/main" id="{EA66E59C-37DE-9049-EDE5-9A2B9EC8832B}"/>
              </a:ext>
            </a:extLst>
          </p:cNvPr>
          <p:cNvSpPr>
            <a:spLocks noGrp="1"/>
          </p:cNvSpPr>
          <p:nvPr/>
        </p:nvSpPr>
        <p:spPr>
          <a:xfrm>
            <a:off x="9821333" y="2014100"/>
            <a:ext cx="60590" cy="70115"/>
          </a:xfrm>
          <a:prstGeom prst="rect">
            <a:avLst/>
          </a:prstGeom>
          <a:solidFill>
            <a:srgbClr val="5419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16" name="real-target-spectrogram-r6-c2">
            <a:extLst>
              <a:ext uri="{FF2B5EF4-FFF2-40B4-BE49-F238E27FC236}">
                <a16:creationId xmlns:a16="http://schemas.microsoft.com/office/drawing/2014/main" id="{6A100E6A-5A75-56F6-5D6A-A9C76ECF6049}"/>
              </a:ext>
            </a:extLst>
          </p:cNvPr>
          <p:cNvSpPr>
            <a:spLocks noGrp="1"/>
          </p:cNvSpPr>
          <p:nvPr/>
        </p:nvSpPr>
        <p:spPr>
          <a:xfrm>
            <a:off x="9879542" y="2014100"/>
            <a:ext cx="60590" cy="70115"/>
          </a:xfrm>
          <a:prstGeom prst="rect">
            <a:avLst/>
          </a:prstGeom>
          <a:solidFill>
            <a:srgbClr val="B436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18" name="real-target-spectrogram-r6-c3">
            <a:extLst>
              <a:ext uri="{FF2B5EF4-FFF2-40B4-BE49-F238E27FC236}">
                <a16:creationId xmlns:a16="http://schemas.microsoft.com/office/drawing/2014/main" id="{9779BE4C-D189-4CEC-CC0D-4F0868D5F951}"/>
              </a:ext>
            </a:extLst>
          </p:cNvPr>
          <p:cNvSpPr>
            <a:spLocks noGrp="1"/>
          </p:cNvSpPr>
          <p:nvPr/>
        </p:nvSpPr>
        <p:spPr>
          <a:xfrm>
            <a:off x="9937750" y="2014100"/>
            <a:ext cx="60590" cy="70115"/>
          </a:xfrm>
          <a:prstGeom prst="rect">
            <a:avLst/>
          </a:prstGeom>
          <a:solidFill>
            <a:srgbClr val="8526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20" name="real-target-spectrogram-r6-c4">
            <a:extLst>
              <a:ext uri="{FF2B5EF4-FFF2-40B4-BE49-F238E27FC236}">
                <a16:creationId xmlns:a16="http://schemas.microsoft.com/office/drawing/2014/main" id="{5695CCEC-FCD5-2812-1671-D161A4F29914}"/>
              </a:ext>
            </a:extLst>
          </p:cNvPr>
          <p:cNvSpPr>
            <a:spLocks noGrp="1"/>
          </p:cNvSpPr>
          <p:nvPr/>
        </p:nvSpPr>
        <p:spPr>
          <a:xfrm>
            <a:off x="9995958" y="2014100"/>
            <a:ext cx="60590" cy="70115"/>
          </a:xfrm>
          <a:prstGeom prst="rect">
            <a:avLst/>
          </a:prstGeom>
          <a:solidFill>
            <a:srgbClr val="7C22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22" name="real-target-spectrogram-r6-c5">
            <a:extLst>
              <a:ext uri="{FF2B5EF4-FFF2-40B4-BE49-F238E27FC236}">
                <a16:creationId xmlns:a16="http://schemas.microsoft.com/office/drawing/2014/main" id="{978B47B8-B188-DB84-6160-52E99C4F472F}"/>
              </a:ext>
            </a:extLst>
          </p:cNvPr>
          <p:cNvSpPr>
            <a:spLocks noGrp="1"/>
          </p:cNvSpPr>
          <p:nvPr/>
        </p:nvSpPr>
        <p:spPr>
          <a:xfrm>
            <a:off x="10054167" y="2014100"/>
            <a:ext cx="60590" cy="70115"/>
          </a:xfrm>
          <a:prstGeom prst="rect">
            <a:avLst/>
          </a:prstGeom>
          <a:solidFill>
            <a:srgbClr val="5018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24" name="real-target-spectrogram-r6-c6">
            <a:extLst>
              <a:ext uri="{FF2B5EF4-FFF2-40B4-BE49-F238E27FC236}">
                <a16:creationId xmlns:a16="http://schemas.microsoft.com/office/drawing/2014/main" id="{B5E38933-C4FE-F6BE-10E4-A13FA1284A4B}"/>
              </a:ext>
            </a:extLst>
          </p:cNvPr>
          <p:cNvSpPr>
            <a:spLocks noGrp="1"/>
          </p:cNvSpPr>
          <p:nvPr/>
        </p:nvSpPr>
        <p:spPr>
          <a:xfrm>
            <a:off x="10112375" y="2014100"/>
            <a:ext cx="60590" cy="70115"/>
          </a:xfrm>
          <a:prstGeom prst="rect">
            <a:avLst/>
          </a:prstGeom>
          <a:solidFill>
            <a:srgbClr val="4F18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26" name="real-target-spectrogram-r6-c7">
            <a:extLst>
              <a:ext uri="{FF2B5EF4-FFF2-40B4-BE49-F238E27FC236}">
                <a16:creationId xmlns:a16="http://schemas.microsoft.com/office/drawing/2014/main" id="{25195ACB-4734-B333-4920-8853C173B181}"/>
              </a:ext>
            </a:extLst>
          </p:cNvPr>
          <p:cNvSpPr>
            <a:spLocks noGrp="1"/>
          </p:cNvSpPr>
          <p:nvPr/>
        </p:nvSpPr>
        <p:spPr>
          <a:xfrm>
            <a:off x="10170583" y="2014100"/>
            <a:ext cx="60590" cy="70115"/>
          </a:xfrm>
          <a:prstGeom prst="rect">
            <a:avLst/>
          </a:prstGeom>
          <a:solidFill>
            <a:srgbClr val="571A7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28" name="real-target-spectrogram-r6-c8">
            <a:extLst>
              <a:ext uri="{FF2B5EF4-FFF2-40B4-BE49-F238E27FC236}">
                <a16:creationId xmlns:a16="http://schemas.microsoft.com/office/drawing/2014/main" id="{05F76030-BB32-D5AE-5D23-201422516E59}"/>
              </a:ext>
            </a:extLst>
          </p:cNvPr>
          <p:cNvSpPr>
            <a:spLocks noGrp="1"/>
          </p:cNvSpPr>
          <p:nvPr/>
        </p:nvSpPr>
        <p:spPr>
          <a:xfrm>
            <a:off x="10228792" y="2014100"/>
            <a:ext cx="60590" cy="70115"/>
          </a:xfrm>
          <a:prstGeom prst="rect">
            <a:avLst/>
          </a:prstGeom>
          <a:solidFill>
            <a:srgbClr val="7821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30" name="real-target-spectrogram-r6-c9">
            <a:extLst>
              <a:ext uri="{FF2B5EF4-FFF2-40B4-BE49-F238E27FC236}">
                <a16:creationId xmlns:a16="http://schemas.microsoft.com/office/drawing/2014/main" id="{EC5881F7-69F9-C1EC-0699-E56E9E0D0653}"/>
              </a:ext>
            </a:extLst>
          </p:cNvPr>
          <p:cNvSpPr>
            <a:spLocks noGrp="1"/>
          </p:cNvSpPr>
          <p:nvPr/>
        </p:nvSpPr>
        <p:spPr>
          <a:xfrm>
            <a:off x="10287000" y="2014100"/>
            <a:ext cx="60590" cy="70115"/>
          </a:xfrm>
          <a:prstGeom prst="rect">
            <a:avLst/>
          </a:prstGeom>
          <a:solidFill>
            <a:srgbClr val="5B1A7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32" name="real-target-spectrogram-r6-c10">
            <a:extLst>
              <a:ext uri="{FF2B5EF4-FFF2-40B4-BE49-F238E27FC236}">
                <a16:creationId xmlns:a16="http://schemas.microsoft.com/office/drawing/2014/main" id="{574711AC-34DF-2104-7339-A0B65D667904}"/>
              </a:ext>
            </a:extLst>
          </p:cNvPr>
          <p:cNvSpPr>
            <a:spLocks noGrp="1"/>
          </p:cNvSpPr>
          <p:nvPr/>
        </p:nvSpPr>
        <p:spPr>
          <a:xfrm>
            <a:off x="10345208" y="2014100"/>
            <a:ext cx="60590" cy="70115"/>
          </a:xfrm>
          <a:prstGeom prst="rect">
            <a:avLst/>
          </a:prstGeom>
          <a:solidFill>
            <a:srgbClr val="5E1B7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34" name="real-target-spectrogram-r6-c11">
            <a:extLst>
              <a:ext uri="{FF2B5EF4-FFF2-40B4-BE49-F238E27FC236}">
                <a16:creationId xmlns:a16="http://schemas.microsoft.com/office/drawing/2014/main" id="{BC9B89DA-686A-9F07-25EE-DA9C2DC7CCD3}"/>
              </a:ext>
            </a:extLst>
          </p:cNvPr>
          <p:cNvSpPr>
            <a:spLocks noGrp="1"/>
          </p:cNvSpPr>
          <p:nvPr/>
        </p:nvSpPr>
        <p:spPr>
          <a:xfrm>
            <a:off x="10403417" y="2014100"/>
            <a:ext cx="60590" cy="70115"/>
          </a:xfrm>
          <a:prstGeom prst="rect">
            <a:avLst/>
          </a:prstGeom>
          <a:solidFill>
            <a:srgbClr val="5B1A7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36" name="real-target-spectrogram-r6-c12">
            <a:extLst>
              <a:ext uri="{FF2B5EF4-FFF2-40B4-BE49-F238E27FC236}">
                <a16:creationId xmlns:a16="http://schemas.microsoft.com/office/drawing/2014/main" id="{9BA3EB9E-2411-464D-5C5D-F1B8F576D663}"/>
              </a:ext>
            </a:extLst>
          </p:cNvPr>
          <p:cNvSpPr>
            <a:spLocks noGrp="1"/>
          </p:cNvSpPr>
          <p:nvPr/>
        </p:nvSpPr>
        <p:spPr>
          <a:xfrm>
            <a:off x="10461625" y="2014100"/>
            <a:ext cx="60590" cy="70115"/>
          </a:xfrm>
          <a:prstGeom prst="rect">
            <a:avLst/>
          </a:prstGeom>
          <a:solidFill>
            <a:srgbClr val="A330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38" name="real-target-spectrogram-r6-c13">
            <a:extLst>
              <a:ext uri="{FF2B5EF4-FFF2-40B4-BE49-F238E27FC236}">
                <a16:creationId xmlns:a16="http://schemas.microsoft.com/office/drawing/2014/main" id="{986ABACD-07E3-ACD7-CEF0-B5F303400F94}"/>
              </a:ext>
            </a:extLst>
          </p:cNvPr>
          <p:cNvSpPr>
            <a:spLocks noGrp="1"/>
          </p:cNvSpPr>
          <p:nvPr/>
        </p:nvSpPr>
        <p:spPr>
          <a:xfrm>
            <a:off x="10519833" y="2014100"/>
            <a:ext cx="60590" cy="70115"/>
          </a:xfrm>
          <a:prstGeom prst="rect">
            <a:avLst/>
          </a:prstGeom>
          <a:solidFill>
            <a:srgbClr val="932A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40" name="real-target-spectrogram-r6-c14">
            <a:extLst>
              <a:ext uri="{FF2B5EF4-FFF2-40B4-BE49-F238E27FC236}">
                <a16:creationId xmlns:a16="http://schemas.microsoft.com/office/drawing/2014/main" id="{3E23814D-09EF-B25E-46E9-FAE9FF95978C}"/>
              </a:ext>
            </a:extLst>
          </p:cNvPr>
          <p:cNvSpPr>
            <a:spLocks noGrp="1"/>
          </p:cNvSpPr>
          <p:nvPr/>
        </p:nvSpPr>
        <p:spPr>
          <a:xfrm>
            <a:off x="10578042" y="2014100"/>
            <a:ext cx="60590" cy="70115"/>
          </a:xfrm>
          <a:prstGeom prst="rect">
            <a:avLst/>
          </a:prstGeom>
          <a:solidFill>
            <a:srgbClr val="49176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42" name="real-target-spectrogram-r6-c15">
            <a:extLst>
              <a:ext uri="{FF2B5EF4-FFF2-40B4-BE49-F238E27FC236}">
                <a16:creationId xmlns:a16="http://schemas.microsoft.com/office/drawing/2014/main" id="{DCB9E1A3-900D-399A-2867-77D5C92D31ED}"/>
              </a:ext>
            </a:extLst>
          </p:cNvPr>
          <p:cNvSpPr>
            <a:spLocks noGrp="1"/>
          </p:cNvSpPr>
          <p:nvPr/>
        </p:nvSpPr>
        <p:spPr>
          <a:xfrm>
            <a:off x="10636250" y="2014100"/>
            <a:ext cx="60590" cy="70115"/>
          </a:xfrm>
          <a:prstGeom prst="rect">
            <a:avLst/>
          </a:prstGeom>
          <a:solidFill>
            <a:srgbClr val="922A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44" name="real-target-spectrogram-r6-c16">
            <a:extLst>
              <a:ext uri="{FF2B5EF4-FFF2-40B4-BE49-F238E27FC236}">
                <a16:creationId xmlns:a16="http://schemas.microsoft.com/office/drawing/2014/main" id="{89F53712-CFD6-2D1C-43BB-1A5B4D8CFD41}"/>
              </a:ext>
            </a:extLst>
          </p:cNvPr>
          <p:cNvSpPr>
            <a:spLocks noGrp="1"/>
          </p:cNvSpPr>
          <p:nvPr/>
        </p:nvSpPr>
        <p:spPr>
          <a:xfrm>
            <a:off x="10694458" y="2014100"/>
            <a:ext cx="60590" cy="70115"/>
          </a:xfrm>
          <a:prstGeom prst="rect">
            <a:avLst/>
          </a:prstGeom>
          <a:solidFill>
            <a:srgbClr val="9E2E7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46" name="real-target-spectrogram-r6-c17">
            <a:extLst>
              <a:ext uri="{FF2B5EF4-FFF2-40B4-BE49-F238E27FC236}">
                <a16:creationId xmlns:a16="http://schemas.microsoft.com/office/drawing/2014/main" id="{DE1FF78B-50BC-4E3D-D12F-13B9987E56F7}"/>
              </a:ext>
            </a:extLst>
          </p:cNvPr>
          <p:cNvSpPr>
            <a:spLocks noGrp="1"/>
          </p:cNvSpPr>
          <p:nvPr/>
        </p:nvSpPr>
        <p:spPr>
          <a:xfrm>
            <a:off x="10752667" y="2014100"/>
            <a:ext cx="60590" cy="70115"/>
          </a:xfrm>
          <a:prstGeom prst="rect">
            <a:avLst/>
          </a:prstGeom>
          <a:solidFill>
            <a:srgbClr val="250F5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48" name="real-target-spectrogram-r7-c0">
            <a:extLst>
              <a:ext uri="{FF2B5EF4-FFF2-40B4-BE49-F238E27FC236}">
                <a16:creationId xmlns:a16="http://schemas.microsoft.com/office/drawing/2014/main" id="{6E495CB9-B999-269C-4D2F-A4D81E08BF39}"/>
              </a:ext>
            </a:extLst>
          </p:cNvPr>
          <p:cNvSpPr>
            <a:spLocks noGrp="1"/>
          </p:cNvSpPr>
          <p:nvPr/>
        </p:nvSpPr>
        <p:spPr>
          <a:xfrm>
            <a:off x="9763125" y="2081833"/>
            <a:ext cx="60590" cy="70115"/>
          </a:xfrm>
          <a:prstGeom prst="rect">
            <a:avLst/>
          </a:prstGeom>
          <a:solidFill>
            <a:srgbClr val="1B0C4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50" name="real-target-spectrogram-r7-c1">
            <a:extLst>
              <a:ext uri="{FF2B5EF4-FFF2-40B4-BE49-F238E27FC236}">
                <a16:creationId xmlns:a16="http://schemas.microsoft.com/office/drawing/2014/main" id="{7BC2D8B0-FFF6-518C-413F-88ACFAB8728C}"/>
              </a:ext>
            </a:extLst>
          </p:cNvPr>
          <p:cNvSpPr>
            <a:spLocks noGrp="1"/>
          </p:cNvSpPr>
          <p:nvPr/>
        </p:nvSpPr>
        <p:spPr>
          <a:xfrm>
            <a:off x="9821333" y="2081833"/>
            <a:ext cx="60590" cy="70115"/>
          </a:xfrm>
          <a:prstGeom prst="rect">
            <a:avLst/>
          </a:prstGeom>
          <a:solidFill>
            <a:srgbClr val="5D1B7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52" name="real-target-spectrogram-r7-c2">
            <a:extLst>
              <a:ext uri="{FF2B5EF4-FFF2-40B4-BE49-F238E27FC236}">
                <a16:creationId xmlns:a16="http://schemas.microsoft.com/office/drawing/2014/main" id="{82E0DA39-4D74-455E-3FEB-02B3EE6EAD4B}"/>
              </a:ext>
            </a:extLst>
          </p:cNvPr>
          <p:cNvSpPr>
            <a:spLocks noGrp="1"/>
          </p:cNvSpPr>
          <p:nvPr/>
        </p:nvSpPr>
        <p:spPr>
          <a:xfrm>
            <a:off x="9879542" y="2081833"/>
            <a:ext cx="60590" cy="70115"/>
          </a:xfrm>
          <a:prstGeom prst="rect">
            <a:avLst/>
          </a:prstGeom>
          <a:solidFill>
            <a:srgbClr val="89277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54" name="real-target-spectrogram-r7-c3">
            <a:extLst>
              <a:ext uri="{FF2B5EF4-FFF2-40B4-BE49-F238E27FC236}">
                <a16:creationId xmlns:a16="http://schemas.microsoft.com/office/drawing/2014/main" id="{75342E01-4330-DF6E-1B86-A0BA5FDDBA04}"/>
              </a:ext>
            </a:extLst>
          </p:cNvPr>
          <p:cNvSpPr>
            <a:spLocks noGrp="1"/>
          </p:cNvSpPr>
          <p:nvPr/>
        </p:nvSpPr>
        <p:spPr>
          <a:xfrm>
            <a:off x="9937750" y="2081833"/>
            <a:ext cx="60590" cy="70115"/>
          </a:xfrm>
          <a:prstGeom prst="rect">
            <a:avLst/>
          </a:prstGeom>
          <a:solidFill>
            <a:srgbClr val="942B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56" name="real-target-spectrogram-r7-c4">
            <a:extLst>
              <a:ext uri="{FF2B5EF4-FFF2-40B4-BE49-F238E27FC236}">
                <a16:creationId xmlns:a16="http://schemas.microsoft.com/office/drawing/2014/main" id="{77327573-010D-DB20-C662-4DDF48DF405F}"/>
              </a:ext>
            </a:extLst>
          </p:cNvPr>
          <p:cNvSpPr>
            <a:spLocks noGrp="1"/>
          </p:cNvSpPr>
          <p:nvPr/>
        </p:nvSpPr>
        <p:spPr>
          <a:xfrm>
            <a:off x="9995958" y="2081833"/>
            <a:ext cx="60590" cy="70115"/>
          </a:xfrm>
          <a:prstGeom prst="rect">
            <a:avLst/>
          </a:prstGeom>
          <a:solidFill>
            <a:srgbClr val="B536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58" name="real-target-spectrogram-r7-c5">
            <a:extLst>
              <a:ext uri="{FF2B5EF4-FFF2-40B4-BE49-F238E27FC236}">
                <a16:creationId xmlns:a16="http://schemas.microsoft.com/office/drawing/2014/main" id="{F214E3B9-813E-2055-59FE-1B142520A513}"/>
              </a:ext>
            </a:extLst>
          </p:cNvPr>
          <p:cNvSpPr>
            <a:spLocks noGrp="1"/>
          </p:cNvSpPr>
          <p:nvPr/>
        </p:nvSpPr>
        <p:spPr>
          <a:xfrm>
            <a:off x="10054167" y="2081833"/>
            <a:ext cx="60590" cy="70115"/>
          </a:xfrm>
          <a:prstGeom prst="rect">
            <a:avLst/>
          </a:prstGeom>
          <a:solidFill>
            <a:srgbClr val="8225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60" name="real-target-spectrogram-r7-c6">
            <a:extLst>
              <a:ext uri="{FF2B5EF4-FFF2-40B4-BE49-F238E27FC236}">
                <a16:creationId xmlns:a16="http://schemas.microsoft.com/office/drawing/2014/main" id="{51883262-6CB8-B11C-98F1-D2C35698C155}"/>
              </a:ext>
            </a:extLst>
          </p:cNvPr>
          <p:cNvSpPr>
            <a:spLocks noGrp="1"/>
          </p:cNvSpPr>
          <p:nvPr/>
        </p:nvSpPr>
        <p:spPr>
          <a:xfrm>
            <a:off x="10112375" y="2081833"/>
            <a:ext cx="60590" cy="70115"/>
          </a:xfrm>
          <a:prstGeom prst="rect">
            <a:avLst/>
          </a:prstGeom>
          <a:solidFill>
            <a:srgbClr val="701F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62" name="real-target-spectrogram-r7-c7">
            <a:extLst>
              <a:ext uri="{FF2B5EF4-FFF2-40B4-BE49-F238E27FC236}">
                <a16:creationId xmlns:a16="http://schemas.microsoft.com/office/drawing/2014/main" id="{FFF2E706-F77C-BF83-5BDB-FFD2650F78DF}"/>
              </a:ext>
            </a:extLst>
          </p:cNvPr>
          <p:cNvSpPr>
            <a:spLocks noGrp="1"/>
          </p:cNvSpPr>
          <p:nvPr/>
        </p:nvSpPr>
        <p:spPr>
          <a:xfrm>
            <a:off x="10170583" y="2081833"/>
            <a:ext cx="60590" cy="70115"/>
          </a:xfrm>
          <a:prstGeom prst="rect">
            <a:avLst/>
          </a:prstGeom>
          <a:solidFill>
            <a:srgbClr val="4C17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64" name="real-target-spectrogram-r7-c8">
            <a:extLst>
              <a:ext uri="{FF2B5EF4-FFF2-40B4-BE49-F238E27FC236}">
                <a16:creationId xmlns:a16="http://schemas.microsoft.com/office/drawing/2014/main" id="{35B65EDB-FB10-BA64-490F-40F304FCEEAC}"/>
              </a:ext>
            </a:extLst>
          </p:cNvPr>
          <p:cNvSpPr>
            <a:spLocks noGrp="1"/>
          </p:cNvSpPr>
          <p:nvPr/>
        </p:nvSpPr>
        <p:spPr>
          <a:xfrm>
            <a:off x="10228792" y="2081833"/>
            <a:ext cx="60590" cy="70115"/>
          </a:xfrm>
          <a:prstGeom prst="rect">
            <a:avLst/>
          </a:prstGeom>
          <a:solidFill>
            <a:srgbClr val="28105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66" name="real-target-spectrogram-r7-c9">
            <a:extLst>
              <a:ext uri="{FF2B5EF4-FFF2-40B4-BE49-F238E27FC236}">
                <a16:creationId xmlns:a16="http://schemas.microsoft.com/office/drawing/2014/main" id="{7464714D-9049-A0D7-ADEC-94246F9344F7}"/>
              </a:ext>
            </a:extLst>
          </p:cNvPr>
          <p:cNvSpPr>
            <a:spLocks noGrp="1"/>
          </p:cNvSpPr>
          <p:nvPr/>
        </p:nvSpPr>
        <p:spPr>
          <a:xfrm>
            <a:off x="10287000" y="2081833"/>
            <a:ext cx="60590" cy="70115"/>
          </a:xfrm>
          <a:prstGeom prst="rect">
            <a:avLst/>
          </a:prstGeom>
          <a:solidFill>
            <a:srgbClr val="5B1A7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68" name="real-target-spectrogram-r7-c10">
            <a:extLst>
              <a:ext uri="{FF2B5EF4-FFF2-40B4-BE49-F238E27FC236}">
                <a16:creationId xmlns:a16="http://schemas.microsoft.com/office/drawing/2014/main" id="{31A56185-C1A1-4C58-C360-C80B683BC251}"/>
              </a:ext>
            </a:extLst>
          </p:cNvPr>
          <p:cNvSpPr>
            <a:spLocks noGrp="1"/>
          </p:cNvSpPr>
          <p:nvPr/>
        </p:nvSpPr>
        <p:spPr>
          <a:xfrm>
            <a:off x="10345208" y="2081833"/>
            <a:ext cx="60590" cy="70115"/>
          </a:xfrm>
          <a:prstGeom prst="rect">
            <a:avLst/>
          </a:prstGeom>
          <a:solidFill>
            <a:srgbClr val="942B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70" name="real-target-spectrogram-r7-c11">
            <a:extLst>
              <a:ext uri="{FF2B5EF4-FFF2-40B4-BE49-F238E27FC236}">
                <a16:creationId xmlns:a16="http://schemas.microsoft.com/office/drawing/2014/main" id="{55A9010A-4635-C062-FF3A-37D76562D9B6}"/>
              </a:ext>
            </a:extLst>
          </p:cNvPr>
          <p:cNvSpPr>
            <a:spLocks noGrp="1"/>
          </p:cNvSpPr>
          <p:nvPr/>
        </p:nvSpPr>
        <p:spPr>
          <a:xfrm>
            <a:off x="10403417" y="2081833"/>
            <a:ext cx="60590" cy="70115"/>
          </a:xfrm>
          <a:prstGeom prst="rect">
            <a:avLst/>
          </a:prstGeom>
          <a:solidFill>
            <a:srgbClr val="7821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72" name="real-target-spectrogram-r7-c12">
            <a:extLst>
              <a:ext uri="{FF2B5EF4-FFF2-40B4-BE49-F238E27FC236}">
                <a16:creationId xmlns:a16="http://schemas.microsoft.com/office/drawing/2014/main" id="{3E5C8C82-B716-19A1-36A3-F342140A09C8}"/>
              </a:ext>
            </a:extLst>
          </p:cNvPr>
          <p:cNvSpPr>
            <a:spLocks noGrp="1"/>
          </p:cNvSpPr>
          <p:nvPr/>
        </p:nvSpPr>
        <p:spPr>
          <a:xfrm>
            <a:off x="10461625" y="2081833"/>
            <a:ext cx="60590" cy="70115"/>
          </a:xfrm>
          <a:prstGeom prst="rect">
            <a:avLst/>
          </a:prstGeom>
          <a:solidFill>
            <a:srgbClr val="8D287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74" name="real-target-spectrogram-r7-c13">
            <a:extLst>
              <a:ext uri="{FF2B5EF4-FFF2-40B4-BE49-F238E27FC236}">
                <a16:creationId xmlns:a16="http://schemas.microsoft.com/office/drawing/2014/main" id="{3323B4E0-1F18-5A02-DBA9-9DEAFF6E806D}"/>
              </a:ext>
            </a:extLst>
          </p:cNvPr>
          <p:cNvSpPr>
            <a:spLocks noGrp="1"/>
          </p:cNvSpPr>
          <p:nvPr/>
        </p:nvSpPr>
        <p:spPr>
          <a:xfrm>
            <a:off x="10519833" y="2081833"/>
            <a:ext cx="60590" cy="70115"/>
          </a:xfrm>
          <a:prstGeom prst="rect">
            <a:avLst/>
          </a:prstGeom>
          <a:solidFill>
            <a:srgbClr val="902A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76" name="real-target-spectrogram-r7-c14">
            <a:extLst>
              <a:ext uri="{FF2B5EF4-FFF2-40B4-BE49-F238E27FC236}">
                <a16:creationId xmlns:a16="http://schemas.microsoft.com/office/drawing/2014/main" id="{FCA0E803-CF5D-0BC0-49E6-9F61C9532760}"/>
              </a:ext>
            </a:extLst>
          </p:cNvPr>
          <p:cNvSpPr>
            <a:spLocks noGrp="1"/>
          </p:cNvSpPr>
          <p:nvPr/>
        </p:nvSpPr>
        <p:spPr>
          <a:xfrm>
            <a:off x="10578042" y="2081833"/>
            <a:ext cx="60590" cy="70115"/>
          </a:xfrm>
          <a:prstGeom prst="rect">
            <a:avLst/>
          </a:prstGeom>
          <a:solidFill>
            <a:srgbClr val="3312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78" name="real-target-spectrogram-r7-c15">
            <a:extLst>
              <a:ext uri="{FF2B5EF4-FFF2-40B4-BE49-F238E27FC236}">
                <a16:creationId xmlns:a16="http://schemas.microsoft.com/office/drawing/2014/main" id="{1E3D6B14-A3CD-6126-E2DC-70629DB0CB3E}"/>
              </a:ext>
            </a:extLst>
          </p:cNvPr>
          <p:cNvSpPr>
            <a:spLocks noGrp="1"/>
          </p:cNvSpPr>
          <p:nvPr/>
        </p:nvSpPr>
        <p:spPr>
          <a:xfrm>
            <a:off x="10636250" y="2081833"/>
            <a:ext cx="60590" cy="70115"/>
          </a:xfrm>
          <a:prstGeom prst="rect">
            <a:avLst/>
          </a:prstGeom>
          <a:solidFill>
            <a:srgbClr val="731F8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80" name="real-target-spectrogram-r7-c16">
            <a:extLst>
              <a:ext uri="{FF2B5EF4-FFF2-40B4-BE49-F238E27FC236}">
                <a16:creationId xmlns:a16="http://schemas.microsoft.com/office/drawing/2014/main" id="{8B62D67A-129D-DA0B-DCC7-48331D6E19CD}"/>
              </a:ext>
            </a:extLst>
          </p:cNvPr>
          <p:cNvSpPr>
            <a:spLocks noGrp="1"/>
          </p:cNvSpPr>
          <p:nvPr/>
        </p:nvSpPr>
        <p:spPr>
          <a:xfrm>
            <a:off x="10694458" y="2081833"/>
            <a:ext cx="60590" cy="70115"/>
          </a:xfrm>
          <a:prstGeom prst="rect">
            <a:avLst/>
          </a:prstGeom>
          <a:solidFill>
            <a:srgbClr val="671D7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82" name="real-target-spectrogram-r7-c17">
            <a:extLst>
              <a:ext uri="{FF2B5EF4-FFF2-40B4-BE49-F238E27FC236}">
                <a16:creationId xmlns:a16="http://schemas.microsoft.com/office/drawing/2014/main" id="{10F90350-6494-7C68-7AA5-49DC86358AB4}"/>
              </a:ext>
            </a:extLst>
          </p:cNvPr>
          <p:cNvSpPr>
            <a:spLocks noGrp="1"/>
          </p:cNvSpPr>
          <p:nvPr/>
        </p:nvSpPr>
        <p:spPr>
          <a:xfrm>
            <a:off x="10752667" y="2081833"/>
            <a:ext cx="60590" cy="70115"/>
          </a:xfrm>
          <a:prstGeom prst="rect">
            <a:avLst/>
          </a:prstGeom>
          <a:solidFill>
            <a:srgbClr val="32126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84" name="real-target-spectrogram-r8-c0">
            <a:extLst>
              <a:ext uri="{FF2B5EF4-FFF2-40B4-BE49-F238E27FC236}">
                <a16:creationId xmlns:a16="http://schemas.microsoft.com/office/drawing/2014/main" id="{96C720B6-7A5B-A412-EA1A-43145845A13E}"/>
              </a:ext>
            </a:extLst>
          </p:cNvPr>
          <p:cNvSpPr>
            <a:spLocks noGrp="1"/>
          </p:cNvSpPr>
          <p:nvPr/>
        </p:nvSpPr>
        <p:spPr>
          <a:xfrm>
            <a:off x="9763125" y="2149567"/>
            <a:ext cx="60590" cy="70115"/>
          </a:xfrm>
          <a:prstGeom prst="rect">
            <a:avLst/>
          </a:prstGeom>
          <a:solidFill>
            <a:srgbClr val="0D07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86" name="real-target-spectrogram-r8-c1">
            <a:extLst>
              <a:ext uri="{FF2B5EF4-FFF2-40B4-BE49-F238E27FC236}">
                <a16:creationId xmlns:a16="http://schemas.microsoft.com/office/drawing/2014/main" id="{E62BEA54-1033-998E-CE88-4BF40D351823}"/>
              </a:ext>
            </a:extLst>
          </p:cNvPr>
          <p:cNvSpPr>
            <a:spLocks noGrp="1"/>
          </p:cNvSpPr>
          <p:nvPr/>
        </p:nvSpPr>
        <p:spPr>
          <a:xfrm>
            <a:off x="9821333" y="2149567"/>
            <a:ext cx="60590" cy="70115"/>
          </a:xfrm>
          <a:prstGeom prst="rect">
            <a:avLst/>
          </a:prstGeom>
          <a:solidFill>
            <a:srgbClr val="7D23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88" name="real-target-spectrogram-r8-c2">
            <a:extLst>
              <a:ext uri="{FF2B5EF4-FFF2-40B4-BE49-F238E27FC236}">
                <a16:creationId xmlns:a16="http://schemas.microsoft.com/office/drawing/2014/main" id="{DFDC31C9-9364-3248-D1E9-96488D9C7D65}"/>
              </a:ext>
            </a:extLst>
          </p:cNvPr>
          <p:cNvSpPr>
            <a:spLocks noGrp="1"/>
          </p:cNvSpPr>
          <p:nvPr/>
        </p:nvSpPr>
        <p:spPr>
          <a:xfrm>
            <a:off x="9879542" y="2149567"/>
            <a:ext cx="60590" cy="70115"/>
          </a:xfrm>
          <a:prstGeom prst="rect">
            <a:avLst/>
          </a:prstGeom>
          <a:solidFill>
            <a:srgbClr val="DD5B6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90" name="real-target-spectrogram-r8-c3">
            <a:extLst>
              <a:ext uri="{FF2B5EF4-FFF2-40B4-BE49-F238E27FC236}">
                <a16:creationId xmlns:a16="http://schemas.microsoft.com/office/drawing/2014/main" id="{D6AC94F0-9884-EE2B-6696-1493FD148D2F}"/>
              </a:ext>
            </a:extLst>
          </p:cNvPr>
          <p:cNvSpPr>
            <a:spLocks noGrp="1"/>
          </p:cNvSpPr>
          <p:nvPr/>
        </p:nvSpPr>
        <p:spPr>
          <a:xfrm>
            <a:off x="9937750" y="2149567"/>
            <a:ext cx="60590" cy="70115"/>
          </a:xfrm>
          <a:prstGeom prst="rect">
            <a:avLst/>
          </a:prstGeom>
          <a:solidFill>
            <a:srgbClr val="B135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92" name="real-target-spectrogram-r8-c4">
            <a:extLst>
              <a:ext uri="{FF2B5EF4-FFF2-40B4-BE49-F238E27FC236}">
                <a16:creationId xmlns:a16="http://schemas.microsoft.com/office/drawing/2014/main" id="{5926D723-33D8-4F1C-D269-5F908AE4F5A6}"/>
              </a:ext>
            </a:extLst>
          </p:cNvPr>
          <p:cNvSpPr>
            <a:spLocks noGrp="1"/>
          </p:cNvSpPr>
          <p:nvPr/>
        </p:nvSpPr>
        <p:spPr>
          <a:xfrm>
            <a:off x="9995958" y="2149567"/>
            <a:ext cx="60590" cy="70115"/>
          </a:xfrm>
          <a:prstGeom prst="rect">
            <a:avLst/>
          </a:prstGeom>
          <a:solidFill>
            <a:srgbClr val="D250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94" name="real-target-spectrogram-r8-c5">
            <a:extLst>
              <a:ext uri="{FF2B5EF4-FFF2-40B4-BE49-F238E27FC236}">
                <a16:creationId xmlns:a16="http://schemas.microsoft.com/office/drawing/2014/main" id="{3ED8A697-7FE3-17F2-E813-896DBE49B12D}"/>
              </a:ext>
            </a:extLst>
          </p:cNvPr>
          <p:cNvSpPr>
            <a:spLocks noGrp="1"/>
          </p:cNvSpPr>
          <p:nvPr/>
        </p:nvSpPr>
        <p:spPr>
          <a:xfrm>
            <a:off x="10054167" y="2149567"/>
            <a:ext cx="60590" cy="70115"/>
          </a:xfrm>
          <a:prstGeom prst="rect">
            <a:avLst/>
          </a:prstGeom>
          <a:solidFill>
            <a:srgbClr val="571A7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96" name="real-target-spectrogram-r8-c6">
            <a:extLst>
              <a:ext uri="{FF2B5EF4-FFF2-40B4-BE49-F238E27FC236}">
                <a16:creationId xmlns:a16="http://schemas.microsoft.com/office/drawing/2014/main" id="{879F66C4-32B4-F2D1-B3D6-E6311CC4BD52}"/>
              </a:ext>
            </a:extLst>
          </p:cNvPr>
          <p:cNvSpPr>
            <a:spLocks noGrp="1"/>
          </p:cNvSpPr>
          <p:nvPr/>
        </p:nvSpPr>
        <p:spPr>
          <a:xfrm>
            <a:off x="10112375" y="2149567"/>
            <a:ext cx="60590" cy="70115"/>
          </a:xfrm>
          <a:prstGeom prst="rect">
            <a:avLst/>
          </a:prstGeom>
          <a:solidFill>
            <a:srgbClr val="250F5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98" name="real-target-spectrogram-r8-c7">
            <a:extLst>
              <a:ext uri="{FF2B5EF4-FFF2-40B4-BE49-F238E27FC236}">
                <a16:creationId xmlns:a16="http://schemas.microsoft.com/office/drawing/2014/main" id="{EE115FF2-1BCE-B531-C9EC-4DDF0B047833}"/>
              </a:ext>
            </a:extLst>
          </p:cNvPr>
          <p:cNvSpPr>
            <a:spLocks noGrp="1"/>
          </p:cNvSpPr>
          <p:nvPr/>
        </p:nvSpPr>
        <p:spPr>
          <a:xfrm>
            <a:off x="10170583" y="2149567"/>
            <a:ext cx="60590" cy="70115"/>
          </a:xfrm>
          <a:prstGeom prst="rect">
            <a:avLst/>
          </a:prstGeom>
          <a:solidFill>
            <a:srgbClr val="37136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00" name="real-target-spectrogram-r8-c8">
            <a:extLst>
              <a:ext uri="{FF2B5EF4-FFF2-40B4-BE49-F238E27FC236}">
                <a16:creationId xmlns:a16="http://schemas.microsoft.com/office/drawing/2014/main" id="{A90B21AD-F7E0-D3BA-A965-47DC0E3AEC28}"/>
              </a:ext>
            </a:extLst>
          </p:cNvPr>
          <p:cNvSpPr>
            <a:spLocks noGrp="1"/>
          </p:cNvSpPr>
          <p:nvPr/>
        </p:nvSpPr>
        <p:spPr>
          <a:xfrm>
            <a:off x="10228792" y="2149567"/>
            <a:ext cx="60590" cy="70115"/>
          </a:xfrm>
          <a:prstGeom prst="rect">
            <a:avLst/>
          </a:prstGeom>
          <a:solidFill>
            <a:srgbClr val="40156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02" name="real-target-spectrogram-r8-c9">
            <a:extLst>
              <a:ext uri="{FF2B5EF4-FFF2-40B4-BE49-F238E27FC236}">
                <a16:creationId xmlns:a16="http://schemas.microsoft.com/office/drawing/2014/main" id="{3BFC1FC7-38DA-0B58-877D-877F168FC9A3}"/>
              </a:ext>
            </a:extLst>
          </p:cNvPr>
          <p:cNvSpPr>
            <a:spLocks noGrp="1"/>
          </p:cNvSpPr>
          <p:nvPr/>
        </p:nvSpPr>
        <p:spPr>
          <a:xfrm>
            <a:off x="10287000" y="2149567"/>
            <a:ext cx="60590" cy="70115"/>
          </a:xfrm>
          <a:prstGeom prst="rect">
            <a:avLst/>
          </a:prstGeom>
          <a:solidFill>
            <a:srgbClr val="48176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04" name="real-target-spectrogram-r8-c10">
            <a:extLst>
              <a:ext uri="{FF2B5EF4-FFF2-40B4-BE49-F238E27FC236}">
                <a16:creationId xmlns:a16="http://schemas.microsoft.com/office/drawing/2014/main" id="{BF22913A-C2A7-EC71-C15D-71568EEB96B1}"/>
              </a:ext>
            </a:extLst>
          </p:cNvPr>
          <p:cNvSpPr>
            <a:spLocks noGrp="1"/>
          </p:cNvSpPr>
          <p:nvPr/>
        </p:nvSpPr>
        <p:spPr>
          <a:xfrm>
            <a:off x="10345208" y="2149567"/>
            <a:ext cx="60590" cy="70115"/>
          </a:xfrm>
          <a:prstGeom prst="rect">
            <a:avLst/>
          </a:prstGeom>
          <a:solidFill>
            <a:srgbClr val="52197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06" name="real-target-spectrogram-r8-c11">
            <a:extLst>
              <a:ext uri="{FF2B5EF4-FFF2-40B4-BE49-F238E27FC236}">
                <a16:creationId xmlns:a16="http://schemas.microsoft.com/office/drawing/2014/main" id="{9E334CDE-36B1-1518-12C7-27FC4D53783D}"/>
              </a:ext>
            </a:extLst>
          </p:cNvPr>
          <p:cNvSpPr>
            <a:spLocks noGrp="1"/>
          </p:cNvSpPr>
          <p:nvPr/>
        </p:nvSpPr>
        <p:spPr>
          <a:xfrm>
            <a:off x="10403417" y="2149567"/>
            <a:ext cx="60590" cy="70115"/>
          </a:xfrm>
          <a:prstGeom prst="rect">
            <a:avLst/>
          </a:prstGeom>
          <a:solidFill>
            <a:srgbClr val="3C146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08" name="real-target-spectrogram-r8-c12">
            <a:extLst>
              <a:ext uri="{FF2B5EF4-FFF2-40B4-BE49-F238E27FC236}">
                <a16:creationId xmlns:a16="http://schemas.microsoft.com/office/drawing/2014/main" id="{3BA8216C-43A5-9E5C-F483-0763FB621DB0}"/>
              </a:ext>
            </a:extLst>
          </p:cNvPr>
          <p:cNvSpPr>
            <a:spLocks noGrp="1"/>
          </p:cNvSpPr>
          <p:nvPr/>
        </p:nvSpPr>
        <p:spPr>
          <a:xfrm>
            <a:off x="10461625" y="2149567"/>
            <a:ext cx="60590" cy="70115"/>
          </a:xfrm>
          <a:prstGeom prst="rect">
            <a:avLst/>
          </a:prstGeom>
          <a:solidFill>
            <a:srgbClr val="631C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10" name="real-target-spectrogram-r8-c13">
            <a:extLst>
              <a:ext uri="{FF2B5EF4-FFF2-40B4-BE49-F238E27FC236}">
                <a16:creationId xmlns:a16="http://schemas.microsoft.com/office/drawing/2014/main" id="{58D75D0E-A60F-6D62-90AE-7515A458AD54}"/>
              </a:ext>
            </a:extLst>
          </p:cNvPr>
          <p:cNvSpPr>
            <a:spLocks noGrp="1"/>
          </p:cNvSpPr>
          <p:nvPr/>
        </p:nvSpPr>
        <p:spPr>
          <a:xfrm>
            <a:off x="10519833" y="2149567"/>
            <a:ext cx="60590" cy="70115"/>
          </a:xfrm>
          <a:prstGeom prst="rect">
            <a:avLst/>
          </a:prstGeom>
          <a:solidFill>
            <a:srgbClr val="8224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12" name="real-target-spectrogram-r8-c14">
            <a:extLst>
              <a:ext uri="{FF2B5EF4-FFF2-40B4-BE49-F238E27FC236}">
                <a16:creationId xmlns:a16="http://schemas.microsoft.com/office/drawing/2014/main" id="{6B0F4EA2-DFB1-8D1F-7096-720141058CB2}"/>
              </a:ext>
            </a:extLst>
          </p:cNvPr>
          <p:cNvSpPr>
            <a:spLocks noGrp="1"/>
          </p:cNvSpPr>
          <p:nvPr/>
        </p:nvSpPr>
        <p:spPr>
          <a:xfrm>
            <a:off x="10578042" y="2149567"/>
            <a:ext cx="60590" cy="70115"/>
          </a:xfrm>
          <a:prstGeom prst="rect">
            <a:avLst/>
          </a:prstGeom>
          <a:solidFill>
            <a:srgbClr val="601B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14" name="real-target-spectrogram-r8-c15">
            <a:extLst>
              <a:ext uri="{FF2B5EF4-FFF2-40B4-BE49-F238E27FC236}">
                <a16:creationId xmlns:a16="http://schemas.microsoft.com/office/drawing/2014/main" id="{A8BE6390-2A81-E43C-EDE6-3EA83A1AAE76}"/>
              </a:ext>
            </a:extLst>
          </p:cNvPr>
          <p:cNvSpPr>
            <a:spLocks noGrp="1"/>
          </p:cNvSpPr>
          <p:nvPr/>
        </p:nvSpPr>
        <p:spPr>
          <a:xfrm>
            <a:off x="10636250" y="2149567"/>
            <a:ext cx="60590" cy="70115"/>
          </a:xfrm>
          <a:prstGeom prst="rect">
            <a:avLst/>
          </a:prstGeom>
          <a:solidFill>
            <a:srgbClr val="6A1D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16" name="real-target-spectrogram-r8-c16">
            <a:extLst>
              <a:ext uri="{FF2B5EF4-FFF2-40B4-BE49-F238E27FC236}">
                <a16:creationId xmlns:a16="http://schemas.microsoft.com/office/drawing/2014/main" id="{23EBC2C2-20F9-7220-B576-67F9023528A6}"/>
              </a:ext>
            </a:extLst>
          </p:cNvPr>
          <p:cNvSpPr>
            <a:spLocks noGrp="1"/>
          </p:cNvSpPr>
          <p:nvPr/>
        </p:nvSpPr>
        <p:spPr>
          <a:xfrm>
            <a:off x="10694458" y="2149567"/>
            <a:ext cx="60590" cy="70115"/>
          </a:xfrm>
          <a:prstGeom prst="rect">
            <a:avLst/>
          </a:prstGeom>
          <a:solidFill>
            <a:srgbClr val="8124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18" name="real-target-spectrogram-r8-c17">
            <a:extLst>
              <a:ext uri="{FF2B5EF4-FFF2-40B4-BE49-F238E27FC236}">
                <a16:creationId xmlns:a16="http://schemas.microsoft.com/office/drawing/2014/main" id="{A40D13A7-853E-34CB-A3FF-43282EEDB0B3}"/>
              </a:ext>
            </a:extLst>
          </p:cNvPr>
          <p:cNvSpPr>
            <a:spLocks noGrp="1"/>
          </p:cNvSpPr>
          <p:nvPr/>
        </p:nvSpPr>
        <p:spPr>
          <a:xfrm>
            <a:off x="10752667" y="2149567"/>
            <a:ext cx="60590" cy="70115"/>
          </a:xfrm>
          <a:prstGeom prst="rect">
            <a:avLst/>
          </a:prstGeom>
          <a:solidFill>
            <a:srgbClr val="3A14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20" name="real-target-spectrogram-r9-c0">
            <a:extLst>
              <a:ext uri="{FF2B5EF4-FFF2-40B4-BE49-F238E27FC236}">
                <a16:creationId xmlns:a16="http://schemas.microsoft.com/office/drawing/2014/main" id="{F005D271-2C91-FC7C-E591-3E1FC3C94617}"/>
              </a:ext>
            </a:extLst>
          </p:cNvPr>
          <p:cNvSpPr>
            <a:spLocks noGrp="1"/>
          </p:cNvSpPr>
          <p:nvPr/>
        </p:nvSpPr>
        <p:spPr>
          <a:xfrm>
            <a:off x="9763125" y="2217300"/>
            <a:ext cx="60590" cy="70115"/>
          </a:xfrm>
          <a:prstGeom prst="rect">
            <a:avLst/>
          </a:prstGeom>
          <a:solidFill>
            <a:srgbClr val="13093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22" name="real-target-spectrogram-r9-c1">
            <a:extLst>
              <a:ext uri="{FF2B5EF4-FFF2-40B4-BE49-F238E27FC236}">
                <a16:creationId xmlns:a16="http://schemas.microsoft.com/office/drawing/2014/main" id="{2A0C5598-97CD-3B27-3018-1100641819BB}"/>
              </a:ext>
            </a:extLst>
          </p:cNvPr>
          <p:cNvSpPr>
            <a:spLocks noGrp="1"/>
          </p:cNvSpPr>
          <p:nvPr/>
        </p:nvSpPr>
        <p:spPr>
          <a:xfrm>
            <a:off x="9821333" y="2217300"/>
            <a:ext cx="60590" cy="70115"/>
          </a:xfrm>
          <a:prstGeom prst="rect">
            <a:avLst/>
          </a:prstGeom>
          <a:solidFill>
            <a:srgbClr val="37136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24" name="real-target-spectrogram-r9-c2">
            <a:extLst>
              <a:ext uri="{FF2B5EF4-FFF2-40B4-BE49-F238E27FC236}">
                <a16:creationId xmlns:a16="http://schemas.microsoft.com/office/drawing/2014/main" id="{1B11B5C5-6098-1CCB-C2F1-5CE14CA1F499}"/>
              </a:ext>
            </a:extLst>
          </p:cNvPr>
          <p:cNvSpPr>
            <a:spLocks noGrp="1"/>
          </p:cNvSpPr>
          <p:nvPr/>
        </p:nvSpPr>
        <p:spPr>
          <a:xfrm>
            <a:off x="9879542" y="2217300"/>
            <a:ext cx="60590" cy="70115"/>
          </a:xfrm>
          <a:prstGeom prst="rect">
            <a:avLst/>
          </a:prstGeom>
          <a:solidFill>
            <a:srgbClr val="CC4B6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26" name="real-target-spectrogram-r9-c3">
            <a:extLst>
              <a:ext uri="{FF2B5EF4-FFF2-40B4-BE49-F238E27FC236}">
                <a16:creationId xmlns:a16="http://schemas.microsoft.com/office/drawing/2014/main" id="{0249FE9D-ABC8-3E30-74DD-B879C65A1BC1}"/>
              </a:ext>
            </a:extLst>
          </p:cNvPr>
          <p:cNvSpPr>
            <a:spLocks noGrp="1"/>
          </p:cNvSpPr>
          <p:nvPr/>
        </p:nvSpPr>
        <p:spPr>
          <a:xfrm>
            <a:off x="9937750" y="2217300"/>
            <a:ext cx="60590" cy="70115"/>
          </a:xfrm>
          <a:prstGeom prst="rect">
            <a:avLst/>
          </a:prstGeom>
          <a:solidFill>
            <a:srgbClr val="D351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28" name="real-target-spectrogram-r9-c4">
            <a:extLst>
              <a:ext uri="{FF2B5EF4-FFF2-40B4-BE49-F238E27FC236}">
                <a16:creationId xmlns:a16="http://schemas.microsoft.com/office/drawing/2014/main" id="{8ED0F084-0DC9-01B6-2AB9-6466DA8CEBCC}"/>
              </a:ext>
            </a:extLst>
          </p:cNvPr>
          <p:cNvSpPr>
            <a:spLocks noGrp="1"/>
          </p:cNvSpPr>
          <p:nvPr/>
        </p:nvSpPr>
        <p:spPr>
          <a:xfrm>
            <a:off x="9995958" y="2217300"/>
            <a:ext cx="60590" cy="70115"/>
          </a:xfrm>
          <a:prstGeom prst="rect">
            <a:avLst/>
          </a:prstGeom>
          <a:solidFill>
            <a:srgbClr val="BC3B7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30" name="real-target-spectrogram-r9-c5">
            <a:extLst>
              <a:ext uri="{FF2B5EF4-FFF2-40B4-BE49-F238E27FC236}">
                <a16:creationId xmlns:a16="http://schemas.microsoft.com/office/drawing/2014/main" id="{5B0515F4-8BF3-9577-344F-1A94C4745D80}"/>
              </a:ext>
            </a:extLst>
          </p:cNvPr>
          <p:cNvSpPr>
            <a:spLocks noGrp="1"/>
          </p:cNvSpPr>
          <p:nvPr/>
        </p:nvSpPr>
        <p:spPr>
          <a:xfrm>
            <a:off x="10054167" y="2217300"/>
            <a:ext cx="60590" cy="70115"/>
          </a:xfrm>
          <a:prstGeom prst="rect">
            <a:avLst/>
          </a:prstGeom>
          <a:solidFill>
            <a:srgbClr val="721F8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32" name="real-target-spectrogram-r9-c6">
            <a:extLst>
              <a:ext uri="{FF2B5EF4-FFF2-40B4-BE49-F238E27FC236}">
                <a16:creationId xmlns:a16="http://schemas.microsoft.com/office/drawing/2014/main" id="{BA6A3173-001D-A1B0-921B-6BC7E4505C3F}"/>
              </a:ext>
            </a:extLst>
          </p:cNvPr>
          <p:cNvSpPr>
            <a:spLocks noGrp="1"/>
          </p:cNvSpPr>
          <p:nvPr/>
        </p:nvSpPr>
        <p:spPr>
          <a:xfrm>
            <a:off x="10112375" y="2217300"/>
            <a:ext cx="60590" cy="70115"/>
          </a:xfrm>
          <a:prstGeom prst="rect">
            <a:avLst/>
          </a:prstGeom>
          <a:solidFill>
            <a:srgbClr val="2A10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34" name="real-target-spectrogram-r9-c7">
            <a:extLst>
              <a:ext uri="{FF2B5EF4-FFF2-40B4-BE49-F238E27FC236}">
                <a16:creationId xmlns:a16="http://schemas.microsoft.com/office/drawing/2014/main" id="{C941F15D-9EF2-F9B5-D43B-8AC69F5F4043}"/>
              </a:ext>
            </a:extLst>
          </p:cNvPr>
          <p:cNvSpPr>
            <a:spLocks noGrp="1"/>
          </p:cNvSpPr>
          <p:nvPr/>
        </p:nvSpPr>
        <p:spPr>
          <a:xfrm>
            <a:off x="10170583" y="2217300"/>
            <a:ext cx="60590" cy="70115"/>
          </a:xfrm>
          <a:prstGeom prst="rect">
            <a:avLst/>
          </a:prstGeom>
          <a:solidFill>
            <a:srgbClr val="28105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36" name="real-target-spectrogram-r9-c8">
            <a:extLst>
              <a:ext uri="{FF2B5EF4-FFF2-40B4-BE49-F238E27FC236}">
                <a16:creationId xmlns:a16="http://schemas.microsoft.com/office/drawing/2014/main" id="{A355B925-D47F-1330-5B18-E139834A28D8}"/>
              </a:ext>
            </a:extLst>
          </p:cNvPr>
          <p:cNvSpPr>
            <a:spLocks noGrp="1"/>
          </p:cNvSpPr>
          <p:nvPr/>
        </p:nvSpPr>
        <p:spPr>
          <a:xfrm>
            <a:off x="10228792" y="2217300"/>
            <a:ext cx="60590" cy="70115"/>
          </a:xfrm>
          <a:prstGeom prst="rect">
            <a:avLst/>
          </a:prstGeom>
          <a:solidFill>
            <a:srgbClr val="1F0D4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38" name="real-target-spectrogram-r9-c9">
            <a:extLst>
              <a:ext uri="{FF2B5EF4-FFF2-40B4-BE49-F238E27FC236}">
                <a16:creationId xmlns:a16="http://schemas.microsoft.com/office/drawing/2014/main" id="{755E1A0B-87BA-3C29-B789-09C3C776AF71}"/>
              </a:ext>
            </a:extLst>
          </p:cNvPr>
          <p:cNvSpPr>
            <a:spLocks noGrp="1"/>
          </p:cNvSpPr>
          <p:nvPr/>
        </p:nvSpPr>
        <p:spPr>
          <a:xfrm>
            <a:off x="10287000" y="2217300"/>
            <a:ext cx="60590" cy="70115"/>
          </a:xfrm>
          <a:prstGeom prst="rect">
            <a:avLst/>
          </a:prstGeom>
          <a:solidFill>
            <a:srgbClr val="5419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40" name="real-target-spectrogram-r9-c10">
            <a:extLst>
              <a:ext uri="{FF2B5EF4-FFF2-40B4-BE49-F238E27FC236}">
                <a16:creationId xmlns:a16="http://schemas.microsoft.com/office/drawing/2014/main" id="{BFD0D5C6-E115-3E7C-1E4D-60C2493C4749}"/>
              </a:ext>
            </a:extLst>
          </p:cNvPr>
          <p:cNvSpPr>
            <a:spLocks noGrp="1"/>
          </p:cNvSpPr>
          <p:nvPr/>
        </p:nvSpPr>
        <p:spPr>
          <a:xfrm>
            <a:off x="10345208" y="2217300"/>
            <a:ext cx="60590" cy="70115"/>
          </a:xfrm>
          <a:prstGeom prst="rect">
            <a:avLst/>
          </a:prstGeom>
          <a:solidFill>
            <a:srgbClr val="8C287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42" name="real-target-spectrogram-r9-c11">
            <a:extLst>
              <a:ext uri="{FF2B5EF4-FFF2-40B4-BE49-F238E27FC236}">
                <a16:creationId xmlns:a16="http://schemas.microsoft.com/office/drawing/2014/main" id="{6E8A6AEB-F3C4-45FF-B3D1-3F38A1E706B0}"/>
              </a:ext>
            </a:extLst>
          </p:cNvPr>
          <p:cNvSpPr>
            <a:spLocks noGrp="1"/>
          </p:cNvSpPr>
          <p:nvPr/>
        </p:nvSpPr>
        <p:spPr>
          <a:xfrm>
            <a:off x="10403417" y="2217300"/>
            <a:ext cx="60590" cy="70115"/>
          </a:xfrm>
          <a:prstGeom prst="rect">
            <a:avLst/>
          </a:prstGeom>
          <a:solidFill>
            <a:srgbClr val="AA32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44" name="real-target-spectrogram-r9-c12">
            <a:extLst>
              <a:ext uri="{FF2B5EF4-FFF2-40B4-BE49-F238E27FC236}">
                <a16:creationId xmlns:a16="http://schemas.microsoft.com/office/drawing/2014/main" id="{6B0FE118-F9AA-7DBF-4A4E-0A7162BDFE98}"/>
              </a:ext>
            </a:extLst>
          </p:cNvPr>
          <p:cNvSpPr>
            <a:spLocks noGrp="1"/>
          </p:cNvSpPr>
          <p:nvPr/>
        </p:nvSpPr>
        <p:spPr>
          <a:xfrm>
            <a:off x="10461625" y="2217300"/>
            <a:ext cx="60590" cy="70115"/>
          </a:xfrm>
          <a:prstGeom prst="rect">
            <a:avLst/>
          </a:prstGeom>
          <a:solidFill>
            <a:srgbClr val="76208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46" name="real-target-spectrogram-r9-c13">
            <a:extLst>
              <a:ext uri="{FF2B5EF4-FFF2-40B4-BE49-F238E27FC236}">
                <a16:creationId xmlns:a16="http://schemas.microsoft.com/office/drawing/2014/main" id="{D1A16B37-969F-54E6-184F-04FF93E88DB1}"/>
              </a:ext>
            </a:extLst>
          </p:cNvPr>
          <p:cNvSpPr>
            <a:spLocks noGrp="1"/>
          </p:cNvSpPr>
          <p:nvPr/>
        </p:nvSpPr>
        <p:spPr>
          <a:xfrm>
            <a:off x="10519833" y="2217300"/>
            <a:ext cx="60590" cy="70115"/>
          </a:xfrm>
          <a:prstGeom prst="rect">
            <a:avLst/>
          </a:prstGeom>
          <a:solidFill>
            <a:srgbClr val="671D7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48" name="real-target-spectrogram-r9-c14">
            <a:extLst>
              <a:ext uri="{FF2B5EF4-FFF2-40B4-BE49-F238E27FC236}">
                <a16:creationId xmlns:a16="http://schemas.microsoft.com/office/drawing/2014/main" id="{5DEAEA1B-8B76-0DFC-6C7B-527C74789C1C}"/>
              </a:ext>
            </a:extLst>
          </p:cNvPr>
          <p:cNvSpPr>
            <a:spLocks noGrp="1"/>
          </p:cNvSpPr>
          <p:nvPr/>
        </p:nvSpPr>
        <p:spPr>
          <a:xfrm>
            <a:off x="10578042" y="2217300"/>
            <a:ext cx="60590" cy="70115"/>
          </a:xfrm>
          <a:prstGeom prst="rect">
            <a:avLst/>
          </a:prstGeom>
          <a:solidFill>
            <a:srgbClr val="7922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50" name="real-target-spectrogram-r9-c15">
            <a:extLst>
              <a:ext uri="{FF2B5EF4-FFF2-40B4-BE49-F238E27FC236}">
                <a16:creationId xmlns:a16="http://schemas.microsoft.com/office/drawing/2014/main" id="{460D3897-5E80-FDD4-1D18-2EE8E87C9A47}"/>
              </a:ext>
            </a:extLst>
          </p:cNvPr>
          <p:cNvSpPr>
            <a:spLocks noGrp="1"/>
          </p:cNvSpPr>
          <p:nvPr/>
        </p:nvSpPr>
        <p:spPr>
          <a:xfrm>
            <a:off x="10636250" y="2217300"/>
            <a:ext cx="60590" cy="70115"/>
          </a:xfrm>
          <a:prstGeom prst="rect">
            <a:avLst/>
          </a:prstGeom>
          <a:solidFill>
            <a:srgbClr val="581A7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52" name="real-target-spectrogram-r9-c16">
            <a:extLst>
              <a:ext uri="{FF2B5EF4-FFF2-40B4-BE49-F238E27FC236}">
                <a16:creationId xmlns:a16="http://schemas.microsoft.com/office/drawing/2014/main" id="{AABD97A9-73D7-774D-DE34-B60806E6FABF}"/>
              </a:ext>
            </a:extLst>
          </p:cNvPr>
          <p:cNvSpPr>
            <a:spLocks noGrp="1"/>
          </p:cNvSpPr>
          <p:nvPr/>
        </p:nvSpPr>
        <p:spPr>
          <a:xfrm>
            <a:off x="10694458" y="2217300"/>
            <a:ext cx="60590" cy="70115"/>
          </a:xfrm>
          <a:prstGeom prst="rect">
            <a:avLst/>
          </a:prstGeom>
          <a:solidFill>
            <a:srgbClr val="6C1E7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54" name="real-target-spectrogram-r9-c17">
            <a:extLst>
              <a:ext uri="{FF2B5EF4-FFF2-40B4-BE49-F238E27FC236}">
                <a16:creationId xmlns:a16="http://schemas.microsoft.com/office/drawing/2014/main" id="{3A5CF0BB-EDC6-130E-546B-E6E71B56098C}"/>
              </a:ext>
            </a:extLst>
          </p:cNvPr>
          <p:cNvSpPr>
            <a:spLocks noGrp="1"/>
          </p:cNvSpPr>
          <p:nvPr/>
        </p:nvSpPr>
        <p:spPr>
          <a:xfrm>
            <a:off x="10752667" y="2217300"/>
            <a:ext cx="60590" cy="70115"/>
          </a:xfrm>
          <a:prstGeom prst="rect">
            <a:avLst/>
          </a:prstGeom>
          <a:solidFill>
            <a:srgbClr val="3D146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56" name="real-target-spectrogram-r10-c0">
            <a:extLst>
              <a:ext uri="{FF2B5EF4-FFF2-40B4-BE49-F238E27FC236}">
                <a16:creationId xmlns:a16="http://schemas.microsoft.com/office/drawing/2014/main" id="{75450E55-D174-2C24-AFC9-2510BDD9C1C8}"/>
              </a:ext>
            </a:extLst>
          </p:cNvPr>
          <p:cNvSpPr>
            <a:spLocks noGrp="1"/>
          </p:cNvSpPr>
          <p:nvPr/>
        </p:nvSpPr>
        <p:spPr>
          <a:xfrm>
            <a:off x="9763125" y="2285033"/>
            <a:ext cx="60590" cy="70115"/>
          </a:xfrm>
          <a:prstGeom prst="rect">
            <a:avLst/>
          </a:prstGeom>
          <a:solidFill>
            <a:srgbClr val="2910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58" name="real-target-spectrogram-r10-c1">
            <a:extLst>
              <a:ext uri="{FF2B5EF4-FFF2-40B4-BE49-F238E27FC236}">
                <a16:creationId xmlns:a16="http://schemas.microsoft.com/office/drawing/2014/main" id="{8D56F614-A027-1C26-0843-F23E884CDA1B}"/>
              </a:ext>
            </a:extLst>
          </p:cNvPr>
          <p:cNvSpPr>
            <a:spLocks noGrp="1"/>
          </p:cNvSpPr>
          <p:nvPr/>
        </p:nvSpPr>
        <p:spPr>
          <a:xfrm>
            <a:off x="9821333" y="2285033"/>
            <a:ext cx="60590" cy="70115"/>
          </a:xfrm>
          <a:prstGeom prst="rect">
            <a:avLst/>
          </a:prstGeom>
          <a:solidFill>
            <a:srgbClr val="932A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60" name="real-target-spectrogram-r10-c2">
            <a:extLst>
              <a:ext uri="{FF2B5EF4-FFF2-40B4-BE49-F238E27FC236}">
                <a16:creationId xmlns:a16="http://schemas.microsoft.com/office/drawing/2014/main" id="{F4A42D6C-4E85-A33E-91A6-DEF65C457883}"/>
              </a:ext>
            </a:extLst>
          </p:cNvPr>
          <p:cNvSpPr>
            <a:spLocks noGrp="1"/>
          </p:cNvSpPr>
          <p:nvPr/>
        </p:nvSpPr>
        <p:spPr>
          <a:xfrm>
            <a:off x="9879542" y="2285033"/>
            <a:ext cx="60590" cy="70115"/>
          </a:xfrm>
          <a:prstGeom prst="rect">
            <a:avLst/>
          </a:prstGeom>
          <a:solidFill>
            <a:srgbClr val="F17A5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62" name="real-target-spectrogram-r10-c3">
            <a:extLst>
              <a:ext uri="{FF2B5EF4-FFF2-40B4-BE49-F238E27FC236}">
                <a16:creationId xmlns:a16="http://schemas.microsoft.com/office/drawing/2014/main" id="{D6C98629-67A5-7263-A896-F7C220671C10}"/>
              </a:ext>
            </a:extLst>
          </p:cNvPr>
          <p:cNvSpPr>
            <a:spLocks noGrp="1"/>
          </p:cNvSpPr>
          <p:nvPr/>
        </p:nvSpPr>
        <p:spPr>
          <a:xfrm>
            <a:off x="9937750" y="2285033"/>
            <a:ext cx="60590" cy="70115"/>
          </a:xfrm>
          <a:prstGeom prst="rect">
            <a:avLst/>
          </a:prstGeom>
          <a:solidFill>
            <a:srgbClr val="D5526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64" name="real-target-spectrogram-r10-c4">
            <a:extLst>
              <a:ext uri="{FF2B5EF4-FFF2-40B4-BE49-F238E27FC236}">
                <a16:creationId xmlns:a16="http://schemas.microsoft.com/office/drawing/2014/main" id="{5BEE1EAB-1FA3-BB30-53B8-BC78E1A807D8}"/>
              </a:ext>
            </a:extLst>
          </p:cNvPr>
          <p:cNvSpPr>
            <a:spLocks noGrp="1"/>
          </p:cNvSpPr>
          <p:nvPr/>
        </p:nvSpPr>
        <p:spPr>
          <a:xfrm>
            <a:off x="9995958" y="2285033"/>
            <a:ext cx="60590" cy="70115"/>
          </a:xfrm>
          <a:prstGeom prst="rect">
            <a:avLst/>
          </a:prstGeom>
          <a:solidFill>
            <a:srgbClr val="D5536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66" name="real-target-spectrogram-r10-c5">
            <a:extLst>
              <a:ext uri="{FF2B5EF4-FFF2-40B4-BE49-F238E27FC236}">
                <a16:creationId xmlns:a16="http://schemas.microsoft.com/office/drawing/2014/main" id="{23DE5296-B713-1E19-4D1F-6BCD5C302F49}"/>
              </a:ext>
            </a:extLst>
          </p:cNvPr>
          <p:cNvSpPr>
            <a:spLocks noGrp="1"/>
          </p:cNvSpPr>
          <p:nvPr/>
        </p:nvSpPr>
        <p:spPr>
          <a:xfrm>
            <a:off x="10054167" y="2285033"/>
            <a:ext cx="60590" cy="70115"/>
          </a:xfrm>
          <a:prstGeom prst="rect">
            <a:avLst/>
          </a:prstGeom>
          <a:solidFill>
            <a:srgbClr val="76208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68" name="real-target-spectrogram-r10-c6">
            <a:extLst>
              <a:ext uri="{FF2B5EF4-FFF2-40B4-BE49-F238E27FC236}">
                <a16:creationId xmlns:a16="http://schemas.microsoft.com/office/drawing/2014/main" id="{0B21F925-71DF-7B3E-B1AD-6EC7EBE3917C}"/>
              </a:ext>
            </a:extLst>
          </p:cNvPr>
          <p:cNvSpPr>
            <a:spLocks noGrp="1"/>
          </p:cNvSpPr>
          <p:nvPr/>
        </p:nvSpPr>
        <p:spPr>
          <a:xfrm>
            <a:off x="10112375" y="2285033"/>
            <a:ext cx="60590" cy="70115"/>
          </a:xfrm>
          <a:prstGeom prst="rect">
            <a:avLst/>
          </a:prstGeom>
          <a:solidFill>
            <a:srgbClr val="7C23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70" name="real-target-spectrogram-r10-c7">
            <a:extLst>
              <a:ext uri="{FF2B5EF4-FFF2-40B4-BE49-F238E27FC236}">
                <a16:creationId xmlns:a16="http://schemas.microsoft.com/office/drawing/2014/main" id="{6F077E31-B31E-2B67-3824-C401300B7044}"/>
              </a:ext>
            </a:extLst>
          </p:cNvPr>
          <p:cNvSpPr>
            <a:spLocks noGrp="1"/>
          </p:cNvSpPr>
          <p:nvPr/>
        </p:nvSpPr>
        <p:spPr>
          <a:xfrm>
            <a:off x="10170583" y="2285033"/>
            <a:ext cx="60590" cy="70115"/>
          </a:xfrm>
          <a:prstGeom prst="rect">
            <a:avLst/>
          </a:prstGeom>
          <a:solidFill>
            <a:srgbClr val="2A10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72" name="real-target-spectrogram-r10-c8">
            <a:extLst>
              <a:ext uri="{FF2B5EF4-FFF2-40B4-BE49-F238E27FC236}">
                <a16:creationId xmlns:a16="http://schemas.microsoft.com/office/drawing/2014/main" id="{78818426-1741-628D-AA8F-FAF1759D6F33}"/>
              </a:ext>
            </a:extLst>
          </p:cNvPr>
          <p:cNvSpPr>
            <a:spLocks noGrp="1"/>
          </p:cNvSpPr>
          <p:nvPr/>
        </p:nvSpPr>
        <p:spPr>
          <a:xfrm>
            <a:off x="10228792" y="2285033"/>
            <a:ext cx="60590" cy="70115"/>
          </a:xfrm>
          <a:prstGeom prst="rect">
            <a:avLst/>
          </a:prstGeom>
          <a:solidFill>
            <a:srgbClr val="3B146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74" name="real-target-spectrogram-r10-c9">
            <a:extLst>
              <a:ext uri="{FF2B5EF4-FFF2-40B4-BE49-F238E27FC236}">
                <a16:creationId xmlns:a16="http://schemas.microsoft.com/office/drawing/2014/main" id="{5E86DA41-58FE-EB3E-5E63-A9850F64DF20}"/>
              </a:ext>
            </a:extLst>
          </p:cNvPr>
          <p:cNvSpPr>
            <a:spLocks noGrp="1"/>
          </p:cNvSpPr>
          <p:nvPr/>
        </p:nvSpPr>
        <p:spPr>
          <a:xfrm>
            <a:off x="10287000" y="2285033"/>
            <a:ext cx="60590" cy="70115"/>
          </a:xfrm>
          <a:prstGeom prst="rect">
            <a:avLst/>
          </a:prstGeom>
          <a:solidFill>
            <a:srgbClr val="6A1D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76" name="real-target-spectrogram-r10-c10">
            <a:extLst>
              <a:ext uri="{FF2B5EF4-FFF2-40B4-BE49-F238E27FC236}">
                <a16:creationId xmlns:a16="http://schemas.microsoft.com/office/drawing/2014/main" id="{FCDA1B44-C6C9-8B10-71AD-C0FE690DA417}"/>
              </a:ext>
            </a:extLst>
          </p:cNvPr>
          <p:cNvSpPr>
            <a:spLocks noGrp="1"/>
          </p:cNvSpPr>
          <p:nvPr/>
        </p:nvSpPr>
        <p:spPr>
          <a:xfrm>
            <a:off x="10345208" y="2285033"/>
            <a:ext cx="60590" cy="70115"/>
          </a:xfrm>
          <a:prstGeom prst="rect">
            <a:avLst/>
          </a:prstGeom>
          <a:solidFill>
            <a:srgbClr val="88277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78" name="real-target-spectrogram-r10-c11">
            <a:extLst>
              <a:ext uri="{FF2B5EF4-FFF2-40B4-BE49-F238E27FC236}">
                <a16:creationId xmlns:a16="http://schemas.microsoft.com/office/drawing/2014/main" id="{F1BB8C1D-8284-A900-022F-43E878205FFC}"/>
              </a:ext>
            </a:extLst>
          </p:cNvPr>
          <p:cNvSpPr>
            <a:spLocks noGrp="1"/>
          </p:cNvSpPr>
          <p:nvPr/>
        </p:nvSpPr>
        <p:spPr>
          <a:xfrm>
            <a:off x="10403417" y="2285033"/>
            <a:ext cx="60590" cy="70115"/>
          </a:xfrm>
          <a:prstGeom prst="rect">
            <a:avLst/>
          </a:prstGeom>
          <a:solidFill>
            <a:srgbClr val="5E1B7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80" name="real-target-spectrogram-r10-c12">
            <a:extLst>
              <a:ext uri="{FF2B5EF4-FFF2-40B4-BE49-F238E27FC236}">
                <a16:creationId xmlns:a16="http://schemas.microsoft.com/office/drawing/2014/main" id="{C16E811B-B083-1AB9-7849-C69240C7F24A}"/>
              </a:ext>
            </a:extLst>
          </p:cNvPr>
          <p:cNvSpPr>
            <a:spLocks noGrp="1"/>
          </p:cNvSpPr>
          <p:nvPr/>
        </p:nvSpPr>
        <p:spPr>
          <a:xfrm>
            <a:off x="10461625" y="2285033"/>
            <a:ext cx="60590" cy="70115"/>
          </a:xfrm>
          <a:prstGeom prst="rect">
            <a:avLst/>
          </a:prstGeom>
          <a:solidFill>
            <a:srgbClr val="33126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82" name="real-target-spectrogram-r10-c13">
            <a:extLst>
              <a:ext uri="{FF2B5EF4-FFF2-40B4-BE49-F238E27FC236}">
                <a16:creationId xmlns:a16="http://schemas.microsoft.com/office/drawing/2014/main" id="{8F82597A-ED0F-6431-66FA-487B24ED5FE8}"/>
              </a:ext>
            </a:extLst>
          </p:cNvPr>
          <p:cNvSpPr>
            <a:spLocks noGrp="1"/>
          </p:cNvSpPr>
          <p:nvPr/>
        </p:nvSpPr>
        <p:spPr>
          <a:xfrm>
            <a:off x="10519833" y="2285033"/>
            <a:ext cx="60590" cy="70115"/>
          </a:xfrm>
          <a:prstGeom prst="rect">
            <a:avLst/>
          </a:prstGeom>
          <a:solidFill>
            <a:srgbClr val="2910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84" name="real-target-spectrogram-r10-c14">
            <a:extLst>
              <a:ext uri="{FF2B5EF4-FFF2-40B4-BE49-F238E27FC236}">
                <a16:creationId xmlns:a16="http://schemas.microsoft.com/office/drawing/2014/main" id="{58C653BB-BD32-906B-B871-124566C6489A}"/>
              </a:ext>
            </a:extLst>
          </p:cNvPr>
          <p:cNvSpPr>
            <a:spLocks noGrp="1"/>
          </p:cNvSpPr>
          <p:nvPr/>
        </p:nvSpPr>
        <p:spPr>
          <a:xfrm>
            <a:off x="10578042" y="2285033"/>
            <a:ext cx="60590" cy="70115"/>
          </a:xfrm>
          <a:prstGeom prst="rect">
            <a:avLst/>
          </a:prstGeom>
          <a:solidFill>
            <a:srgbClr val="731F8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86" name="real-target-spectrogram-r10-c15">
            <a:extLst>
              <a:ext uri="{FF2B5EF4-FFF2-40B4-BE49-F238E27FC236}">
                <a16:creationId xmlns:a16="http://schemas.microsoft.com/office/drawing/2014/main" id="{0A0C7E6A-F3B6-A379-87AC-C910A39937B3}"/>
              </a:ext>
            </a:extLst>
          </p:cNvPr>
          <p:cNvSpPr>
            <a:spLocks noGrp="1"/>
          </p:cNvSpPr>
          <p:nvPr/>
        </p:nvSpPr>
        <p:spPr>
          <a:xfrm>
            <a:off x="10636250" y="2285033"/>
            <a:ext cx="60590" cy="70115"/>
          </a:xfrm>
          <a:prstGeom prst="rect">
            <a:avLst/>
          </a:prstGeom>
          <a:solidFill>
            <a:srgbClr val="601B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88" name="real-target-spectrogram-r10-c16">
            <a:extLst>
              <a:ext uri="{FF2B5EF4-FFF2-40B4-BE49-F238E27FC236}">
                <a16:creationId xmlns:a16="http://schemas.microsoft.com/office/drawing/2014/main" id="{F5E41CE3-6252-48E6-E921-78C3EF9E2000}"/>
              </a:ext>
            </a:extLst>
          </p:cNvPr>
          <p:cNvSpPr>
            <a:spLocks noGrp="1"/>
          </p:cNvSpPr>
          <p:nvPr/>
        </p:nvSpPr>
        <p:spPr>
          <a:xfrm>
            <a:off x="10694458" y="2285033"/>
            <a:ext cx="60590" cy="70115"/>
          </a:xfrm>
          <a:prstGeom prst="rect">
            <a:avLst/>
          </a:prstGeom>
          <a:solidFill>
            <a:srgbClr val="721F8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90" name="real-target-spectrogram-r10-c17">
            <a:extLst>
              <a:ext uri="{FF2B5EF4-FFF2-40B4-BE49-F238E27FC236}">
                <a16:creationId xmlns:a16="http://schemas.microsoft.com/office/drawing/2014/main" id="{C5C0A625-72D2-431F-BAF2-9207760C3FC4}"/>
              </a:ext>
            </a:extLst>
          </p:cNvPr>
          <p:cNvSpPr>
            <a:spLocks noGrp="1"/>
          </p:cNvSpPr>
          <p:nvPr/>
        </p:nvSpPr>
        <p:spPr>
          <a:xfrm>
            <a:off x="10752667" y="2285033"/>
            <a:ext cx="60590" cy="70115"/>
          </a:xfrm>
          <a:prstGeom prst="rect">
            <a:avLst/>
          </a:prstGeom>
          <a:solidFill>
            <a:srgbClr val="4215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92" name="real-target-spectrogram-r11-c0">
            <a:extLst>
              <a:ext uri="{FF2B5EF4-FFF2-40B4-BE49-F238E27FC236}">
                <a16:creationId xmlns:a16="http://schemas.microsoft.com/office/drawing/2014/main" id="{4BBB5A38-5418-6990-776B-501B10184858}"/>
              </a:ext>
            </a:extLst>
          </p:cNvPr>
          <p:cNvSpPr>
            <a:spLocks noGrp="1"/>
          </p:cNvSpPr>
          <p:nvPr/>
        </p:nvSpPr>
        <p:spPr>
          <a:xfrm>
            <a:off x="9763125" y="2352767"/>
            <a:ext cx="60590" cy="70115"/>
          </a:xfrm>
          <a:prstGeom prst="rect">
            <a:avLst/>
          </a:prstGeom>
          <a:solidFill>
            <a:srgbClr val="3F156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94" name="real-target-spectrogram-r11-c1">
            <a:extLst>
              <a:ext uri="{FF2B5EF4-FFF2-40B4-BE49-F238E27FC236}">
                <a16:creationId xmlns:a16="http://schemas.microsoft.com/office/drawing/2014/main" id="{BE79E24C-E3D5-0CC4-31C8-37097F730709}"/>
              </a:ext>
            </a:extLst>
          </p:cNvPr>
          <p:cNvSpPr>
            <a:spLocks noGrp="1"/>
          </p:cNvSpPr>
          <p:nvPr/>
        </p:nvSpPr>
        <p:spPr>
          <a:xfrm>
            <a:off x="9821333" y="2352767"/>
            <a:ext cx="60590" cy="70115"/>
          </a:xfrm>
          <a:prstGeom prst="rect">
            <a:avLst/>
          </a:prstGeom>
          <a:solidFill>
            <a:srgbClr val="8325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96" name="real-target-spectrogram-r11-c2">
            <a:extLst>
              <a:ext uri="{FF2B5EF4-FFF2-40B4-BE49-F238E27FC236}">
                <a16:creationId xmlns:a16="http://schemas.microsoft.com/office/drawing/2014/main" id="{B01EE948-344D-3739-029F-99A55764FC3F}"/>
              </a:ext>
            </a:extLst>
          </p:cNvPr>
          <p:cNvSpPr>
            <a:spLocks noGrp="1"/>
          </p:cNvSpPr>
          <p:nvPr/>
        </p:nvSpPr>
        <p:spPr>
          <a:xfrm>
            <a:off x="9879542" y="2352767"/>
            <a:ext cx="60590" cy="70115"/>
          </a:xfrm>
          <a:prstGeom prst="rect">
            <a:avLst/>
          </a:prstGeom>
          <a:solidFill>
            <a:srgbClr val="CB49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98" name="real-target-spectrogram-r11-c3">
            <a:extLst>
              <a:ext uri="{FF2B5EF4-FFF2-40B4-BE49-F238E27FC236}">
                <a16:creationId xmlns:a16="http://schemas.microsoft.com/office/drawing/2014/main" id="{7144F94C-FE15-209C-8F0E-BEBD021EEB15}"/>
              </a:ext>
            </a:extLst>
          </p:cNvPr>
          <p:cNvSpPr>
            <a:spLocks noGrp="1"/>
          </p:cNvSpPr>
          <p:nvPr/>
        </p:nvSpPr>
        <p:spPr>
          <a:xfrm>
            <a:off x="9937750" y="2352767"/>
            <a:ext cx="60590" cy="70115"/>
          </a:xfrm>
          <a:prstGeom prst="rect">
            <a:avLst/>
          </a:prstGeom>
          <a:solidFill>
            <a:srgbClr val="F9A76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00" name="real-target-spectrogram-r11-c4">
            <a:extLst>
              <a:ext uri="{FF2B5EF4-FFF2-40B4-BE49-F238E27FC236}">
                <a16:creationId xmlns:a16="http://schemas.microsoft.com/office/drawing/2014/main" id="{55019536-9DE9-57F0-34DB-C7B9547923C3}"/>
              </a:ext>
            </a:extLst>
          </p:cNvPr>
          <p:cNvSpPr>
            <a:spLocks noGrp="1"/>
          </p:cNvSpPr>
          <p:nvPr/>
        </p:nvSpPr>
        <p:spPr>
          <a:xfrm>
            <a:off x="9995958" y="2352767"/>
            <a:ext cx="60590" cy="70115"/>
          </a:xfrm>
          <a:prstGeom prst="rect">
            <a:avLst/>
          </a:prstGeom>
          <a:solidFill>
            <a:srgbClr val="E4606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02" name="real-target-spectrogram-r11-c5">
            <a:extLst>
              <a:ext uri="{FF2B5EF4-FFF2-40B4-BE49-F238E27FC236}">
                <a16:creationId xmlns:a16="http://schemas.microsoft.com/office/drawing/2014/main" id="{1B016E8C-860F-71C5-ECDF-3E1812A59E45}"/>
              </a:ext>
            </a:extLst>
          </p:cNvPr>
          <p:cNvSpPr>
            <a:spLocks noGrp="1"/>
          </p:cNvSpPr>
          <p:nvPr/>
        </p:nvSpPr>
        <p:spPr>
          <a:xfrm>
            <a:off x="10054167" y="2352767"/>
            <a:ext cx="60590" cy="70115"/>
          </a:xfrm>
          <a:prstGeom prst="rect">
            <a:avLst/>
          </a:prstGeom>
          <a:solidFill>
            <a:srgbClr val="691D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04" name="real-target-spectrogram-r11-c6">
            <a:extLst>
              <a:ext uri="{FF2B5EF4-FFF2-40B4-BE49-F238E27FC236}">
                <a16:creationId xmlns:a16="http://schemas.microsoft.com/office/drawing/2014/main" id="{05C0DDF4-4BAB-71BC-EDEC-7A0AB754709A}"/>
              </a:ext>
            </a:extLst>
          </p:cNvPr>
          <p:cNvSpPr>
            <a:spLocks noGrp="1"/>
          </p:cNvSpPr>
          <p:nvPr/>
        </p:nvSpPr>
        <p:spPr>
          <a:xfrm>
            <a:off x="10112375" y="2352767"/>
            <a:ext cx="60590" cy="70115"/>
          </a:xfrm>
          <a:prstGeom prst="rect">
            <a:avLst/>
          </a:prstGeom>
          <a:solidFill>
            <a:srgbClr val="9B2D7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06" name="real-target-spectrogram-r11-c7">
            <a:extLst>
              <a:ext uri="{FF2B5EF4-FFF2-40B4-BE49-F238E27FC236}">
                <a16:creationId xmlns:a16="http://schemas.microsoft.com/office/drawing/2014/main" id="{D176A745-CBB3-7C3F-6E78-C2B5276C6688}"/>
              </a:ext>
            </a:extLst>
          </p:cNvPr>
          <p:cNvSpPr>
            <a:spLocks noGrp="1"/>
          </p:cNvSpPr>
          <p:nvPr/>
        </p:nvSpPr>
        <p:spPr>
          <a:xfrm>
            <a:off x="10170583" y="2352767"/>
            <a:ext cx="60590" cy="70115"/>
          </a:xfrm>
          <a:prstGeom prst="rect">
            <a:avLst/>
          </a:prstGeom>
          <a:solidFill>
            <a:srgbClr val="8425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08" name="real-target-spectrogram-r11-c8">
            <a:extLst>
              <a:ext uri="{FF2B5EF4-FFF2-40B4-BE49-F238E27FC236}">
                <a16:creationId xmlns:a16="http://schemas.microsoft.com/office/drawing/2014/main" id="{C48E8430-DC00-6021-8F77-47578DCC150C}"/>
              </a:ext>
            </a:extLst>
          </p:cNvPr>
          <p:cNvSpPr>
            <a:spLocks noGrp="1"/>
          </p:cNvSpPr>
          <p:nvPr/>
        </p:nvSpPr>
        <p:spPr>
          <a:xfrm>
            <a:off x="10228792" y="2352767"/>
            <a:ext cx="60590" cy="70115"/>
          </a:xfrm>
          <a:prstGeom prst="rect">
            <a:avLst/>
          </a:prstGeom>
          <a:solidFill>
            <a:srgbClr val="9E2E7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10" name="real-target-spectrogram-r11-c9">
            <a:extLst>
              <a:ext uri="{FF2B5EF4-FFF2-40B4-BE49-F238E27FC236}">
                <a16:creationId xmlns:a16="http://schemas.microsoft.com/office/drawing/2014/main" id="{F5C15FA2-FFD0-5588-A433-38951D13D48F}"/>
              </a:ext>
            </a:extLst>
          </p:cNvPr>
          <p:cNvSpPr>
            <a:spLocks noGrp="1"/>
          </p:cNvSpPr>
          <p:nvPr/>
        </p:nvSpPr>
        <p:spPr>
          <a:xfrm>
            <a:off x="10287000" y="2352767"/>
            <a:ext cx="60590" cy="70115"/>
          </a:xfrm>
          <a:prstGeom prst="rect">
            <a:avLst/>
          </a:prstGeom>
          <a:solidFill>
            <a:srgbClr val="B235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12" name="real-target-spectrogram-r11-c10">
            <a:extLst>
              <a:ext uri="{FF2B5EF4-FFF2-40B4-BE49-F238E27FC236}">
                <a16:creationId xmlns:a16="http://schemas.microsoft.com/office/drawing/2014/main" id="{AE013B82-6570-1624-6763-B6B93953D74C}"/>
              </a:ext>
            </a:extLst>
          </p:cNvPr>
          <p:cNvSpPr>
            <a:spLocks noGrp="1"/>
          </p:cNvSpPr>
          <p:nvPr/>
        </p:nvSpPr>
        <p:spPr>
          <a:xfrm>
            <a:off x="10345208" y="2352767"/>
            <a:ext cx="60590" cy="70115"/>
          </a:xfrm>
          <a:prstGeom prst="rect">
            <a:avLst/>
          </a:prstGeom>
          <a:solidFill>
            <a:srgbClr val="7A22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14" name="real-target-spectrogram-r11-c11">
            <a:extLst>
              <a:ext uri="{FF2B5EF4-FFF2-40B4-BE49-F238E27FC236}">
                <a16:creationId xmlns:a16="http://schemas.microsoft.com/office/drawing/2014/main" id="{AA907D46-7361-1D94-6C90-B3D0F636C43C}"/>
              </a:ext>
            </a:extLst>
          </p:cNvPr>
          <p:cNvSpPr>
            <a:spLocks noGrp="1"/>
          </p:cNvSpPr>
          <p:nvPr/>
        </p:nvSpPr>
        <p:spPr>
          <a:xfrm>
            <a:off x="10403417" y="2352767"/>
            <a:ext cx="60590" cy="70115"/>
          </a:xfrm>
          <a:prstGeom prst="rect">
            <a:avLst/>
          </a:prstGeom>
          <a:solidFill>
            <a:srgbClr val="4D18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16" name="real-target-spectrogram-r11-c12">
            <a:extLst>
              <a:ext uri="{FF2B5EF4-FFF2-40B4-BE49-F238E27FC236}">
                <a16:creationId xmlns:a16="http://schemas.microsoft.com/office/drawing/2014/main" id="{B14CF260-D1DB-840D-D893-010D56B9C565}"/>
              </a:ext>
            </a:extLst>
          </p:cNvPr>
          <p:cNvSpPr>
            <a:spLocks noGrp="1"/>
          </p:cNvSpPr>
          <p:nvPr/>
        </p:nvSpPr>
        <p:spPr>
          <a:xfrm>
            <a:off x="10461625" y="2352767"/>
            <a:ext cx="60590" cy="70115"/>
          </a:xfrm>
          <a:prstGeom prst="rect">
            <a:avLst/>
          </a:prstGeom>
          <a:solidFill>
            <a:srgbClr val="611C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18" name="real-target-spectrogram-r11-c13">
            <a:extLst>
              <a:ext uri="{FF2B5EF4-FFF2-40B4-BE49-F238E27FC236}">
                <a16:creationId xmlns:a16="http://schemas.microsoft.com/office/drawing/2014/main" id="{5BA79F11-D712-BB06-37DD-C177CAECF89F}"/>
              </a:ext>
            </a:extLst>
          </p:cNvPr>
          <p:cNvSpPr>
            <a:spLocks noGrp="1"/>
          </p:cNvSpPr>
          <p:nvPr/>
        </p:nvSpPr>
        <p:spPr>
          <a:xfrm>
            <a:off x="10519833" y="2352767"/>
            <a:ext cx="60590" cy="70115"/>
          </a:xfrm>
          <a:prstGeom prst="rect">
            <a:avLst/>
          </a:prstGeom>
          <a:solidFill>
            <a:srgbClr val="47166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20" name="real-target-spectrogram-r11-c14">
            <a:extLst>
              <a:ext uri="{FF2B5EF4-FFF2-40B4-BE49-F238E27FC236}">
                <a16:creationId xmlns:a16="http://schemas.microsoft.com/office/drawing/2014/main" id="{F91B3464-A630-2607-C720-7E10D5C3F116}"/>
              </a:ext>
            </a:extLst>
          </p:cNvPr>
          <p:cNvSpPr>
            <a:spLocks noGrp="1"/>
          </p:cNvSpPr>
          <p:nvPr/>
        </p:nvSpPr>
        <p:spPr>
          <a:xfrm>
            <a:off x="10578042" y="2352767"/>
            <a:ext cx="60590" cy="70115"/>
          </a:xfrm>
          <a:prstGeom prst="rect">
            <a:avLst/>
          </a:prstGeom>
          <a:solidFill>
            <a:srgbClr val="A230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22" name="real-target-spectrogram-r11-c15">
            <a:extLst>
              <a:ext uri="{FF2B5EF4-FFF2-40B4-BE49-F238E27FC236}">
                <a16:creationId xmlns:a16="http://schemas.microsoft.com/office/drawing/2014/main" id="{363E5AF4-C2BD-C6E8-138B-A3EFA721792B}"/>
              </a:ext>
            </a:extLst>
          </p:cNvPr>
          <p:cNvSpPr>
            <a:spLocks noGrp="1"/>
          </p:cNvSpPr>
          <p:nvPr/>
        </p:nvSpPr>
        <p:spPr>
          <a:xfrm>
            <a:off x="10636250" y="2352767"/>
            <a:ext cx="60590" cy="70115"/>
          </a:xfrm>
          <a:prstGeom prst="rect">
            <a:avLst/>
          </a:prstGeom>
          <a:solidFill>
            <a:srgbClr val="AE34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24" name="real-target-spectrogram-r11-c16">
            <a:extLst>
              <a:ext uri="{FF2B5EF4-FFF2-40B4-BE49-F238E27FC236}">
                <a16:creationId xmlns:a16="http://schemas.microsoft.com/office/drawing/2014/main" id="{E6D9DC73-736C-0153-A3FD-60E59539C025}"/>
              </a:ext>
            </a:extLst>
          </p:cNvPr>
          <p:cNvSpPr>
            <a:spLocks noGrp="1"/>
          </p:cNvSpPr>
          <p:nvPr/>
        </p:nvSpPr>
        <p:spPr>
          <a:xfrm>
            <a:off x="10694458" y="2352767"/>
            <a:ext cx="60590" cy="70115"/>
          </a:xfrm>
          <a:prstGeom prst="rect">
            <a:avLst/>
          </a:prstGeom>
          <a:solidFill>
            <a:srgbClr val="711F8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26" name="real-target-spectrogram-r11-c17">
            <a:extLst>
              <a:ext uri="{FF2B5EF4-FFF2-40B4-BE49-F238E27FC236}">
                <a16:creationId xmlns:a16="http://schemas.microsoft.com/office/drawing/2014/main" id="{BC12BBF5-A318-4311-6A80-C6F435E9D79C}"/>
              </a:ext>
            </a:extLst>
          </p:cNvPr>
          <p:cNvSpPr>
            <a:spLocks noGrp="1"/>
          </p:cNvSpPr>
          <p:nvPr/>
        </p:nvSpPr>
        <p:spPr>
          <a:xfrm>
            <a:off x="10752667" y="2352767"/>
            <a:ext cx="60590" cy="70115"/>
          </a:xfrm>
          <a:prstGeom prst="rect">
            <a:avLst/>
          </a:prstGeom>
          <a:solidFill>
            <a:srgbClr val="4516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28" name="real-target-spectrogram-r12-c0">
            <a:extLst>
              <a:ext uri="{FF2B5EF4-FFF2-40B4-BE49-F238E27FC236}">
                <a16:creationId xmlns:a16="http://schemas.microsoft.com/office/drawing/2014/main" id="{911C64BA-C50F-9EAB-2E02-AB232C8B28E2}"/>
              </a:ext>
            </a:extLst>
          </p:cNvPr>
          <p:cNvSpPr>
            <a:spLocks noGrp="1"/>
          </p:cNvSpPr>
          <p:nvPr/>
        </p:nvSpPr>
        <p:spPr>
          <a:xfrm>
            <a:off x="9763125" y="2420500"/>
            <a:ext cx="60590" cy="70115"/>
          </a:xfrm>
          <a:prstGeom prst="rect">
            <a:avLst/>
          </a:prstGeom>
          <a:solidFill>
            <a:srgbClr val="5319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30" name="real-target-spectrogram-r12-c1">
            <a:extLst>
              <a:ext uri="{FF2B5EF4-FFF2-40B4-BE49-F238E27FC236}">
                <a16:creationId xmlns:a16="http://schemas.microsoft.com/office/drawing/2014/main" id="{9FD9682C-2B64-970A-F05F-C91726AE4F88}"/>
              </a:ext>
            </a:extLst>
          </p:cNvPr>
          <p:cNvSpPr>
            <a:spLocks noGrp="1"/>
          </p:cNvSpPr>
          <p:nvPr/>
        </p:nvSpPr>
        <p:spPr>
          <a:xfrm>
            <a:off x="9821333" y="2420500"/>
            <a:ext cx="60590" cy="70115"/>
          </a:xfrm>
          <a:prstGeom prst="rect">
            <a:avLst/>
          </a:prstGeom>
          <a:solidFill>
            <a:srgbClr val="A731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32" name="real-target-spectrogram-r12-c2">
            <a:extLst>
              <a:ext uri="{FF2B5EF4-FFF2-40B4-BE49-F238E27FC236}">
                <a16:creationId xmlns:a16="http://schemas.microsoft.com/office/drawing/2014/main" id="{6A148CBE-9A3D-1CD4-72B5-199BBD2E7E13}"/>
              </a:ext>
            </a:extLst>
          </p:cNvPr>
          <p:cNvSpPr>
            <a:spLocks noGrp="1"/>
          </p:cNvSpPr>
          <p:nvPr/>
        </p:nvSpPr>
        <p:spPr>
          <a:xfrm>
            <a:off x="9879542" y="2420500"/>
            <a:ext cx="60590" cy="70115"/>
          </a:xfrm>
          <a:prstGeom prst="rect">
            <a:avLst/>
          </a:prstGeom>
          <a:solidFill>
            <a:srgbClr val="F17C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34" name="real-target-spectrogram-r12-c3">
            <a:extLst>
              <a:ext uri="{FF2B5EF4-FFF2-40B4-BE49-F238E27FC236}">
                <a16:creationId xmlns:a16="http://schemas.microsoft.com/office/drawing/2014/main" id="{CBE746F1-EF4E-DCB0-CA6F-CB8E9593D69B}"/>
              </a:ext>
            </a:extLst>
          </p:cNvPr>
          <p:cNvSpPr>
            <a:spLocks noGrp="1"/>
          </p:cNvSpPr>
          <p:nvPr/>
        </p:nvSpPr>
        <p:spPr>
          <a:xfrm>
            <a:off x="9937750" y="2420500"/>
            <a:ext cx="60590" cy="70115"/>
          </a:xfrm>
          <a:prstGeom prst="rect">
            <a:avLst/>
          </a:prstGeom>
          <a:solidFill>
            <a:srgbClr val="C242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36" name="real-target-spectrogram-r12-c4">
            <a:extLst>
              <a:ext uri="{FF2B5EF4-FFF2-40B4-BE49-F238E27FC236}">
                <a16:creationId xmlns:a16="http://schemas.microsoft.com/office/drawing/2014/main" id="{9A42138C-D0E4-5744-75F6-4F1E118179A6}"/>
              </a:ext>
            </a:extLst>
          </p:cNvPr>
          <p:cNvSpPr>
            <a:spLocks noGrp="1"/>
          </p:cNvSpPr>
          <p:nvPr/>
        </p:nvSpPr>
        <p:spPr>
          <a:xfrm>
            <a:off x="9995958" y="2420500"/>
            <a:ext cx="60590" cy="70115"/>
          </a:xfrm>
          <a:prstGeom prst="rect">
            <a:avLst/>
          </a:prstGeom>
          <a:solidFill>
            <a:srgbClr val="FDD28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38" name="real-target-spectrogram-r12-c5">
            <a:extLst>
              <a:ext uri="{FF2B5EF4-FFF2-40B4-BE49-F238E27FC236}">
                <a16:creationId xmlns:a16="http://schemas.microsoft.com/office/drawing/2014/main" id="{A18FEDEB-1464-3788-25CA-0578E6FE9F40}"/>
              </a:ext>
            </a:extLst>
          </p:cNvPr>
          <p:cNvSpPr>
            <a:spLocks noGrp="1"/>
          </p:cNvSpPr>
          <p:nvPr/>
        </p:nvSpPr>
        <p:spPr>
          <a:xfrm>
            <a:off x="10054167" y="2420500"/>
            <a:ext cx="60590" cy="70115"/>
          </a:xfrm>
          <a:prstGeom prst="rect">
            <a:avLst/>
          </a:prstGeom>
          <a:solidFill>
            <a:srgbClr val="C746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40" name="real-target-spectrogram-r12-c6">
            <a:extLst>
              <a:ext uri="{FF2B5EF4-FFF2-40B4-BE49-F238E27FC236}">
                <a16:creationId xmlns:a16="http://schemas.microsoft.com/office/drawing/2014/main" id="{93438720-35A9-339E-D142-AC509A565E86}"/>
              </a:ext>
            </a:extLst>
          </p:cNvPr>
          <p:cNvSpPr>
            <a:spLocks noGrp="1"/>
          </p:cNvSpPr>
          <p:nvPr/>
        </p:nvSpPr>
        <p:spPr>
          <a:xfrm>
            <a:off x="10112375" y="2420500"/>
            <a:ext cx="60590" cy="70115"/>
          </a:xfrm>
          <a:prstGeom prst="rect">
            <a:avLst/>
          </a:prstGeom>
          <a:solidFill>
            <a:srgbClr val="8225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42" name="real-target-spectrogram-r12-c7">
            <a:extLst>
              <a:ext uri="{FF2B5EF4-FFF2-40B4-BE49-F238E27FC236}">
                <a16:creationId xmlns:a16="http://schemas.microsoft.com/office/drawing/2014/main" id="{07E2792C-46A6-A5AB-6C88-9A7DAA7E654B}"/>
              </a:ext>
            </a:extLst>
          </p:cNvPr>
          <p:cNvSpPr>
            <a:spLocks noGrp="1"/>
          </p:cNvSpPr>
          <p:nvPr/>
        </p:nvSpPr>
        <p:spPr>
          <a:xfrm>
            <a:off x="10170583" y="2420500"/>
            <a:ext cx="60590" cy="70115"/>
          </a:xfrm>
          <a:prstGeom prst="rect">
            <a:avLst/>
          </a:prstGeom>
          <a:solidFill>
            <a:srgbClr val="4B17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44" name="real-target-spectrogram-r12-c8">
            <a:extLst>
              <a:ext uri="{FF2B5EF4-FFF2-40B4-BE49-F238E27FC236}">
                <a16:creationId xmlns:a16="http://schemas.microsoft.com/office/drawing/2014/main" id="{3270D3FB-1A97-CDF8-4703-DDE8A6A379CD}"/>
              </a:ext>
            </a:extLst>
          </p:cNvPr>
          <p:cNvSpPr>
            <a:spLocks noGrp="1"/>
          </p:cNvSpPr>
          <p:nvPr/>
        </p:nvSpPr>
        <p:spPr>
          <a:xfrm>
            <a:off x="10228792" y="2420500"/>
            <a:ext cx="60590" cy="70115"/>
          </a:xfrm>
          <a:prstGeom prst="rect">
            <a:avLst/>
          </a:prstGeom>
          <a:solidFill>
            <a:srgbClr val="9D2E7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46" name="real-target-spectrogram-r12-c9">
            <a:extLst>
              <a:ext uri="{FF2B5EF4-FFF2-40B4-BE49-F238E27FC236}">
                <a16:creationId xmlns:a16="http://schemas.microsoft.com/office/drawing/2014/main" id="{68FFF67C-BBAD-1577-7772-6CABF1AE397E}"/>
              </a:ext>
            </a:extLst>
          </p:cNvPr>
          <p:cNvSpPr>
            <a:spLocks noGrp="1"/>
          </p:cNvSpPr>
          <p:nvPr/>
        </p:nvSpPr>
        <p:spPr>
          <a:xfrm>
            <a:off x="10287000" y="2420500"/>
            <a:ext cx="60590" cy="70115"/>
          </a:xfrm>
          <a:prstGeom prst="rect">
            <a:avLst/>
          </a:prstGeom>
          <a:solidFill>
            <a:srgbClr val="B939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48" name="real-target-spectrogram-r12-c10">
            <a:extLst>
              <a:ext uri="{FF2B5EF4-FFF2-40B4-BE49-F238E27FC236}">
                <a16:creationId xmlns:a16="http://schemas.microsoft.com/office/drawing/2014/main" id="{D1C780CB-AB66-70AF-0D0F-76BFFC43D6A5}"/>
              </a:ext>
            </a:extLst>
          </p:cNvPr>
          <p:cNvSpPr>
            <a:spLocks noGrp="1"/>
          </p:cNvSpPr>
          <p:nvPr/>
        </p:nvSpPr>
        <p:spPr>
          <a:xfrm>
            <a:off x="10345208" y="2420500"/>
            <a:ext cx="60590" cy="70115"/>
          </a:xfrm>
          <a:prstGeom prst="rect">
            <a:avLst/>
          </a:prstGeom>
          <a:solidFill>
            <a:srgbClr val="A230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50" name="real-target-spectrogram-r12-c11">
            <a:extLst>
              <a:ext uri="{FF2B5EF4-FFF2-40B4-BE49-F238E27FC236}">
                <a16:creationId xmlns:a16="http://schemas.microsoft.com/office/drawing/2014/main" id="{30346766-1BE9-DDEB-DE0E-88EFE2403634}"/>
              </a:ext>
            </a:extLst>
          </p:cNvPr>
          <p:cNvSpPr>
            <a:spLocks noGrp="1"/>
          </p:cNvSpPr>
          <p:nvPr/>
        </p:nvSpPr>
        <p:spPr>
          <a:xfrm>
            <a:off x="10403417" y="2420500"/>
            <a:ext cx="60590" cy="70115"/>
          </a:xfrm>
          <a:prstGeom prst="rect">
            <a:avLst/>
          </a:prstGeom>
          <a:solidFill>
            <a:srgbClr val="AC33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52" name="real-target-spectrogram-r12-c12">
            <a:extLst>
              <a:ext uri="{FF2B5EF4-FFF2-40B4-BE49-F238E27FC236}">
                <a16:creationId xmlns:a16="http://schemas.microsoft.com/office/drawing/2014/main" id="{C1E5B372-94BB-DF20-3BD2-123D23BA6C7B}"/>
              </a:ext>
            </a:extLst>
          </p:cNvPr>
          <p:cNvSpPr>
            <a:spLocks noGrp="1"/>
          </p:cNvSpPr>
          <p:nvPr/>
        </p:nvSpPr>
        <p:spPr>
          <a:xfrm>
            <a:off x="10461625" y="2420500"/>
            <a:ext cx="60590" cy="70115"/>
          </a:xfrm>
          <a:prstGeom prst="rect">
            <a:avLst/>
          </a:prstGeom>
          <a:solidFill>
            <a:srgbClr val="D5536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54" name="real-target-spectrogram-r12-c13">
            <a:extLst>
              <a:ext uri="{FF2B5EF4-FFF2-40B4-BE49-F238E27FC236}">
                <a16:creationId xmlns:a16="http://schemas.microsoft.com/office/drawing/2014/main" id="{FEFE1EE3-D052-399F-36F5-B26E3639F350}"/>
              </a:ext>
            </a:extLst>
          </p:cNvPr>
          <p:cNvSpPr>
            <a:spLocks noGrp="1"/>
          </p:cNvSpPr>
          <p:nvPr/>
        </p:nvSpPr>
        <p:spPr>
          <a:xfrm>
            <a:off x="10519833" y="2420500"/>
            <a:ext cx="60590" cy="70115"/>
          </a:xfrm>
          <a:prstGeom prst="rect">
            <a:avLst/>
          </a:prstGeom>
          <a:solidFill>
            <a:srgbClr val="B135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56" name="real-target-spectrogram-r12-c14">
            <a:extLst>
              <a:ext uri="{FF2B5EF4-FFF2-40B4-BE49-F238E27FC236}">
                <a16:creationId xmlns:a16="http://schemas.microsoft.com/office/drawing/2014/main" id="{05ED1DC2-1232-4114-1AE4-6AC1048C47B4}"/>
              </a:ext>
            </a:extLst>
          </p:cNvPr>
          <p:cNvSpPr>
            <a:spLocks noGrp="1"/>
          </p:cNvSpPr>
          <p:nvPr/>
        </p:nvSpPr>
        <p:spPr>
          <a:xfrm>
            <a:off x="10578042" y="2420500"/>
            <a:ext cx="60590" cy="70115"/>
          </a:xfrm>
          <a:prstGeom prst="rect">
            <a:avLst/>
          </a:prstGeom>
          <a:solidFill>
            <a:srgbClr val="89277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58" name="real-target-spectrogram-r12-c15">
            <a:extLst>
              <a:ext uri="{FF2B5EF4-FFF2-40B4-BE49-F238E27FC236}">
                <a16:creationId xmlns:a16="http://schemas.microsoft.com/office/drawing/2014/main" id="{C2942B89-65E0-B940-8749-FA53169C2E95}"/>
              </a:ext>
            </a:extLst>
          </p:cNvPr>
          <p:cNvSpPr>
            <a:spLocks noGrp="1"/>
          </p:cNvSpPr>
          <p:nvPr/>
        </p:nvSpPr>
        <p:spPr>
          <a:xfrm>
            <a:off x="10636250" y="2420500"/>
            <a:ext cx="60590" cy="70115"/>
          </a:xfrm>
          <a:prstGeom prst="rect">
            <a:avLst/>
          </a:prstGeom>
          <a:solidFill>
            <a:srgbClr val="952B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60" name="real-target-spectrogram-r12-c16">
            <a:extLst>
              <a:ext uri="{FF2B5EF4-FFF2-40B4-BE49-F238E27FC236}">
                <a16:creationId xmlns:a16="http://schemas.microsoft.com/office/drawing/2014/main" id="{AD076672-D5A5-B217-2CDA-DC69081422EA}"/>
              </a:ext>
            </a:extLst>
          </p:cNvPr>
          <p:cNvSpPr>
            <a:spLocks noGrp="1"/>
          </p:cNvSpPr>
          <p:nvPr/>
        </p:nvSpPr>
        <p:spPr>
          <a:xfrm>
            <a:off x="10694458" y="2420500"/>
            <a:ext cx="60590" cy="70115"/>
          </a:xfrm>
          <a:prstGeom prst="rect">
            <a:avLst/>
          </a:prstGeom>
          <a:solidFill>
            <a:srgbClr val="982C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62" name="real-target-spectrogram-r12-c17">
            <a:extLst>
              <a:ext uri="{FF2B5EF4-FFF2-40B4-BE49-F238E27FC236}">
                <a16:creationId xmlns:a16="http://schemas.microsoft.com/office/drawing/2014/main" id="{C6CEC309-13E5-27CF-802E-83B8E33D2995}"/>
              </a:ext>
            </a:extLst>
          </p:cNvPr>
          <p:cNvSpPr>
            <a:spLocks noGrp="1"/>
          </p:cNvSpPr>
          <p:nvPr/>
        </p:nvSpPr>
        <p:spPr>
          <a:xfrm>
            <a:off x="10752667" y="2420500"/>
            <a:ext cx="60590" cy="70115"/>
          </a:xfrm>
          <a:prstGeom prst="rect">
            <a:avLst/>
          </a:prstGeom>
          <a:solidFill>
            <a:srgbClr val="3A14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64" name="real-target-spectrogram-r13-c0">
            <a:extLst>
              <a:ext uri="{FF2B5EF4-FFF2-40B4-BE49-F238E27FC236}">
                <a16:creationId xmlns:a16="http://schemas.microsoft.com/office/drawing/2014/main" id="{7CC90544-A8F0-42A0-2F6A-BAE5C4D176AE}"/>
              </a:ext>
            </a:extLst>
          </p:cNvPr>
          <p:cNvSpPr>
            <a:spLocks noGrp="1"/>
          </p:cNvSpPr>
          <p:nvPr/>
        </p:nvSpPr>
        <p:spPr>
          <a:xfrm>
            <a:off x="9763125" y="2488233"/>
            <a:ext cx="60590" cy="70115"/>
          </a:xfrm>
          <a:prstGeom prst="rect">
            <a:avLst/>
          </a:prstGeom>
          <a:solidFill>
            <a:srgbClr val="6D1E7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66" name="real-target-spectrogram-r13-c1">
            <a:extLst>
              <a:ext uri="{FF2B5EF4-FFF2-40B4-BE49-F238E27FC236}">
                <a16:creationId xmlns:a16="http://schemas.microsoft.com/office/drawing/2014/main" id="{3055F58B-3E0B-F523-DC98-CA3D82FA26CD}"/>
              </a:ext>
            </a:extLst>
          </p:cNvPr>
          <p:cNvSpPr>
            <a:spLocks noGrp="1"/>
          </p:cNvSpPr>
          <p:nvPr/>
        </p:nvSpPr>
        <p:spPr>
          <a:xfrm>
            <a:off x="9821333" y="2488233"/>
            <a:ext cx="60590" cy="70115"/>
          </a:xfrm>
          <a:prstGeom prst="rect">
            <a:avLst/>
          </a:prstGeom>
          <a:solidFill>
            <a:srgbClr val="912A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68" name="real-target-spectrogram-r13-c2">
            <a:extLst>
              <a:ext uri="{FF2B5EF4-FFF2-40B4-BE49-F238E27FC236}">
                <a16:creationId xmlns:a16="http://schemas.microsoft.com/office/drawing/2014/main" id="{4B48938F-518C-585F-F303-5BF42E2B2F63}"/>
              </a:ext>
            </a:extLst>
          </p:cNvPr>
          <p:cNvSpPr>
            <a:spLocks noGrp="1"/>
          </p:cNvSpPr>
          <p:nvPr/>
        </p:nvSpPr>
        <p:spPr>
          <a:xfrm>
            <a:off x="9879542" y="2488233"/>
            <a:ext cx="60590" cy="70115"/>
          </a:xfrm>
          <a:prstGeom prst="rect">
            <a:avLst/>
          </a:prstGeom>
          <a:solidFill>
            <a:srgbClr val="EF6D5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70" name="real-target-spectrogram-r13-c3">
            <a:extLst>
              <a:ext uri="{FF2B5EF4-FFF2-40B4-BE49-F238E27FC236}">
                <a16:creationId xmlns:a16="http://schemas.microsoft.com/office/drawing/2014/main" id="{87C51526-5608-CC88-9842-F79C00158048}"/>
              </a:ext>
            </a:extLst>
          </p:cNvPr>
          <p:cNvSpPr>
            <a:spLocks noGrp="1"/>
          </p:cNvSpPr>
          <p:nvPr/>
        </p:nvSpPr>
        <p:spPr>
          <a:xfrm>
            <a:off x="9937750" y="2488233"/>
            <a:ext cx="60590" cy="70115"/>
          </a:xfrm>
          <a:prstGeom prst="rect">
            <a:avLst/>
          </a:prstGeom>
          <a:solidFill>
            <a:srgbClr val="FCFDB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72" name="real-target-spectrogram-r13-c4">
            <a:extLst>
              <a:ext uri="{FF2B5EF4-FFF2-40B4-BE49-F238E27FC236}">
                <a16:creationId xmlns:a16="http://schemas.microsoft.com/office/drawing/2014/main" id="{49AE6895-FFE8-AF0A-7B50-532855E3DF91}"/>
              </a:ext>
            </a:extLst>
          </p:cNvPr>
          <p:cNvSpPr>
            <a:spLocks noGrp="1"/>
          </p:cNvSpPr>
          <p:nvPr/>
        </p:nvSpPr>
        <p:spPr>
          <a:xfrm>
            <a:off x="9995958" y="2488233"/>
            <a:ext cx="60590" cy="70115"/>
          </a:xfrm>
          <a:prstGeom prst="rect">
            <a:avLst/>
          </a:prstGeom>
          <a:solidFill>
            <a:srgbClr val="FDD99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74" name="real-target-spectrogram-r13-c5">
            <a:extLst>
              <a:ext uri="{FF2B5EF4-FFF2-40B4-BE49-F238E27FC236}">
                <a16:creationId xmlns:a16="http://schemas.microsoft.com/office/drawing/2014/main" id="{7361BDBF-C824-8204-BAE1-2478E3E18AB7}"/>
              </a:ext>
            </a:extLst>
          </p:cNvPr>
          <p:cNvSpPr>
            <a:spLocks noGrp="1"/>
          </p:cNvSpPr>
          <p:nvPr/>
        </p:nvSpPr>
        <p:spPr>
          <a:xfrm>
            <a:off x="10054167" y="2488233"/>
            <a:ext cx="60590" cy="70115"/>
          </a:xfrm>
          <a:prstGeom prst="rect">
            <a:avLst/>
          </a:prstGeom>
          <a:solidFill>
            <a:srgbClr val="D6546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76" name="real-target-spectrogram-r13-c6">
            <a:extLst>
              <a:ext uri="{FF2B5EF4-FFF2-40B4-BE49-F238E27FC236}">
                <a16:creationId xmlns:a16="http://schemas.microsoft.com/office/drawing/2014/main" id="{A07A7976-D6F6-FBFC-A68D-2F7498E1123B}"/>
              </a:ext>
            </a:extLst>
          </p:cNvPr>
          <p:cNvSpPr>
            <a:spLocks noGrp="1"/>
          </p:cNvSpPr>
          <p:nvPr/>
        </p:nvSpPr>
        <p:spPr>
          <a:xfrm>
            <a:off x="10112375" y="2488233"/>
            <a:ext cx="60590" cy="70115"/>
          </a:xfrm>
          <a:prstGeom prst="rect">
            <a:avLst/>
          </a:prstGeom>
          <a:solidFill>
            <a:srgbClr val="A531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78" name="real-target-spectrogram-r13-c7">
            <a:extLst>
              <a:ext uri="{FF2B5EF4-FFF2-40B4-BE49-F238E27FC236}">
                <a16:creationId xmlns:a16="http://schemas.microsoft.com/office/drawing/2014/main" id="{3B3A83CA-1314-62DD-4358-BD0793D1C0BA}"/>
              </a:ext>
            </a:extLst>
          </p:cNvPr>
          <p:cNvSpPr>
            <a:spLocks noGrp="1"/>
          </p:cNvSpPr>
          <p:nvPr/>
        </p:nvSpPr>
        <p:spPr>
          <a:xfrm>
            <a:off x="10170583" y="2488233"/>
            <a:ext cx="60590" cy="70115"/>
          </a:xfrm>
          <a:prstGeom prst="rect">
            <a:avLst/>
          </a:prstGeom>
          <a:solidFill>
            <a:srgbClr val="38136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80" name="real-target-spectrogram-r13-c8">
            <a:extLst>
              <a:ext uri="{FF2B5EF4-FFF2-40B4-BE49-F238E27FC236}">
                <a16:creationId xmlns:a16="http://schemas.microsoft.com/office/drawing/2014/main" id="{2F7BE9C9-A331-DE68-67B1-366CF99BB674}"/>
              </a:ext>
            </a:extLst>
          </p:cNvPr>
          <p:cNvSpPr>
            <a:spLocks noGrp="1"/>
          </p:cNvSpPr>
          <p:nvPr/>
        </p:nvSpPr>
        <p:spPr>
          <a:xfrm>
            <a:off x="10228792" y="2488233"/>
            <a:ext cx="60590" cy="70115"/>
          </a:xfrm>
          <a:prstGeom prst="rect">
            <a:avLst/>
          </a:prstGeom>
          <a:solidFill>
            <a:srgbClr val="51187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82" name="real-target-spectrogram-r13-c9">
            <a:extLst>
              <a:ext uri="{FF2B5EF4-FFF2-40B4-BE49-F238E27FC236}">
                <a16:creationId xmlns:a16="http://schemas.microsoft.com/office/drawing/2014/main" id="{57D5261B-358D-61DD-988F-70C1BAFC52D0}"/>
              </a:ext>
            </a:extLst>
          </p:cNvPr>
          <p:cNvSpPr>
            <a:spLocks noGrp="1"/>
          </p:cNvSpPr>
          <p:nvPr/>
        </p:nvSpPr>
        <p:spPr>
          <a:xfrm>
            <a:off x="10287000" y="2488233"/>
            <a:ext cx="60590" cy="70115"/>
          </a:xfrm>
          <a:prstGeom prst="rect">
            <a:avLst/>
          </a:prstGeom>
          <a:solidFill>
            <a:srgbClr val="BD3D7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84" name="real-target-spectrogram-r13-c10">
            <a:extLst>
              <a:ext uri="{FF2B5EF4-FFF2-40B4-BE49-F238E27FC236}">
                <a16:creationId xmlns:a16="http://schemas.microsoft.com/office/drawing/2014/main" id="{DE8B463E-D47C-3C53-4B98-5C4D9D06141B}"/>
              </a:ext>
            </a:extLst>
          </p:cNvPr>
          <p:cNvSpPr>
            <a:spLocks noGrp="1"/>
          </p:cNvSpPr>
          <p:nvPr/>
        </p:nvSpPr>
        <p:spPr>
          <a:xfrm>
            <a:off x="10345208" y="2488233"/>
            <a:ext cx="60590" cy="70115"/>
          </a:xfrm>
          <a:prstGeom prst="rect">
            <a:avLst/>
          </a:prstGeom>
          <a:solidFill>
            <a:srgbClr val="C5447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86" name="real-target-spectrogram-r13-c11">
            <a:extLst>
              <a:ext uri="{FF2B5EF4-FFF2-40B4-BE49-F238E27FC236}">
                <a16:creationId xmlns:a16="http://schemas.microsoft.com/office/drawing/2014/main" id="{07A8F34B-4D52-A3B4-17E1-CFF05E1C6113}"/>
              </a:ext>
            </a:extLst>
          </p:cNvPr>
          <p:cNvSpPr>
            <a:spLocks noGrp="1"/>
          </p:cNvSpPr>
          <p:nvPr/>
        </p:nvSpPr>
        <p:spPr>
          <a:xfrm>
            <a:off x="10403417" y="2488233"/>
            <a:ext cx="60590" cy="70115"/>
          </a:xfrm>
          <a:prstGeom prst="rect">
            <a:avLst/>
          </a:prstGeom>
          <a:solidFill>
            <a:srgbClr val="5319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88" name="real-target-spectrogram-r13-c12">
            <a:extLst>
              <a:ext uri="{FF2B5EF4-FFF2-40B4-BE49-F238E27FC236}">
                <a16:creationId xmlns:a16="http://schemas.microsoft.com/office/drawing/2014/main" id="{96A34490-07D1-B6F1-CE4B-594D1757F847}"/>
              </a:ext>
            </a:extLst>
          </p:cNvPr>
          <p:cNvSpPr>
            <a:spLocks noGrp="1"/>
          </p:cNvSpPr>
          <p:nvPr/>
        </p:nvSpPr>
        <p:spPr>
          <a:xfrm>
            <a:off x="10461625" y="2488233"/>
            <a:ext cx="60590" cy="70115"/>
          </a:xfrm>
          <a:prstGeom prst="rect">
            <a:avLst/>
          </a:prstGeom>
          <a:solidFill>
            <a:srgbClr val="A531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90" name="real-target-spectrogram-r13-c13">
            <a:extLst>
              <a:ext uri="{FF2B5EF4-FFF2-40B4-BE49-F238E27FC236}">
                <a16:creationId xmlns:a16="http://schemas.microsoft.com/office/drawing/2014/main" id="{6B2FC74C-1038-B6B4-4F0E-50B3F060EFE3}"/>
              </a:ext>
            </a:extLst>
          </p:cNvPr>
          <p:cNvSpPr>
            <a:spLocks noGrp="1"/>
          </p:cNvSpPr>
          <p:nvPr/>
        </p:nvSpPr>
        <p:spPr>
          <a:xfrm>
            <a:off x="10519833" y="2488233"/>
            <a:ext cx="60590" cy="70115"/>
          </a:xfrm>
          <a:prstGeom prst="rect">
            <a:avLst/>
          </a:prstGeom>
          <a:solidFill>
            <a:srgbClr val="7C22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92" name="real-target-spectrogram-r13-c14">
            <a:extLst>
              <a:ext uri="{FF2B5EF4-FFF2-40B4-BE49-F238E27FC236}">
                <a16:creationId xmlns:a16="http://schemas.microsoft.com/office/drawing/2014/main" id="{DDD3A110-8DF0-B735-19F6-2261BD2AAF31}"/>
              </a:ext>
            </a:extLst>
          </p:cNvPr>
          <p:cNvSpPr>
            <a:spLocks noGrp="1"/>
          </p:cNvSpPr>
          <p:nvPr/>
        </p:nvSpPr>
        <p:spPr>
          <a:xfrm>
            <a:off x="10578042" y="2488233"/>
            <a:ext cx="60590" cy="70115"/>
          </a:xfrm>
          <a:prstGeom prst="rect">
            <a:avLst/>
          </a:prstGeom>
          <a:solidFill>
            <a:srgbClr val="BD3C7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94" name="real-target-spectrogram-r13-c15">
            <a:extLst>
              <a:ext uri="{FF2B5EF4-FFF2-40B4-BE49-F238E27FC236}">
                <a16:creationId xmlns:a16="http://schemas.microsoft.com/office/drawing/2014/main" id="{39F75F55-C664-0EA6-0360-33E8C5DCE825}"/>
              </a:ext>
            </a:extLst>
          </p:cNvPr>
          <p:cNvSpPr>
            <a:spLocks noGrp="1"/>
          </p:cNvSpPr>
          <p:nvPr/>
        </p:nvSpPr>
        <p:spPr>
          <a:xfrm>
            <a:off x="10636250" y="2488233"/>
            <a:ext cx="60590" cy="70115"/>
          </a:xfrm>
          <a:prstGeom prst="rect">
            <a:avLst/>
          </a:prstGeom>
          <a:solidFill>
            <a:srgbClr val="CE4D6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96" name="real-target-spectrogram-r13-c16">
            <a:extLst>
              <a:ext uri="{FF2B5EF4-FFF2-40B4-BE49-F238E27FC236}">
                <a16:creationId xmlns:a16="http://schemas.microsoft.com/office/drawing/2014/main" id="{15B576F8-0E6B-725D-BB0C-F75831E76673}"/>
              </a:ext>
            </a:extLst>
          </p:cNvPr>
          <p:cNvSpPr>
            <a:spLocks noGrp="1"/>
          </p:cNvSpPr>
          <p:nvPr/>
        </p:nvSpPr>
        <p:spPr>
          <a:xfrm>
            <a:off x="10694458" y="2488233"/>
            <a:ext cx="60590" cy="70115"/>
          </a:xfrm>
          <a:prstGeom prst="rect">
            <a:avLst/>
          </a:prstGeom>
          <a:solidFill>
            <a:srgbClr val="5C1B7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98" name="real-target-spectrogram-r13-c17">
            <a:extLst>
              <a:ext uri="{FF2B5EF4-FFF2-40B4-BE49-F238E27FC236}">
                <a16:creationId xmlns:a16="http://schemas.microsoft.com/office/drawing/2014/main" id="{BC1CF668-A8C9-4393-4E78-FF49D0FBCE30}"/>
              </a:ext>
            </a:extLst>
          </p:cNvPr>
          <p:cNvSpPr>
            <a:spLocks noGrp="1"/>
          </p:cNvSpPr>
          <p:nvPr/>
        </p:nvSpPr>
        <p:spPr>
          <a:xfrm>
            <a:off x="10752667" y="2488233"/>
            <a:ext cx="60590" cy="70115"/>
          </a:xfrm>
          <a:prstGeom prst="rect">
            <a:avLst/>
          </a:prstGeom>
          <a:solidFill>
            <a:srgbClr val="1F0D4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00" name="real-target-spectrogram-r14-c0">
            <a:extLst>
              <a:ext uri="{FF2B5EF4-FFF2-40B4-BE49-F238E27FC236}">
                <a16:creationId xmlns:a16="http://schemas.microsoft.com/office/drawing/2014/main" id="{1EAD1E43-8049-E2A3-2E2E-E5094463B0DF}"/>
              </a:ext>
            </a:extLst>
          </p:cNvPr>
          <p:cNvSpPr>
            <a:spLocks noGrp="1"/>
          </p:cNvSpPr>
          <p:nvPr/>
        </p:nvSpPr>
        <p:spPr>
          <a:xfrm>
            <a:off x="9763125" y="2555967"/>
            <a:ext cx="60590" cy="70115"/>
          </a:xfrm>
          <a:prstGeom prst="rect">
            <a:avLst/>
          </a:prstGeom>
          <a:solidFill>
            <a:srgbClr val="7A22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02" name="real-target-spectrogram-r14-c1">
            <a:extLst>
              <a:ext uri="{FF2B5EF4-FFF2-40B4-BE49-F238E27FC236}">
                <a16:creationId xmlns:a16="http://schemas.microsoft.com/office/drawing/2014/main" id="{4C245F2E-6045-B1B7-0709-2C1C817949D2}"/>
              </a:ext>
            </a:extLst>
          </p:cNvPr>
          <p:cNvSpPr>
            <a:spLocks noGrp="1"/>
          </p:cNvSpPr>
          <p:nvPr/>
        </p:nvSpPr>
        <p:spPr>
          <a:xfrm>
            <a:off x="9821333" y="2555967"/>
            <a:ext cx="60590" cy="70115"/>
          </a:xfrm>
          <a:prstGeom prst="rect">
            <a:avLst/>
          </a:prstGeom>
          <a:solidFill>
            <a:srgbClr val="F3836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04" name="real-target-spectrogram-r14-c2">
            <a:extLst>
              <a:ext uri="{FF2B5EF4-FFF2-40B4-BE49-F238E27FC236}">
                <a16:creationId xmlns:a16="http://schemas.microsoft.com/office/drawing/2014/main" id="{27BB2065-9702-62EE-000E-A5A4B44DF645}"/>
              </a:ext>
            </a:extLst>
          </p:cNvPr>
          <p:cNvSpPr>
            <a:spLocks noGrp="1"/>
          </p:cNvSpPr>
          <p:nvPr/>
        </p:nvSpPr>
        <p:spPr>
          <a:xfrm>
            <a:off x="9879542" y="2555967"/>
            <a:ext cx="60590" cy="70115"/>
          </a:xfrm>
          <a:prstGeom prst="rect">
            <a:avLst/>
          </a:prstGeom>
          <a:solidFill>
            <a:srgbClr val="EA665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06" name="real-target-spectrogram-r14-c3">
            <a:extLst>
              <a:ext uri="{FF2B5EF4-FFF2-40B4-BE49-F238E27FC236}">
                <a16:creationId xmlns:a16="http://schemas.microsoft.com/office/drawing/2014/main" id="{8CCAEC2E-3780-AFA4-7780-4A75DA4DD31C}"/>
              </a:ext>
            </a:extLst>
          </p:cNvPr>
          <p:cNvSpPr>
            <a:spLocks noGrp="1"/>
          </p:cNvSpPr>
          <p:nvPr/>
        </p:nvSpPr>
        <p:spPr>
          <a:xfrm>
            <a:off x="9937750" y="2555967"/>
            <a:ext cx="60590" cy="70115"/>
          </a:xfrm>
          <a:prstGeom prst="rect">
            <a:avLst/>
          </a:prstGeom>
          <a:solidFill>
            <a:srgbClr val="FCFAB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08" name="real-target-spectrogram-r14-c4">
            <a:extLst>
              <a:ext uri="{FF2B5EF4-FFF2-40B4-BE49-F238E27FC236}">
                <a16:creationId xmlns:a16="http://schemas.microsoft.com/office/drawing/2014/main" id="{76E066F7-32C4-C13D-1164-1295D7175AD8}"/>
              </a:ext>
            </a:extLst>
          </p:cNvPr>
          <p:cNvSpPr>
            <a:spLocks noGrp="1"/>
          </p:cNvSpPr>
          <p:nvPr/>
        </p:nvSpPr>
        <p:spPr>
          <a:xfrm>
            <a:off x="9995958" y="2555967"/>
            <a:ext cx="60590" cy="70115"/>
          </a:xfrm>
          <a:prstGeom prst="rect">
            <a:avLst/>
          </a:prstGeom>
          <a:solidFill>
            <a:srgbClr val="FCF7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10" name="real-target-spectrogram-r14-c5">
            <a:extLst>
              <a:ext uri="{FF2B5EF4-FFF2-40B4-BE49-F238E27FC236}">
                <a16:creationId xmlns:a16="http://schemas.microsoft.com/office/drawing/2014/main" id="{853E5D86-FB5C-5488-141D-E11C2C50527B}"/>
              </a:ext>
            </a:extLst>
          </p:cNvPr>
          <p:cNvSpPr>
            <a:spLocks noGrp="1"/>
          </p:cNvSpPr>
          <p:nvPr/>
        </p:nvSpPr>
        <p:spPr>
          <a:xfrm>
            <a:off x="10054167" y="2555967"/>
            <a:ext cx="60590" cy="70115"/>
          </a:xfrm>
          <a:prstGeom prst="rect">
            <a:avLst/>
          </a:prstGeom>
          <a:solidFill>
            <a:srgbClr val="F4886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12" name="real-target-spectrogram-r14-c6">
            <a:extLst>
              <a:ext uri="{FF2B5EF4-FFF2-40B4-BE49-F238E27FC236}">
                <a16:creationId xmlns:a16="http://schemas.microsoft.com/office/drawing/2014/main" id="{0E4709C0-9552-2337-BBB9-F965CA2199A4}"/>
              </a:ext>
            </a:extLst>
          </p:cNvPr>
          <p:cNvSpPr>
            <a:spLocks noGrp="1"/>
          </p:cNvSpPr>
          <p:nvPr/>
        </p:nvSpPr>
        <p:spPr>
          <a:xfrm>
            <a:off x="10112375" y="2555967"/>
            <a:ext cx="60590" cy="70115"/>
          </a:xfrm>
          <a:prstGeom prst="rect">
            <a:avLst/>
          </a:prstGeom>
          <a:solidFill>
            <a:srgbClr val="DB586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14" name="real-target-spectrogram-r14-c7">
            <a:extLst>
              <a:ext uri="{FF2B5EF4-FFF2-40B4-BE49-F238E27FC236}">
                <a16:creationId xmlns:a16="http://schemas.microsoft.com/office/drawing/2014/main" id="{7FBB0504-7A7A-BE29-9595-7B9D39B65B24}"/>
              </a:ext>
            </a:extLst>
          </p:cNvPr>
          <p:cNvSpPr>
            <a:spLocks noGrp="1"/>
          </p:cNvSpPr>
          <p:nvPr/>
        </p:nvSpPr>
        <p:spPr>
          <a:xfrm>
            <a:off x="10170583" y="2555967"/>
            <a:ext cx="60590" cy="70115"/>
          </a:xfrm>
          <a:prstGeom prst="rect">
            <a:avLst/>
          </a:prstGeom>
          <a:solidFill>
            <a:srgbClr val="8024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16" name="real-target-spectrogram-r14-c8">
            <a:extLst>
              <a:ext uri="{FF2B5EF4-FFF2-40B4-BE49-F238E27FC236}">
                <a16:creationId xmlns:a16="http://schemas.microsoft.com/office/drawing/2014/main" id="{3DD48A97-7BA0-1F9D-8516-2B4CC680B240}"/>
              </a:ext>
            </a:extLst>
          </p:cNvPr>
          <p:cNvSpPr>
            <a:spLocks noGrp="1"/>
          </p:cNvSpPr>
          <p:nvPr/>
        </p:nvSpPr>
        <p:spPr>
          <a:xfrm>
            <a:off x="10228792" y="2555967"/>
            <a:ext cx="60590" cy="70115"/>
          </a:xfrm>
          <a:prstGeom prst="rect">
            <a:avLst/>
          </a:prstGeom>
          <a:solidFill>
            <a:srgbClr val="A230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18" name="real-target-spectrogram-r14-c9">
            <a:extLst>
              <a:ext uri="{FF2B5EF4-FFF2-40B4-BE49-F238E27FC236}">
                <a16:creationId xmlns:a16="http://schemas.microsoft.com/office/drawing/2014/main" id="{C6683D82-BD13-3D2B-B9A0-118C45409A87}"/>
              </a:ext>
            </a:extLst>
          </p:cNvPr>
          <p:cNvSpPr>
            <a:spLocks noGrp="1"/>
          </p:cNvSpPr>
          <p:nvPr/>
        </p:nvSpPr>
        <p:spPr>
          <a:xfrm>
            <a:off x="10287000" y="2555967"/>
            <a:ext cx="60590" cy="70115"/>
          </a:xfrm>
          <a:prstGeom prst="rect">
            <a:avLst/>
          </a:prstGeom>
          <a:solidFill>
            <a:srgbClr val="BC3B7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20" name="real-target-spectrogram-r14-c10">
            <a:extLst>
              <a:ext uri="{FF2B5EF4-FFF2-40B4-BE49-F238E27FC236}">
                <a16:creationId xmlns:a16="http://schemas.microsoft.com/office/drawing/2014/main" id="{9577EA83-B621-639A-16C5-027107223715}"/>
              </a:ext>
            </a:extLst>
          </p:cNvPr>
          <p:cNvSpPr>
            <a:spLocks noGrp="1"/>
          </p:cNvSpPr>
          <p:nvPr/>
        </p:nvSpPr>
        <p:spPr>
          <a:xfrm>
            <a:off x="10345208" y="2555967"/>
            <a:ext cx="60590" cy="70115"/>
          </a:xfrm>
          <a:prstGeom prst="rect">
            <a:avLst/>
          </a:prstGeom>
          <a:solidFill>
            <a:srgbClr val="DD5B6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22" name="real-target-spectrogram-r14-c11">
            <a:extLst>
              <a:ext uri="{FF2B5EF4-FFF2-40B4-BE49-F238E27FC236}">
                <a16:creationId xmlns:a16="http://schemas.microsoft.com/office/drawing/2014/main" id="{5A2253D0-3ACA-E37F-5869-B816516F0840}"/>
              </a:ext>
            </a:extLst>
          </p:cNvPr>
          <p:cNvSpPr>
            <a:spLocks noGrp="1"/>
          </p:cNvSpPr>
          <p:nvPr/>
        </p:nvSpPr>
        <p:spPr>
          <a:xfrm>
            <a:off x="10403417" y="2555967"/>
            <a:ext cx="60590" cy="70115"/>
          </a:xfrm>
          <a:prstGeom prst="rect">
            <a:avLst/>
          </a:prstGeom>
          <a:solidFill>
            <a:srgbClr val="9C2D7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24" name="real-target-spectrogram-r14-c12">
            <a:extLst>
              <a:ext uri="{FF2B5EF4-FFF2-40B4-BE49-F238E27FC236}">
                <a16:creationId xmlns:a16="http://schemas.microsoft.com/office/drawing/2014/main" id="{A328072E-AADD-4493-D2C2-E9C235DCBCDE}"/>
              </a:ext>
            </a:extLst>
          </p:cNvPr>
          <p:cNvSpPr>
            <a:spLocks noGrp="1"/>
          </p:cNvSpPr>
          <p:nvPr/>
        </p:nvSpPr>
        <p:spPr>
          <a:xfrm>
            <a:off x="10461625" y="2555967"/>
            <a:ext cx="60590" cy="70115"/>
          </a:xfrm>
          <a:prstGeom prst="rect">
            <a:avLst/>
          </a:prstGeom>
          <a:solidFill>
            <a:srgbClr val="A832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26" name="real-target-spectrogram-r14-c13">
            <a:extLst>
              <a:ext uri="{FF2B5EF4-FFF2-40B4-BE49-F238E27FC236}">
                <a16:creationId xmlns:a16="http://schemas.microsoft.com/office/drawing/2014/main" id="{52DACAE4-4126-E718-6B08-0390D87EB633}"/>
              </a:ext>
            </a:extLst>
          </p:cNvPr>
          <p:cNvSpPr>
            <a:spLocks noGrp="1"/>
          </p:cNvSpPr>
          <p:nvPr/>
        </p:nvSpPr>
        <p:spPr>
          <a:xfrm>
            <a:off x="10519833" y="2555967"/>
            <a:ext cx="60590" cy="70115"/>
          </a:xfrm>
          <a:prstGeom prst="rect">
            <a:avLst/>
          </a:prstGeom>
          <a:solidFill>
            <a:srgbClr val="B737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28" name="real-target-spectrogram-r14-c14">
            <a:extLst>
              <a:ext uri="{FF2B5EF4-FFF2-40B4-BE49-F238E27FC236}">
                <a16:creationId xmlns:a16="http://schemas.microsoft.com/office/drawing/2014/main" id="{2678EAED-FB2C-5C47-1577-8FD0B0A2A5FA}"/>
              </a:ext>
            </a:extLst>
          </p:cNvPr>
          <p:cNvSpPr>
            <a:spLocks noGrp="1"/>
          </p:cNvSpPr>
          <p:nvPr/>
        </p:nvSpPr>
        <p:spPr>
          <a:xfrm>
            <a:off x="10578042" y="2555967"/>
            <a:ext cx="60590" cy="70115"/>
          </a:xfrm>
          <a:prstGeom prst="rect">
            <a:avLst/>
          </a:prstGeom>
          <a:solidFill>
            <a:srgbClr val="972C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30" name="real-target-spectrogram-r14-c15">
            <a:extLst>
              <a:ext uri="{FF2B5EF4-FFF2-40B4-BE49-F238E27FC236}">
                <a16:creationId xmlns:a16="http://schemas.microsoft.com/office/drawing/2014/main" id="{05AD227F-25D1-1E0D-3F0D-E4FD9B44D93F}"/>
              </a:ext>
            </a:extLst>
          </p:cNvPr>
          <p:cNvSpPr>
            <a:spLocks noGrp="1"/>
          </p:cNvSpPr>
          <p:nvPr/>
        </p:nvSpPr>
        <p:spPr>
          <a:xfrm>
            <a:off x="10636250" y="2555967"/>
            <a:ext cx="60590" cy="70115"/>
          </a:xfrm>
          <a:prstGeom prst="rect">
            <a:avLst/>
          </a:prstGeom>
          <a:solidFill>
            <a:srgbClr val="AB33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32" name="real-target-spectrogram-r14-c16">
            <a:extLst>
              <a:ext uri="{FF2B5EF4-FFF2-40B4-BE49-F238E27FC236}">
                <a16:creationId xmlns:a16="http://schemas.microsoft.com/office/drawing/2014/main" id="{B97AC8D4-C361-CBCB-16BF-F5B50506E7C6}"/>
              </a:ext>
            </a:extLst>
          </p:cNvPr>
          <p:cNvSpPr>
            <a:spLocks noGrp="1"/>
          </p:cNvSpPr>
          <p:nvPr/>
        </p:nvSpPr>
        <p:spPr>
          <a:xfrm>
            <a:off x="10694458" y="2555967"/>
            <a:ext cx="60590" cy="70115"/>
          </a:xfrm>
          <a:prstGeom prst="rect">
            <a:avLst/>
          </a:prstGeom>
          <a:solidFill>
            <a:srgbClr val="8C287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34" name="real-target-spectrogram-r14-c17">
            <a:extLst>
              <a:ext uri="{FF2B5EF4-FFF2-40B4-BE49-F238E27FC236}">
                <a16:creationId xmlns:a16="http://schemas.microsoft.com/office/drawing/2014/main" id="{9BB60A6E-BA9A-C8DD-6255-0C05BBB7E0E9}"/>
              </a:ext>
            </a:extLst>
          </p:cNvPr>
          <p:cNvSpPr>
            <a:spLocks noGrp="1"/>
          </p:cNvSpPr>
          <p:nvPr/>
        </p:nvSpPr>
        <p:spPr>
          <a:xfrm>
            <a:off x="10752667" y="2555967"/>
            <a:ext cx="60590" cy="70115"/>
          </a:xfrm>
          <a:prstGeom prst="rect">
            <a:avLst/>
          </a:prstGeom>
          <a:solidFill>
            <a:srgbClr val="4D18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36" name="real-target-spectrogram-r15-c0">
            <a:extLst>
              <a:ext uri="{FF2B5EF4-FFF2-40B4-BE49-F238E27FC236}">
                <a16:creationId xmlns:a16="http://schemas.microsoft.com/office/drawing/2014/main" id="{BCA11FA5-EBC9-D664-D85C-91E62B0FEE9D}"/>
              </a:ext>
            </a:extLst>
          </p:cNvPr>
          <p:cNvSpPr>
            <a:spLocks noGrp="1"/>
          </p:cNvSpPr>
          <p:nvPr/>
        </p:nvSpPr>
        <p:spPr>
          <a:xfrm>
            <a:off x="9763125" y="2623700"/>
            <a:ext cx="60590" cy="70115"/>
          </a:xfrm>
          <a:prstGeom prst="rect">
            <a:avLst/>
          </a:prstGeom>
          <a:solidFill>
            <a:srgbClr val="711F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38" name="real-target-spectrogram-r15-c1">
            <a:extLst>
              <a:ext uri="{FF2B5EF4-FFF2-40B4-BE49-F238E27FC236}">
                <a16:creationId xmlns:a16="http://schemas.microsoft.com/office/drawing/2014/main" id="{373C63CA-E73D-3FF4-6E8D-E6F1912AC52A}"/>
              </a:ext>
            </a:extLst>
          </p:cNvPr>
          <p:cNvSpPr>
            <a:spLocks noGrp="1"/>
          </p:cNvSpPr>
          <p:nvPr/>
        </p:nvSpPr>
        <p:spPr>
          <a:xfrm>
            <a:off x="9821333" y="2623700"/>
            <a:ext cx="60590" cy="70115"/>
          </a:xfrm>
          <a:prstGeom prst="rect">
            <a:avLst/>
          </a:prstGeom>
          <a:solidFill>
            <a:srgbClr val="FDBD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40" name="real-target-spectrogram-r15-c2">
            <a:extLst>
              <a:ext uri="{FF2B5EF4-FFF2-40B4-BE49-F238E27FC236}">
                <a16:creationId xmlns:a16="http://schemas.microsoft.com/office/drawing/2014/main" id="{F2F91738-EE83-FDD3-4B01-4F1859072084}"/>
              </a:ext>
            </a:extLst>
          </p:cNvPr>
          <p:cNvSpPr>
            <a:spLocks noGrp="1"/>
          </p:cNvSpPr>
          <p:nvPr/>
        </p:nvSpPr>
        <p:spPr>
          <a:xfrm>
            <a:off x="9879542" y="2623700"/>
            <a:ext cx="60590" cy="70115"/>
          </a:xfrm>
          <a:prstGeom prst="rect">
            <a:avLst/>
          </a:prstGeom>
          <a:solidFill>
            <a:srgbClr val="FCFDB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42" name="real-target-spectrogram-r15-c3">
            <a:extLst>
              <a:ext uri="{FF2B5EF4-FFF2-40B4-BE49-F238E27FC236}">
                <a16:creationId xmlns:a16="http://schemas.microsoft.com/office/drawing/2014/main" id="{41ED9AB5-1E1A-6D66-212D-8934D3B6B8ED}"/>
              </a:ext>
            </a:extLst>
          </p:cNvPr>
          <p:cNvSpPr>
            <a:spLocks noGrp="1"/>
          </p:cNvSpPr>
          <p:nvPr/>
        </p:nvSpPr>
        <p:spPr>
          <a:xfrm>
            <a:off x="9937750" y="2623700"/>
            <a:ext cx="60590" cy="70115"/>
          </a:xfrm>
          <a:prstGeom prst="rect">
            <a:avLst/>
          </a:prstGeom>
          <a:solidFill>
            <a:srgbClr val="FCFDB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44" name="real-target-spectrogram-r15-c4">
            <a:extLst>
              <a:ext uri="{FF2B5EF4-FFF2-40B4-BE49-F238E27FC236}">
                <a16:creationId xmlns:a16="http://schemas.microsoft.com/office/drawing/2014/main" id="{31BD60C6-4447-E44A-0FD6-0AC6EE76A3DE}"/>
              </a:ext>
            </a:extLst>
          </p:cNvPr>
          <p:cNvSpPr>
            <a:spLocks noGrp="1"/>
          </p:cNvSpPr>
          <p:nvPr/>
        </p:nvSpPr>
        <p:spPr>
          <a:xfrm>
            <a:off x="9995958" y="2623700"/>
            <a:ext cx="60590" cy="70115"/>
          </a:xfrm>
          <a:prstGeom prst="rect">
            <a:avLst/>
          </a:prstGeom>
          <a:solidFill>
            <a:srgbClr val="FCFDB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46" name="real-target-spectrogram-r15-c5">
            <a:extLst>
              <a:ext uri="{FF2B5EF4-FFF2-40B4-BE49-F238E27FC236}">
                <a16:creationId xmlns:a16="http://schemas.microsoft.com/office/drawing/2014/main" id="{3A768A2C-4554-D735-6889-57D93C8C1437}"/>
              </a:ext>
            </a:extLst>
          </p:cNvPr>
          <p:cNvSpPr>
            <a:spLocks noGrp="1"/>
          </p:cNvSpPr>
          <p:nvPr/>
        </p:nvSpPr>
        <p:spPr>
          <a:xfrm>
            <a:off x="10054167" y="2623700"/>
            <a:ext cx="60590" cy="70115"/>
          </a:xfrm>
          <a:prstGeom prst="rect">
            <a:avLst/>
          </a:prstGeom>
          <a:solidFill>
            <a:srgbClr val="F17A5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48" name="real-target-spectrogram-r15-c6">
            <a:extLst>
              <a:ext uri="{FF2B5EF4-FFF2-40B4-BE49-F238E27FC236}">
                <a16:creationId xmlns:a16="http://schemas.microsoft.com/office/drawing/2014/main" id="{B4DE506F-8835-AC29-B949-1875DA1B3648}"/>
              </a:ext>
            </a:extLst>
          </p:cNvPr>
          <p:cNvSpPr>
            <a:spLocks noGrp="1"/>
          </p:cNvSpPr>
          <p:nvPr/>
        </p:nvSpPr>
        <p:spPr>
          <a:xfrm>
            <a:off x="10112375" y="2623700"/>
            <a:ext cx="60590" cy="70115"/>
          </a:xfrm>
          <a:prstGeom prst="rect">
            <a:avLst/>
          </a:prstGeom>
          <a:solidFill>
            <a:srgbClr val="E663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50" name="real-target-spectrogram-r15-c7">
            <a:extLst>
              <a:ext uri="{FF2B5EF4-FFF2-40B4-BE49-F238E27FC236}">
                <a16:creationId xmlns:a16="http://schemas.microsoft.com/office/drawing/2014/main" id="{FD0B7E2B-328C-0854-2833-B59B2AFBE2A9}"/>
              </a:ext>
            </a:extLst>
          </p:cNvPr>
          <p:cNvSpPr>
            <a:spLocks noGrp="1"/>
          </p:cNvSpPr>
          <p:nvPr/>
        </p:nvSpPr>
        <p:spPr>
          <a:xfrm>
            <a:off x="10170583" y="2623700"/>
            <a:ext cx="60590" cy="70115"/>
          </a:xfrm>
          <a:prstGeom prst="rect">
            <a:avLst/>
          </a:prstGeom>
          <a:solidFill>
            <a:srgbClr val="C443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52" name="real-target-spectrogram-r15-c8">
            <a:extLst>
              <a:ext uri="{FF2B5EF4-FFF2-40B4-BE49-F238E27FC236}">
                <a16:creationId xmlns:a16="http://schemas.microsoft.com/office/drawing/2014/main" id="{A32BA9C7-464F-0E82-C35A-CCDCBC13CEC5}"/>
              </a:ext>
            </a:extLst>
          </p:cNvPr>
          <p:cNvSpPr>
            <a:spLocks noGrp="1"/>
          </p:cNvSpPr>
          <p:nvPr/>
        </p:nvSpPr>
        <p:spPr>
          <a:xfrm>
            <a:off x="10228792" y="2623700"/>
            <a:ext cx="60590" cy="70115"/>
          </a:xfrm>
          <a:prstGeom prst="rect">
            <a:avLst/>
          </a:prstGeom>
          <a:solidFill>
            <a:srgbClr val="B637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54" name="real-target-spectrogram-r15-c9">
            <a:extLst>
              <a:ext uri="{FF2B5EF4-FFF2-40B4-BE49-F238E27FC236}">
                <a16:creationId xmlns:a16="http://schemas.microsoft.com/office/drawing/2014/main" id="{B1E48375-13B4-41B6-2C74-7DCD5EF3B4C3}"/>
              </a:ext>
            </a:extLst>
          </p:cNvPr>
          <p:cNvSpPr>
            <a:spLocks noGrp="1"/>
          </p:cNvSpPr>
          <p:nvPr/>
        </p:nvSpPr>
        <p:spPr>
          <a:xfrm>
            <a:off x="10287000" y="2623700"/>
            <a:ext cx="60590" cy="70115"/>
          </a:xfrm>
          <a:prstGeom prst="rect">
            <a:avLst/>
          </a:prstGeom>
          <a:solidFill>
            <a:srgbClr val="E05D6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56" name="real-target-spectrogram-r15-c10">
            <a:extLst>
              <a:ext uri="{FF2B5EF4-FFF2-40B4-BE49-F238E27FC236}">
                <a16:creationId xmlns:a16="http://schemas.microsoft.com/office/drawing/2014/main" id="{8014DA4F-E61B-2B8D-20BF-39762218C509}"/>
              </a:ext>
            </a:extLst>
          </p:cNvPr>
          <p:cNvSpPr>
            <a:spLocks noGrp="1"/>
          </p:cNvSpPr>
          <p:nvPr/>
        </p:nvSpPr>
        <p:spPr>
          <a:xfrm>
            <a:off x="10345208" y="2623700"/>
            <a:ext cx="60590" cy="70115"/>
          </a:xfrm>
          <a:prstGeom prst="rect">
            <a:avLst/>
          </a:prstGeom>
          <a:solidFill>
            <a:srgbClr val="FCFDB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58" name="real-target-spectrogram-r15-c11">
            <a:extLst>
              <a:ext uri="{FF2B5EF4-FFF2-40B4-BE49-F238E27FC236}">
                <a16:creationId xmlns:a16="http://schemas.microsoft.com/office/drawing/2014/main" id="{B4D8D787-AB7A-14D6-D4DC-DE8A7F0C7268}"/>
              </a:ext>
            </a:extLst>
          </p:cNvPr>
          <p:cNvSpPr>
            <a:spLocks noGrp="1"/>
          </p:cNvSpPr>
          <p:nvPr/>
        </p:nvSpPr>
        <p:spPr>
          <a:xfrm>
            <a:off x="10403417" y="2623700"/>
            <a:ext cx="60590" cy="70115"/>
          </a:xfrm>
          <a:prstGeom prst="rect">
            <a:avLst/>
          </a:prstGeom>
          <a:solidFill>
            <a:srgbClr val="F79B6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60" name="real-target-spectrogram-r15-c12">
            <a:extLst>
              <a:ext uri="{FF2B5EF4-FFF2-40B4-BE49-F238E27FC236}">
                <a16:creationId xmlns:a16="http://schemas.microsoft.com/office/drawing/2014/main" id="{441DB895-29E3-871E-D80C-09A5491DF310}"/>
              </a:ext>
            </a:extLst>
          </p:cNvPr>
          <p:cNvSpPr>
            <a:spLocks noGrp="1"/>
          </p:cNvSpPr>
          <p:nvPr/>
        </p:nvSpPr>
        <p:spPr>
          <a:xfrm>
            <a:off x="10461625" y="2623700"/>
            <a:ext cx="60590" cy="70115"/>
          </a:xfrm>
          <a:prstGeom prst="rect">
            <a:avLst/>
          </a:prstGeom>
          <a:solidFill>
            <a:srgbClr val="E15E6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62" name="real-target-spectrogram-r15-c13">
            <a:extLst>
              <a:ext uri="{FF2B5EF4-FFF2-40B4-BE49-F238E27FC236}">
                <a16:creationId xmlns:a16="http://schemas.microsoft.com/office/drawing/2014/main" id="{D8C7CBF1-8A69-F4E5-4913-ED6EC80D65F6}"/>
              </a:ext>
            </a:extLst>
          </p:cNvPr>
          <p:cNvSpPr>
            <a:spLocks noGrp="1"/>
          </p:cNvSpPr>
          <p:nvPr/>
        </p:nvSpPr>
        <p:spPr>
          <a:xfrm>
            <a:off x="10519833" y="2623700"/>
            <a:ext cx="60590" cy="70115"/>
          </a:xfrm>
          <a:prstGeom prst="rect">
            <a:avLst/>
          </a:prstGeom>
          <a:solidFill>
            <a:srgbClr val="EF715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64" name="real-target-spectrogram-r15-c14">
            <a:extLst>
              <a:ext uri="{FF2B5EF4-FFF2-40B4-BE49-F238E27FC236}">
                <a16:creationId xmlns:a16="http://schemas.microsoft.com/office/drawing/2014/main" id="{29D2AC68-714C-C7A3-AF2E-737D2477EF36}"/>
              </a:ext>
            </a:extLst>
          </p:cNvPr>
          <p:cNvSpPr>
            <a:spLocks noGrp="1"/>
          </p:cNvSpPr>
          <p:nvPr/>
        </p:nvSpPr>
        <p:spPr>
          <a:xfrm>
            <a:off x="10578042" y="2623700"/>
            <a:ext cx="60590" cy="70115"/>
          </a:xfrm>
          <a:prstGeom prst="rect">
            <a:avLst/>
          </a:prstGeom>
          <a:solidFill>
            <a:srgbClr val="FAAB6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66" name="real-target-spectrogram-r15-c15">
            <a:extLst>
              <a:ext uri="{FF2B5EF4-FFF2-40B4-BE49-F238E27FC236}">
                <a16:creationId xmlns:a16="http://schemas.microsoft.com/office/drawing/2014/main" id="{4974C3ED-A753-34F3-0538-403B5C9673F9}"/>
              </a:ext>
            </a:extLst>
          </p:cNvPr>
          <p:cNvSpPr>
            <a:spLocks noGrp="1"/>
          </p:cNvSpPr>
          <p:nvPr/>
        </p:nvSpPr>
        <p:spPr>
          <a:xfrm>
            <a:off x="10636250" y="2623700"/>
            <a:ext cx="60590" cy="70115"/>
          </a:xfrm>
          <a:prstGeom prst="rect">
            <a:avLst/>
          </a:prstGeom>
          <a:solidFill>
            <a:srgbClr val="FBAE6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68" name="real-target-spectrogram-r15-c16">
            <a:extLst>
              <a:ext uri="{FF2B5EF4-FFF2-40B4-BE49-F238E27FC236}">
                <a16:creationId xmlns:a16="http://schemas.microsoft.com/office/drawing/2014/main" id="{0E3559DD-78E8-2F8D-79DE-9ABACE42994F}"/>
              </a:ext>
            </a:extLst>
          </p:cNvPr>
          <p:cNvSpPr>
            <a:spLocks noGrp="1"/>
          </p:cNvSpPr>
          <p:nvPr/>
        </p:nvSpPr>
        <p:spPr>
          <a:xfrm>
            <a:off x="10694458" y="2623700"/>
            <a:ext cx="60590" cy="70115"/>
          </a:xfrm>
          <a:prstGeom prst="rect">
            <a:avLst/>
          </a:prstGeom>
          <a:solidFill>
            <a:srgbClr val="F8A0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70" name="real-target-spectrogram-r15-c17">
            <a:extLst>
              <a:ext uri="{FF2B5EF4-FFF2-40B4-BE49-F238E27FC236}">
                <a16:creationId xmlns:a16="http://schemas.microsoft.com/office/drawing/2014/main" id="{840BBBA1-0F14-C008-C091-C70A466E299D}"/>
              </a:ext>
            </a:extLst>
          </p:cNvPr>
          <p:cNvSpPr>
            <a:spLocks noGrp="1"/>
          </p:cNvSpPr>
          <p:nvPr/>
        </p:nvSpPr>
        <p:spPr>
          <a:xfrm>
            <a:off x="10752667" y="2623700"/>
            <a:ext cx="60590" cy="70115"/>
          </a:xfrm>
          <a:prstGeom prst="rect">
            <a:avLst/>
          </a:prstGeom>
          <a:solidFill>
            <a:srgbClr val="8124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72" name="real-target-spectrogram-r16-c0">
            <a:extLst>
              <a:ext uri="{FF2B5EF4-FFF2-40B4-BE49-F238E27FC236}">
                <a16:creationId xmlns:a16="http://schemas.microsoft.com/office/drawing/2014/main" id="{F7D3A540-BAC4-C3C0-56CE-F1BC25BFA993}"/>
              </a:ext>
            </a:extLst>
          </p:cNvPr>
          <p:cNvSpPr>
            <a:spLocks noGrp="1"/>
          </p:cNvSpPr>
          <p:nvPr/>
        </p:nvSpPr>
        <p:spPr>
          <a:xfrm>
            <a:off x="9763125" y="2691433"/>
            <a:ext cx="60590" cy="70115"/>
          </a:xfrm>
          <a:prstGeom prst="rect">
            <a:avLst/>
          </a:prstGeom>
          <a:solidFill>
            <a:srgbClr val="4D18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74" name="real-target-spectrogram-r16-c1">
            <a:extLst>
              <a:ext uri="{FF2B5EF4-FFF2-40B4-BE49-F238E27FC236}">
                <a16:creationId xmlns:a16="http://schemas.microsoft.com/office/drawing/2014/main" id="{1244DD6D-4FD7-B33E-F234-D9D30CF6656B}"/>
              </a:ext>
            </a:extLst>
          </p:cNvPr>
          <p:cNvSpPr>
            <a:spLocks noGrp="1"/>
          </p:cNvSpPr>
          <p:nvPr/>
        </p:nvSpPr>
        <p:spPr>
          <a:xfrm>
            <a:off x="9821333" y="2691433"/>
            <a:ext cx="60590" cy="70115"/>
          </a:xfrm>
          <a:prstGeom prst="rect">
            <a:avLst/>
          </a:prstGeom>
          <a:solidFill>
            <a:srgbClr val="AA33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76" name="real-target-spectrogram-r16-c2">
            <a:extLst>
              <a:ext uri="{FF2B5EF4-FFF2-40B4-BE49-F238E27FC236}">
                <a16:creationId xmlns:a16="http://schemas.microsoft.com/office/drawing/2014/main" id="{8D61F8E4-947B-8530-66EB-4958C40F4D38}"/>
              </a:ext>
            </a:extLst>
          </p:cNvPr>
          <p:cNvSpPr>
            <a:spLocks noGrp="1"/>
          </p:cNvSpPr>
          <p:nvPr/>
        </p:nvSpPr>
        <p:spPr>
          <a:xfrm>
            <a:off x="9879542" y="2691433"/>
            <a:ext cx="60590" cy="70115"/>
          </a:xfrm>
          <a:prstGeom prst="rect">
            <a:avLst/>
          </a:prstGeom>
          <a:solidFill>
            <a:srgbClr val="F3876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78" name="real-target-spectrogram-r16-c3">
            <a:extLst>
              <a:ext uri="{FF2B5EF4-FFF2-40B4-BE49-F238E27FC236}">
                <a16:creationId xmlns:a16="http://schemas.microsoft.com/office/drawing/2014/main" id="{1362C4BD-2679-4AB4-7886-E7BF6FFA61F8}"/>
              </a:ext>
            </a:extLst>
          </p:cNvPr>
          <p:cNvSpPr>
            <a:spLocks noGrp="1"/>
          </p:cNvSpPr>
          <p:nvPr/>
        </p:nvSpPr>
        <p:spPr>
          <a:xfrm>
            <a:off x="9937750" y="2691433"/>
            <a:ext cx="60590" cy="70115"/>
          </a:xfrm>
          <a:prstGeom prst="rect">
            <a:avLst/>
          </a:prstGeom>
          <a:solidFill>
            <a:srgbClr val="CD4B6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80" name="real-target-spectrogram-r16-c4">
            <a:extLst>
              <a:ext uri="{FF2B5EF4-FFF2-40B4-BE49-F238E27FC236}">
                <a16:creationId xmlns:a16="http://schemas.microsoft.com/office/drawing/2014/main" id="{A50F2902-1C09-4489-39E8-99D82DC1DD27}"/>
              </a:ext>
            </a:extLst>
          </p:cNvPr>
          <p:cNvSpPr>
            <a:spLocks noGrp="1"/>
          </p:cNvSpPr>
          <p:nvPr/>
        </p:nvSpPr>
        <p:spPr>
          <a:xfrm>
            <a:off x="9995958" y="2691433"/>
            <a:ext cx="60590" cy="70115"/>
          </a:xfrm>
          <a:prstGeom prst="rect">
            <a:avLst/>
          </a:prstGeom>
          <a:solidFill>
            <a:srgbClr val="F8A16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82" name="real-target-spectrogram-r16-c5">
            <a:extLst>
              <a:ext uri="{FF2B5EF4-FFF2-40B4-BE49-F238E27FC236}">
                <a16:creationId xmlns:a16="http://schemas.microsoft.com/office/drawing/2014/main" id="{E856000F-128E-7D82-1E88-9A5F461A7898}"/>
              </a:ext>
            </a:extLst>
          </p:cNvPr>
          <p:cNvSpPr>
            <a:spLocks noGrp="1"/>
          </p:cNvSpPr>
          <p:nvPr/>
        </p:nvSpPr>
        <p:spPr>
          <a:xfrm>
            <a:off x="10054167" y="2691433"/>
            <a:ext cx="60590" cy="70115"/>
          </a:xfrm>
          <a:prstGeom prst="rect">
            <a:avLst/>
          </a:prstGeom>
          <a:solidFill>
            <a:srgbClr val="EE6A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84" name="real-target-spectrogram-r16-c6">
            <a:extLst>
              <a:ext uri="{FF2B5EF4-FFF2-40B4-BE49-F238E27FC236}">
                <a16:creationId xmlns:a16="http://schemas.microsoft.com/office/drawing/2014/main" id="{4EA2864A-DBE2-0246-995E-DE179154A207}"/>
              </a:ext>
            </a:extLst>
          </p:cNvPr>
          <p:cNvSpPr>
            <a:spLocks noGrp="1"/>
          </p:cNvSpPr>
          <p:nvPr/>
        </p:nvSpPr>
        <p:spPr>
          <a:xfrm>
            <a:off x="10112375" y="2691433"/>
            <a:ext cx="60590" cy="70115"/>
          </a:xfrm>
          <a:prstGeom prst="rect">
            <a:avLst/>
          </a:prstGeom>
          <a:solidFill>
            <a:srgbClr val="FCFDB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86" name="real-target-spectrogram-r16-c7">
            <a:extLst>
              <a:ext uri="{FF2B5EF4-FFF2-40B4-BE49-F238E27FC236}">
                <a16:creationId xmlns:a16="http://schemas.microsoft.com/office/drawing/2014/main" id="{6A13862E-0077-8ABE-B0E0-E95A45907E2B}"/>
              </a:ext>
            </a:extLst>
          </p:cNvPr>
          <p:cNvSpPr>
            <a:spLocks noGrp="1"/>
          </p:cNvSpPr>
          <p:nvPr/>
        </p:nvSpPr>
        <p:spPr>
          <a:xfrm>
            <a:off x="10170583" y="2691433"/>
            <a:ext cx="60590" cy="70115"/>
          </a:xfrm>
          <a:prstGeom prst="rect">
            <a:avLst/>
          </a:prstGeom>
          <a:solidFill>
            <a:srgbClr val="F3836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88" name="real-target-spectrogram-r16-c8">
            <a:extLst>
              <a:ext uri="{FF2B5EF4-FFF2-40B4-BE49-F238E27FC236}">
                <a16:creationId xmlns:a16="http://schemas.microsoft.com/office/drawing/2014/main" id="{EA353F0E-E011-25C3-F09D-DFB4E7425FA3}"/>
              </a:ext>
            </a:extLst>
          </p:cNvPr>
          <p:cNvSpPr>
            <a:spLocks noGrp="1"/>
          </p:cNvSpPr>
          <p:nvPr/>
        </p:nvSpPr>
        <p:spPr>
          <a:xfrm>
            <a:off x="10228792" y="2691433"/>
            <a:ext cx="60590" cy="70115"/>
          </a:xfrm>
          <a:prstGeom prst="rect">
            <a:avLst/>
          </a:prstGeom>
          <a:solidFill>
            <a:srgbClr val="FDD0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90" name="real-target-spectrogram-r16-c9">
            <a:extLst>
              <a:ext uri="{FF2B5EF4-FFF2-40B4-BE49-F238E27FC236}">
                <a16:creationId xmlns:a16="http://schemas.microsoft.com/office/drawing/2014/main" id="{B9FCC355-4BC1-1F48-5819-CD1DECE175D7}"/>
              </a:ext>
            </a:extLst>
          </p:cNvPr>
          <p:cNvSpPr>
            <a:spLocks noGrp="1"/>
          </p:cNvSpPr>
          <p:nvPr/>
        </p:nvSpPr>
        <p:spPr>
          <a:xfrm>
            <a:off x="10287000" y="2691433"/>
            <a:ext cx="60590" cy="70115"/>
          </a:xfrm>
          <a:prstGeom prst="rect">
            <a:avLst/>
          </a:prstGeom>
          <a:solidFill>
            <a:srgbClr val="FCF8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92" name="real-target-spectrogram-r16-c10">
            <a:extLst>
              <a:ext uri="{FF2B5EF4-FFF2-40B4-BE49-F238E27FC236}">
                <a16:creationId xmlns:a16="http://schemas.microsoft.com/office/drawing/2014/main" id="{2D1F9FBE-A43D-677F-0BF9-10402D9D73C7}"/>
              </a:ext>
            </a:extLst>
          </p:cNvPr>
          <p:cNvSpPr>
            <a:spLocks noGrp="1"/>
          </p:cNvSpPr>
          <p:nvPr/>
        </p:nvSpPr>
        <p:spPr>
          <a:xfrm>
            <a:off x="10345208" y="2691433"/>
            <a:ext cx="60590" cy="70115"/>
          </a:xfrm>
          <a:prstGeom prst="rect">
            <a:avLst/>
          </a:prstGeom>
          <a:solidFill>
            <a:srgbClr val="D7556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94" name="real-target-spectrogram-r16-c11">
            <a:extLst>
              <a:ext uri="{FF2B5EF4-FFF2-40B4-BE49-F238E27FC236}">
                <a16:creationId xmlns:a16="http://schemas.microsoft.com/office/drawing/2014/main" id="{C6D61939-4F2B-268F-1CAB-A7AFA65A2B06}"/>
              </a:ext>
            </a:extLst>
          </p:cNvPr>
          <p:cNvSpPr>
            <a:spLocks noGrp="1"/>
          </p:cNvSpPr>
          <p:nvPr/>
        </p:nvSpPr>
        <p:spPr>
          <a:xfrm>
            <a:off x="10403417" y="2691433"/>
            <a:ext cx="60590" cy="70115"/>
          </a:xfrm>
          <a:prstGeom prst="rect">
            <a:avLst/>
          </a:prstGeom>
          <a:solidFill>
            <a:srgbClr val="FDC5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96" name="real-target-spectrogram-r16-c12">
            <a:extLst>
              <a:ext uri="{FF2B5EF4-FFF2-40B4-BE49-F238E27FC236}">
                <a16:creationId xmlns:a16="http://schemas.microsoft.com/office/drawing/2014/main" id="{9C452E6F-39B8-6AFF-D1B2-8259E9DAB133}"/>
              </a:ext>
            </a:extLst>
          </p:cNvPr>
          <p:cNvSpPr>
            <a:spLocks noGrp="1"/>
          </p:cNvSpPr>
          <p:nvPr/>
        </p:nvSpPr>
        <p:spPr>
          <a:xfrm>
            <a:off x="10461625" y="2691433"/>
            <a:ext cx="60590" cy="70115"/>
          </a:xfrm>
          <a:prstGeom prst="rect">
            <a:avLst/>
          </a:prstGeom>
          <a:solidFill>
            <a:srgbClr val="F58D6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98" name="real-target-spectrogram-r16-c13">
            <a:extLst>
              <a:ext uri="{FF2B5EF4-FFF2-40B4-BE49-F238E27FC236}">
                <a16:creationId xmlns:a16="http://schemas.microsoft.com/office/drawing/2014/main" id="{4004ED9B-D7ED-1DD5-06C5-D68B0746EDB5}"/>
              </a:ext>
            </a:extLst>
          </p:cNvPr>
          <p:cNvSpPr>
            <a:spLocks noGrp="1"/>
          </p:cNvSpPr>
          <p:nvPr/>
        </p:nvSpPr>
        <p:spPr>
          <a:xfrm>
            <a:off x="10519833" y="2691433"/>
            <a:ext cx="60590" cy="70115"/>
          </a:xfrm>
          <a:prstGeom prst="rect">
            <a:avLst/>
          </a:prstGeom>
          <a:solidFill>
            <a:srgbClr val="D7556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00" name="real-target-spectrogram-r16-c14">
            <a:extLst>
              <a:ext uri="{FF2B5EF4-FFF2-40B4-BE49-F238E27FC236}">
                <a16:creationId xmlns:a16="http://schemas.microsoft.com/office/drawing/2014/main" id="{9C3123FB-DA6D-0ABE-2360-25655C9CA007}"/>
              </a:ext>
            </a:extLst>
          </p:cNvPr>
          <p:cNvSpPr>
            <a:spLocks noGrp="1"/>
          </p:cNvSpPr>
          <p:nvPr/>
        </p:nvSpPr>
        <p:spPr>
          <a:xfrm>
            <a:off x="10578042" y="2691433"/>
            <a:ext cx="60590" cy="70115"/>
          </a:xfrm>
          <a:prstGeom prst="rect">
            <a:avLst/>
          </a:prstGeom>
          <a:solidFill>
            <a:srgbClr val="FDBB6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02" name="real-target-spectrogram-r16-c15">
            <a:extLst>
              <a:ext uri="{FF2B5EF4-FFF2-40B4-BE49-F238E27FC236}">
                <a16:creationId xmlns:a16="http://schemas.microsoft.com/office/drawing/2014/main" id="{F16A8568-D2AA-18EF-31FD-CB5B77535380}"/>
              </a:ext>
            </a:extLst>
          </p:cNvPr>
          <p:cNvSpPr>
            <a:spLocks noGrp="1"/>
          </p:cNvSpPr>
          <p:nvPr/>
        </p:nvSpPr>
        <p:spPr>
          <a:xfrm>
            <a:off x="10636250" y="2691433"/>
            <a:ext cx="60590" cy="70115"/>
          </a:xfrm>
          <a:prstGeom prst="rect">
            <a:avLst/>
          </a:prstGeom>
          <a:solidFill>
            <a:srgbClr val="FCB3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04" name="real-target-spectrogram-r16-c16">
            <a:extLst>
              <a:ext uri="{FF2B5EF4-FFF2-40B4-BE49-F238E27FC236}">
                <a16:creationId xmlns:a16="http://schemas.microsoft.com/office/drawing/2014/main" id="{B43938F1-88DC-A436-FD3D-D44751D68609}"/>
              </a:ext>
            </a:extLst>
          </p:cNvPr>
          <p:cNvSpPr>
            <a:spLocks noGrp="1"/>
          </p:cNvSpPr>
          <p:nvPr/>
        </p:nvSpPr>
        <p:spPr>
          <a:xfrm>
            <a:off x="10694458" y="2691433"/>
            <a:ext cx="60590" cy="70115"/>
          </a:xfrm>
          <a:prstGeom prst="rect">
            <a:avLst/>
          </a:prstGeom>
          <a:solidFill>
            <a:srgbClr val="FCFDB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06" name="real-target-spectrogram-r16-c17">
            <a:extLst>
              <a:ext uri="{FF2B5EF4-FFF2-40B4-BE49-F238E27FC236}">
                <a16:creationId xmlns:a16="http://schemas.microsoft.com/office/drawing/2014/main" id="{D0F998A9-E7BC-4B51-20AA-A0EE0DA6482D}"/>
              </a:ext>
            </a:extLst>
          </p:cNvPr>
          <p:cNvSpPr>
            <a:spLocks noGrp="1"/>
          </p:cNvSpPr>
          <p:nvPr/>
        </p:nvSpPr>
        <p:spPr>
          <a:xfrm>
            <a:off x="10752667" y="2691433"/>
            <a:ext cx="60590" cy="70115"/>
          </a:xfrm>
          <a:prstGeom prst="rect">
            <a:avLst/>
          </a:prstGeom>
          <a:solidFill>
            <a:srgbClr val="9A2D7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08" name="real-target-spectrogram-r17-c0">
            <a:extLst>
              <a:ext uri="{FF2B5EF4-FFF2-40B4-BE49-F238E27FC236}">
                <a16:creationId xmlns:a16="http://schemas.microsoft.com/office/drawing/2014/main" id="{82117869-6DB7-DCB4-500C-305EABC1330F}"/>
              </a:ext>
            </a:extLst>
          </p:cNvPr>
          <p:cNvSpPr>
            <a:spLocks noGrp="1"/>
          </p:cNvSpPr>
          <p:nvPr/>
        </p:nvSpPr>
        <p:spPr>
          <a:xfrm>
            <a:off x="9763125" y="2759167"/>
            <a:ext cx="60590" cy="70115"/>
          </a:xfrm>
          <a:prstGeom prst="rect">
            <a:avLst/>
          </a:prstGeom>
          <a:solidFill>
            <a:srgbClr val="27105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10" name="real-target-spectrogram-r17-c1">
            <a:extLst>
              <a:ext uri="{FF2B5EF4-FFF2-40B4-BE49-F238E27FC236}">
                <a16:creationId xmlns:a16="http://schemas.microsoft.com/office/drawing/2014/main" id="{BE17B299-E7FE-FF45-BE1D-000E17175D3B}"/>
              </a:ext>
            </a:extLst>
          </p:cNvPr>
          <p:cNvSpPr>
            <a:spLocks noGrp="1"/>
          </p:cNvSpPr>
          <p:nvPr/>
        </p:nvSpPr>
        <p:spPr>
          <a:xfrm>
            <a:off x="9821333" y="2759167"/>
            <a:ext cx="60590" cy="70115"/>
          </a:xfrm>
          <a:prstGeom prst="rect">
            <a:avLst/>
          </a:prstGeom>
          <a:solidFill>
            <a:srgbClr val="7D23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12" name="real-target-spectrogram-r17-c2">
            <a:extLst>
              <a:ext uri="{FF2B5EF4-FFF2-40B4-BE49-F238E27FC236}">
                <a16:creationId xmlns:a16="http://schemas.microsoft.com/office/drawing/2014/main" id="{36C786E2-951A-E87F-5575-085E7C76EA67}"/>
              </a:ext>
            </a:extLst>
          </p:cNvPr>
          <p:cNvSpPr>
            <a:spLocks noGrp="1"/>
          </p:cNvSpPr>
          <p:nvPr/>
        </p:nvSpPr>
        <p:spPr>
          <a:xfrm>
            <a:off x="9879542" y="2759167"/>
            <a:ext cx="60590" cy="70115"/>
          </a:xfrm>
          <a:prstGeom prst="rect">
            <a:avLst/>
          </a:prstGeom>
          <a:solidFill>
            <a:srgbClr val="46166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14" name="real-target-spectrogram-r17-c3">
            <a:extLst>
              <a:ext uri="{FF2B5EF4-FFF2-40B4-BE49-F238E27FC236}">
                <a16:creationId xmlns:a16="http://schemas.microsoft.com/office/drawing/2014/main" id="{ABED0B1D-E9C6-2DC5-284F-4D0F3BC488A4}"/>
              </a:ext>
            </a:extLst>
          </p:cNvPr>
          <p:cNvSpPr>
            <a:spLocks noGrp="1"/>
          </p:cNvSpPr>
          <p:nvPr/>
        </p:nvSpPr>
        <p:spPr>
          <a:xfrm>
            <a:off x="9937750" y="2759167"/>
            <a:ext cx="60590" cy="70115"/>
          </a:xfrm>
          <a:prstGeom prst="rect">
            <a:avLst/>
          </a:prstGeom>
          <a:solidFill>
            <a:srgbClr val="A531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16" name="real-target-spectrogram-r17-c4">
            <a:extLst>
              <a:ext uri="{FF2B5EF4-FFF2-40B4-BE49-F238E27FC236}">
                <a16:creationId xmlns:a16="http://schemas.microsoft.com/office/drawing/2014/main" id="{8EBF14B7-6B5E-69C2-94B9-B968E972C5F2}"/>
              </a:ext>
            </a:extLst>
          </p:cNvPr>
          <p:cNvSpPr>
            <a:spLocks noGrp="1"/>
          </p:cNvSpPr>
          <p:nvPr/>
        </p:nvSpPr>
        <p:spPr>
          <a:xfrm>
            <a:off x="9995958" y="2759167"/>
            <a:ext cx="60590" cy="70115"/>
          </a:xfrm>
          <a:prstGeom prst="rect">
            <a:avLst/>
          </a:prstGeom>
          <a:solidFill>
            <a:srgbClr val="B135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18" name="real-target-spectrogram-r17-c5">
            <a:extLst>
              <a:ext uri="{FF2B5EF4-FFF2-40B4-BE49-F238E27FC236}">
                <a16:creationId xmlns:a16="http://schemas.microsoft.com/office/drawing/2014/main" id="{7D2D56CB-9A73-BFF9-8CE8-632DE4C83C4C}"/>
              </a:ext>
            </a:extLst>
          </p:cNvPr>
          <p:cNvSpPr>
            <a:spLocks noGrp="1"/>
          </p:cNvSpPr>
          <p:nvPr/>
        </p:nvSpPr>
        <p:spPr>
          <a:xfrm>
            <a:off x="10054167" y="2759167"/>
            <a:ext cx="60590" cy="70115"/>
          </a:xfrm>
          <a:prstGeom prst="rect">
            <a:avLst/>
          </a:prstGeom>
          <a:solidFill>
            <a:srgbClr val="7A22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20" name="real-target-spectrogram-r17-c6">
            <a:extLst>
              <a:ext uri="{FF2B5EF4-FFF2-40B4-BE49-F238E27FC236}">
                <a16:creationId xmlns:a16="http://schemas.microsoft.com/office/drawing/2014/main" id="{176DBA33-7D3E-BC9E-4DD8-EB3C303ED494}"/>
              </a:ext>
            </a:extLst>
          </p:cNvPr>
          <p:cNvSpPr>
            <a:spLocks noGrp="1"/>
          </p:cNvSpPr>
          <p:nvPr/>
        </p:nvSpPr>
        <p:spPr>
          <a:xfrm>
            <a:off x="10112375" y="2759167"/>
            <a:ext cx="60590" cy="70115"/>
          </a:xfrm>
          <a:prstGeom prst="rect">
            <a:avLst/>
          </a:prstGeom>
          <a:solidFill>
            <a:srgbClr val="E05D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22" name="real-target-spectrogram-r17-c7">
            <a:extLst>
              <a:ext uri="{FF2B5EF4-FFF2-40B4-BE49-F238E27FC236}">
                <a16:creationId xmlns:a16="http://schemas.microsoft.com/office/drawing/2014/main" id="{2298A7D4-6FD5-5522-82D8-B063EFA13674}"/>
              </a:ext>
            </a:extLst>
          </p:cNvPr>
          <p:cNvSpPr>
            <a:spLocks noGrp="1"/>
          </p:cNvSpPr>
          <p:nvPr/>
        </p:nvSpPr>
        <p:spPr>
          <a:xfrm>
            <a:off x="10170583" y="2759167"/>
            <a:ext cx="60590" cy="70115"/>
          </a:xfrm>
          <a:prstGeom prst="rect">
            <a:avLst/>
          </a:prstGeom>
          <a:solidFill>
            <a:srgbClr val="D250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24" name="real-target-spectrogram-r17-c8">
            <a:extLst>
              <a:ext uri="{FF2B5EF4-FFF2-40B4-BE49-F238E27FC236}">
                <a16:creationId xmlns:a16="http://schemas.microsoft.com/office/drawing/2014/main" id="{FD299BFC-EE75-E67E-1E41-61E8ABBB6E66}"/>
              </a:ext>
            </a:extLst>
          </p:cNvPr>
          <p:cNvSpPr>
            <a:spLocks noGrp="1"/>
          </p:cNvSpPr>
          <p:nvPr/>
        </p:nvSpPr>
        <p:spPr>
          <a:xfrm>
            <a:off x="10228792" y="2759167"/>
            <a:ext cx="60590" cy="70115"/>
          </a:xfrm>
          <a:prstGeom prst="rect">
            <a:avLst/>
          </a:prstGeom>
          <a:solidFill>
            <a:srgbClr val="CC4B6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26" name="real-target-spectrogram-r17-c9">
            <a:extLst>
              <a:ext uri="{FF2B5EF4-FFF2-40B4-BE49-F238E27FC236}">
                <a16:creationId xmlns:a16="http://schemas.microsoft.com/office/drawing/2014/main" id="{C03FD1B8-27A6-B56D-91FB-58CF76CE3001}"/>
              </a:ext>
            </a:extLst>
          </p:cNvPr>
          <p:cNvSpPr>
            <a:spLocks noGrp="1"/>
          </p:cNvSpPr>
          <p:nvPr/>
        </p:nvSpPr>
        <p:spPr>
          <a:xfrm>
            <a:off x="10287000" y="2759167"/>
            <a:ext cx="60590" cy="70115"/>
          </a:xfrm>
          <a:prstGeom prst="rect">
            <a:avLst/>
          </a:prstGeom>
          <a:solidFill>
            <a:srgbClr val="EF6D5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28" name="real-target-spectrogram-r17-c10">
            <a:extLst>
              <a:ext uri="{FF2B5EF4-FFF2-40B4-BE49-F238E27FC236}">
                <a16:creationId xmlns:a16="http://schemas.microsoft.com/office/drawing/2014/main" id="{24C3FDF1-E51A-EA25-90E9-4A5EB8F05810}"/>
              </a:ext>
            </a:extLst>
          </p:cNvPr>
          <p:cNvSpPr>
            <a:spLocks noGrp="1"/>
          </p:cNvSpPr>
          <p:nvPr/>
        </p:nvSpPr>
        <p:spPr>
          <a:xfrm>
            <a:off x="10345208" y="2759167"/>
            <a:ext cx="60590" cy="70115"/>
          </a:xfrm>
          <a:prstGeom prst="rect">
            <a:avLst/>
          </a:prstGeom>
          <a:solidFill>
            <a:srgbClr val="B235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30" name="real-target-spectrogram-r17-c11">
            <a:extLst>
              <a:ext uri="{FF2B5EF4-FFF2-40B4-BE49-F238E27FC236}">
                <a16:creationId xmlns:a16="http://schemas.microsoft.com/office/drawing/2014/main" id="{A0A71BA8-8537-86C7-BC1F-AD16B3711533}"/>
              </a:ext>
            </a:extLst>
          </p:cNvPr>
          <p:cNvSpPr>
            <a:spLocks noGrp="1"/>
          </p:cNvSpPr>
          <p:nvPr/>
        </p:nvSpPr>
        <p:spPr>
          <a:xfrm>
            <a:off x="10403417" y="2759167"/>
            <a:ext cx="60590" cy="70115"/>
          </a:xfrm>
          <a:prstGeom prst="rect">
            <a:avLst/>
          </a:prstGeom>
          <a:solidFill>
            <a:srgbClr val="1008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32" name="real-target-spectrogram-r17-c12">
            <a:extLst>
              <a:ext uri="{FF2B5EF4-FFF2-40B4-BE49-F238E27FC236}">
                <a16:creationId xmlns:a16="http://schemas.microsoft.com/office/drawing/2014/main" id="{BDAF6BC6-B433-23DA-494D-80FB11AEE600}"/>
              </a:ext>
            </a:extLst>
          </p:cNvPr>
          <p:cNvSpPr>
            <a:spLocks noGrp="1"/>
          </p:cNvSpPr>
          <p:nvPr/>
        </p:nvSpPr>
        <p:spPr>
          <a:xfrm>
            <a:off x="10461625" y="2759167"/>
            <a:ext cx="60590" cy="70115"/>
          </a:xfrm>
          <a:prstGeom prst="rect">
            <a:avLst/>
          </a:prstGeom>
          <a:solidFill>
            <a:srgbClr val="D7556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34" name="real-target-spectrogram-r17-c13">
            <a:extLst>
              <a:ext uri="{FF2B5EF4-FFF2-40B4-BE49-F238E27FC236}">
                <a16:creationId xmlns:a16="http://schemas.microsoft.com/office/drawing/2014/main" id="{9E905701-5F41-CA24-0C35-D468EA9D1904}"/>
              </a:ext>
            </a:extLst>
          </p:cNvPr>
          <p:cNvSpPr>
            <a:spLocks noGrp="1"/>
          </p:cNvSpPr>
          <p:nvPr/>
        </p:nvSpPr>
        <p:spPr>
          <a:xfrm>
            <a:off x="10519833" y="2759167"/>
            <a:ext cx="60590" cy="70115"/>
          </a:xfrm>
          <a:prstGeom prst="rect">
            <a:avLst/>
          </a:prstGeom>
          <a:solidFill>
            <a:srgbClr val="1E0C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36" name="real-target-spectrogram-r17-c14">
            <a:extLst>
              <a:ext uri="{FF2B5EF4-FFF2-40B4-BE49-F238E27FC236}">
                <a16:creationId xmlns:a16="http://schemas.microsoft.com/office/drawing/2014/main" id="{026C4CA3-59CE-32C2-5C61-9600357C1BDB}"/>
              </a:ext>
            </a:extLst>
          </p:cNvPr>
          <p:cNvSpPr>
            <a:spLocks noGrp="1"/>
          </p:cNvSpPr>
          <p:nvPr/>
        </p:nvSpPr>
        <p:spPr>
          <a:xfrm>
            <a:off x="10578042" y="2759167"/>
            <a:ext cx="60590" cy="70115"/>
          </a:xfrm>
          <a:prstGeom prst="rect">
            <a:avLst/>
          </a:prstGeom>
          <a:solidFill>
            <a:srgbClr val="AC33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38" name="real-target-spectrogram-r17-c15">
            <a:extLst>
              <a:ext uri="{FF2B5EF4-FFF2-40B4-BE49-F238E27FC236}">
                <a16:creationId xmlns:a16="http://schemas.microsoft.com/office/drawing/2014/main" id="{AC6E518F-D20A-4E33-1FE4-7F95B9E29912}"/>
              </a:ext>
            </a:extLst>
          </p:cNvPr>
          <p:cNvSpPr>
            <a:spLocks noGrp="1"/>
          </p:cNvSpPr>
          <p:nvPr/>
        </p:nvSpPr>
        <p:spPr>
          <a:xfrm>
            <a:off x="10636250" y="2759167"/>
            <a:ext cx="60590" cy="70115"/>
          </a:xfrm>
          <a:prstGeom prst="rect">
            <a:avLst/>
          </a:prstGeom>
          <a:solidFill>
            <a:srgbClr val="7821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40" name="real-target-spectrogram-r17-c16">
            <a:extLst>
              <a:ext uri="{FF2B5EF4-FFF2-40B4-BE49-F238E27FC236}">
                <a16:creationId xmlns:a16="http://schemas.microsoft.com/office/drawing/2014/main" id="{D917054A-E1B9-85C9-EB1A-678BD3905D61}"/>
              </a:ext>
            </a:extLst>
          </p:cNvPr>
          <p:cNvSpPr>
            <a:spLocks noGrp="1"/>
          </p:cNvSpPr>
          <p:nvPr/>
        </p:nvSpPr>
        <p:spPr>
          <a:xfrm>
            <a:off x="10694458" y="2759167"/>
            <a:ext cx="60590" cy="70115"/>
          </a:xfrm>
          <a:prstGeom prst="rect">
            <a:avLst/>
          </a:prstGeom>
          <a:solidFill>
            <a:srgbClr val="D5526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42" name="real-target-spectrogram-r17-c17">
            <a:extLst>
              <a:ext uri="{FF2B5EF4-FFF2-40B4-BE49-F238E27FC236}">
                <a16:creationId xmlns:a16="http://schemas.microsoft.com/office/drawing/2014/main" id="{4225F7F6-BA62-BF7B-0ECC-F1313BA19F92}"/>
              </a:ext>
            </a:extLst>
          </p:cNvPr>
          <p:cNvSpPr>
            <a:spLocks noGrp="1"/>
          </p:cNvSpPr>
          <p:nvPr/>
        </p:nvSpPr>
        <p:spPr>
          <a:xfrm>
            <a:off x="10752667" y="2759167"/>
            <a:ext cx="60590" cy="70115"/>
          </a:xfrm>
          <a:prstGeom prst="rect">
            <a:avLst/>
          </a:prstGeom>
          <a:solidFill>
            <a:srgbClr val="A12F7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44" name="real-target-spectrogram-border">
            <a:extLst>
              <a:ext uri="{FF2B5EF4-FFF2-40B4-BE49-F238E27FC236}">
                <a16:creationId xmlns:a16="http://schemas.microsoft.com/office/drawing/2014/main" id="{C508F6F7-0865-2C6F-0BFB-23640FA50613}"/>
              </a:ext>
            </a:extLst>
          </p:cNvPr>
          <p:cNvSpPr>
            <a:spLocks noGrp="1"/>
          </p:cNvSpPr>
          <p:nvPr/>
        </p:nvSpPr>
        <p:spPr>
          <a:xfrm>
            <a:off x="9763125" y="1607700"/>
            <a:ext cx="1047750" cy="1219200"/>
          </a:xfrm>
          <a:prstGeom prst="rect">
            <a:avLst/>
          </a:prstGeom>
          <a:solidFill>
            <a:srgbClr val="000000">
              <a:alpha val="0"/>
            </a:srgbClr>
          </a:solidFill>
          <a:ln w="11430">
            <a:solidFill>
              <a:srgbClr val="102A3A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2945" name="Isosceles Triangle 2944">
            <a:extLst>
              <a:ext uri="{FF2B5EF4-FFF2-40B4-BE49-F238E27FC236}">
                <a16:creationId xmlns:a16="http://schemas.microsoft.com/office/drawing/2014/main" id="{7F9234CF-05FF-F7B0-AE87-AF2DFDB142F3}"/>
              </a:ext>
            </a:extLst>
          </p:cNvPr>
          <p:cNvSpPr>
            <a:spLocks noGrp="1"/>
          </p:cNvSpPr>
          <p:nvPr/>
        </p:nvSpPr>
        <p:spPr>
          <a:xfrm rot="16200000">
            <a:off x="5988379" y="6235574"/>
            <a:ext cx="76200" cy="76200"/>
          </a:xfrm>
          <a:prstGeom prst="triangle">
            <a:avLst/>
          </a:prstGeom>
          <a:solidFill>
            <a:srgbClr val="15191C"/>
          </a:solidFill>
          <a:ln w="0">
            <a:solidFill>
              <a:srgbClr val="1519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cxnSp>
        <p:nvCxnSpPr>
          <p:cNvPr id="2946" name="Straight Connector 2945">
            <a:extLst>
              <a:ext uri="{FF2B5EF4-FFF2-40B4-BE49-F238E27FC236}">
                <a16:creationId xmlns:a16="http://schemas.microsoft.com/office/drawing/2014/main" id="{6DB9C26C-FA47-9573-9EF7-A1F0E46936DF}"/>
              </a:ext>
            </a:extLst>
          </p:cNvPr>
          <p:cNvCxnSpPr>
            <a:cxnSpLocks/>
          </p:cNvCxnSpPr>
          <p:nvPr/>
        </p:nvCxnSpPr>
        <p:spPr>
          <a:xfrm flipH="1">
            <a:off x="6350541" y="5748118"/>
            <a:ext cx="119041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7" name="Straight Connector 2946">
            <a:extLst>
              <a:ext uri="{FF2B5EF4-FFF2-40B4-BE49-F238E27FC236}">
                <a16:creationId xmlns:a16="http://schemas.microsoft.com/office/drawing/2014/main" id="{0ADFE671-02E3-D4CD-BB43-380307D4FBF5}"/>
              </a:ext>
            </a:extLst>
          </p:cNvPr>
          <p:cNvCxnSpPr>
            <a:cxnSpLocks/>
          </p:cNvCxnSpPr>
          <p:nvPr/>
        </p:nvCxnSpPr>
        <p:spPr>
          <a:xfrm>
            <a:off x="6345354" y="5746477"/>
            <a:ext cx="0" cy="52619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48" name="Straight Connector 2947">
            <a:extLst>
              <a:ext uri="{FF2B5EF4-FFF2-40B4-BE49-F238E27FC236}">
                <a16:creationId xmlns:a16="http://schemas.microsoft.com/office/drawing/2014/main" id="{13B681B7-D9D9-3C53-A005-9E7C8150CAC8}"/>
              </a:ext>
            </a:extLst>
          </p:cNvPr>
          <p:cNvCxnSpPr>
            <a:cxnSpLocks/>
          </p:cNvCxnSpPr>
          <p:nvPr/>
        </p:nvCxnSpPr>
        <p:spPr>
          <a:xfrm flipH="1">
            <a:off x="6064896" y="6266848"/>
            <a:ext cx="27675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9" name="Straight Connector 2948">
            <a:extLst>
              <a:ext uri="{FF2B5EF4-FFF2-40B4-BE49-F238E27FC236}">
                <a16:creationId xmlns:a16="http://schemas.microsoft.com/office/drawing/2014/main" id="{CF366DEE-A765-76E0-237C-0B1B5D3BE56F}"/>
              </a:ext>
            </a:extLst>
          </p:cNvPr>
          <p:cNvCxnSpPr>
            <a:cxnSpLocks/>
          </p:cNvCxnSpPr>
          <p:nvPr/>
        </p:nvCxnSpPr>
        <p:spPr>
          <a:xfrm>
            <a:off x="7540753" y="5138301"/>
            <a:ext cx="0" cy="6159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50" name="Isosceles Triangle 2949">
            <a:extLst>
              <a:ext uri="{FF2B5EF4-FFF2-40B4-BE49-F238E27FC236}">
                <a16:creationId xmlns:a16="http://schemas.microsoft.com/office/drawing/2014/main" id="{ED1EE7D3-A8FF-F70E-0845-F0D58541B0F4}"/>
              </a:ext>
            </a:extLst>
          </p:cNvPr>
          <p:cNvSpPr>
            <a:spLocks noGrp="1"/>
          </p:cNvSpPr>
          <p:nvPr/>
        </p:nvSpPr>
        <p:spPr>
          <a:xfrm rot="16200000">
            <a:off x="5962978" y="7871721"/>
            <a:ext cx="76200" cy="76200"/>
          </a:xfrm>
          <a:prstGeom prst="triangle">
            <a:avLst/>
          </a:prstGeom>
          <a:solidFill>
            <a:srgbClr val="15191C"/>
          </a:solidFill>
          <a:ln w="0">
            <a:solidFill>
              <a:srgbClr val="1519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cxnSp>
        <p:nvCxnSpPr>
          <p:cNvPr id="2951" name="Straight Connector 2950">
            <a:extLst>
              <a:ext uri="{FF2B5EF4-FFF2-40B4-BE49-F238E27FC236}">
                <a16:creationId xmlns:a16="http://schemas.microsoft.com/office/drawing/2014/main" id="{176594C3-6CDC-5B27-FB86-7549FFF4B476}"/>
              </a:ext>
            </a:extLst>
          </p:cNvPr>
          <p:cNvCxnSpPr>
            <a:cxnSpLocks/>
          </p:cNvCxnSpPr>
          <p:nvPr/>
        </p:nvCxnSpPr>
        <p:spPr>
          <a:xfrm flipH="1">
            <a:off x="6316674" y="7388499"/>
            <a:ext cx="120066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2" name="Straight Connector 2951">
            <a:extLst>
              <a:ext uri="{FF2B5EF4-FFF2-40B4-BE49-F238E27FC236}">
                <a16:creationId xmlns:a16="http://schemas.microsoft.com/office/drawing/2014/main" id="{21F995A4-4166-C76D-F344-330607F300CF}"/>
              </a:ext>
            </a:extLst>
          </p:cNvPr>
          <p:cNvCxnSpPr>
            <a:cxnSpLocks/>
          </p:cNvCxnSpPr>
          <p:nvPr/>
        </p:nvCxnSpPr>
        <p:spPr>
          <a:xfrm>
            <a:off x="6319953" y="7382624"/>
            <a:ext cx="0" cy="52619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53" name="Straight Connector 2952">
            <a:extLst>
              <a:ext uri="{FF2B5EF4-FFF2-40B4-BE49-F238E27FC236}">
                <a16:creationId xmlns:a16="http://schemas.microsoft.com/office/drawing/2014/main" id="{79270DF2-C29F-B5DA-C1CE-BBF035801143}"/>
              </a:ext>
            </a:extLst>
          </p:cNvPr>
          <p:cNvCxnSpPr>
            <a:cxnSpLocks/>
          </p:cNvCxnSpPr>
          <p:nvPr/>
        </p:nvCxnSpPr>
        <p:spPr>
          <a:xfrm flipH="1">
            <a:off x="6039495" y="7902995"/>
            <a:ext cx="27675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4" name="Straight Connector 2953">
            <a:extLst>
              <a:ext uri="{FF2B5EF4-FFF2-40B4-BE49-F238E27FC236}">
                <a16:creationId xmlns:a16="http://schemas.microsoft.com/office/drawing/2014/main" id="{7CAA6E80-B1BB-E807-16BD-132F6541B1C5}"/>
              </a:ext>
            </a:extLst>
          </p:cNvPr>
          <p:cNvCxnSpPr>
            <a:cxnSpLocks/>
          </p:cNvCxnSpPr>
          <p:nvPr/>
        </p:nvCxnSpPr>
        <p:spPr>
          <a:xfrm>
            <a:off x="7515352" y="6774448"/>
            <a:ext cx="0" cy="6159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262623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271</Words>
  <Application>Microsoft Office PowerPoint</Application>
  <DocSecurity>0</DocSecurity>
  <PresentationFormat>Custom</PresentationFormat>
  <Paragraphs>79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Calibri</vt:lpstr>
      <vt:lpstr>ChatGPT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Zanxu Wang</cp:lastModifiedBy>
  <cp:revision>3</cp:revision>
  <dcterms:created xsi:type="dcterms:W3CDTF">2026-06-12T14:45:55Z</dcterms:created>
  <dcterms:modified xsi:type="dcterms:W3CDTF">2026-07-23T14:31:31Z</dcterms:modified>
</cp:coreProperties>
</file>