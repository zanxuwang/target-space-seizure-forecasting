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002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1" autoAdjust="0"/>
    <p:restoredTop sz="94658"/>
  </p:normalViewPr>
  <p:slideViewPr>
    <p:cSldViewPr snapToGrid="0">
      <p:cViewPr varScale="1">
        <p:scale>
          <a:sx n="73" d="100"/>
          <a:sy n="73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tage-1-panel">
            <a:extLst>
              <a:ext uri="{FF2B5EF4-FFF2-40B4-BE49-F238E27FC236}">
                <a16:creationId xmlns:a16="http://schemas.microsoft.com/office/drawing/2014/main" id="{F6A15D89-F63D-4FDE-B9D3-3175EFE18CEB}"/>
              </a:ext>
            </a:extLst>
          </p:cNvPr>
          <p:cNvSpPr>
            <a:spLocks noGrp="1"/>
          </p:cNvSpPr>
          <p:nvPr/>
        </p:nvSpPr>
        <p:spPr>
          <a:xfrm>
            <a:off x="238125" y="682625"/>
            <a:ext cx="4762500" cy="6095999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5240">
            <a:solidFill>
              <a:srgbClr val="333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tage-2-panel">
            <a:extLst>
              <a:ext uri="{FF2B5EF4-FFF2-40B4-BE49-F238E27FC236}">
                <a16:creationId xmlns:a16="http://schemas.microsoft.com/office/drawing/2014/main" id="{E14473F9-1D5D-4BB8-AA3B-9952CB111E30}"/>
              </a:ext>
            </a:extLst>
          </p:cNvPr>
          <p:cNvSpPr>
            <a:spLocks noGrp="1"/>
          </p:cNvSpPr>
          <p:nvPr/>
        </p:nvSpPr>
        <p:spPr>
          <a:xfrm>
            <a:off x="5591175" y="685800"/>
            <a:ext cx="5476875" cy="60960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33383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tage-3-panel">
            <a:extLst>
              <a:ext uri="{FF2B5EF4-FFF2-40B4-BE49-F238E27FC236}">
                <a16:creationId xmlns:a16="http://schemas.microsoft.com/office/drawing/2014/main" id="{E2DE4367-7A7C-4118-B594-DE1E9F0F694B}"/>
              </a:ext>
            </a:extLst>
          </p:cNvPr>
          <p:cNvSpPr>
            <a:spLocks noGrp="1"/>
          </p:cNvSpPr>
          <p:nvPr/>
        </p:nvSpPr>
        <p:spPr>
          <a:xfrm>
            <a:off x="11687175" y="685800"/>
            <a:ext cx="4076700" cy="6092824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5240">
            <a:solidFill>
              <a:srgbClr val="333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-1-badge">
            <a:extLst>
              <a:ext uri="{FF2B5EF4-FFF2-40B4-BE49-F238E27FC236}">
                <a16:creationId xmlns:a16="http://schemas.microsoft.com/office/drawing/2014/main" id="{C6E94B2F-D44B-4EEF-A87E-A2354BD5B8E4}"/>
              </a:ext>
            </a:extLst>
          </p:cNvPr>
          <p:cNvSpPr>
            <a:spLocks noGrp="1"/>
          </p:cNvSpPr>
          <p:nvPr/>
        </p:nvSpPr>
        <p:spPr>
          <a:xfrm>
            <a:off x="371475" y="828675"/>
            <a:ext cx="447675" cy="447675"/>
          </a:xfrm>
          <a:prstGeom prst="ellipse">
            <a:avLst/>
          </a:prstGeom>
          <a:solidFill>
            <a:srgbClr val="07526B"/>
          </a:solidFill>
          <a:ln w="9525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-1-number">
            <a:extLst>
              <a:ext uri="{FF2B5EF4-FFF2-40B4-BE49-F238E27FC236}">
                <a16:creationId xmlns:a16="http://schemas.microsoft.com/office/drawing/2014/main" id="{4B713ECE-BE9D-4C78-B4AB-7F8847717474}"/>
              </a:ext>
            </a:extLst>
          </p:cNvPr>
          <p:cNvSpPr>
            <a:spLocks noGrp="1"/>
          </p:cNvSpPr>
          <p:nvPr/>
        </p:nvSpPr>
        <p:spPr>
          <a:xfrm>
            <a:off x="371475" y="819150"/>
            <a:ext cx="447675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ection-2-badge">
            <a:extLst>
              <a:ext uri="{FF2B5EF4-FFF2-40B4-BE49-F238E27FC236}">
                <a16:creationId xmlns:a16="http://schemas.microsoft.com/office/drawing/2014/main" id="{DAD2ACCD-6FEB-48F7-8970-B7BB3214CBB6}"/>
              </a:ext>
            </a:extLst>
          </p:cNvPr>
          <p:cNvSpPr>
            <a:spLocks noGrp="1"/>
          </p:cNvSpPr>
          <p:nvPr/>
        </p:nvSpPr>
        <p:spPr>
          <a:xfrm>
            <a:off x="5734050" y="828675"/>
            <a:ext cx="447675" cy="447675"/>
          </a:xfrm>
          <a:prstGeom prst="ellipse">
            <a:avLst/>
          </a:prstGeom>
          <a:solidFill>
            <a:srgbClr val="07526B"/>
          </a:solidFill>
          <a:ln w="9525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-2-number">
            <a:extLst>
              <a:ext uri="{FF2B5EF4-FFF2-40B4-BE49-F238E27FC236}">
                <a16:creationId xmlns:a16="http://schemas.microsoft.com/office/drawing/2014/main" id="{F1D5E47A-3A3D-4A79-B25E-FB05A856D241}"/>
              </a:ext>
            </a:extLst>
          </p:cNvPr>
          <p:cNvSpPr>
            <a:spLocks noGrp="1"/>
          </p:cNvSpPr>
          <p:nvPr/>
        </p:nvSpPr>
        <p:spPr>
          <a:xfrm>
            <a:off x="5734050" y="819150"/>
            <a:ext cx="447675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section-3-badge">
            <a:extLst>
              <a:ext uri="{FF2B5EF4-FFF2-40B4-BE49-F238E27FC236}">
                <a16:creationId xmlns:a16="http://schemas.microsoft.com/office/drawing/2014/main" id="{A4BAED15-FFFE-4D9C-B67E-E6A10B08F338}"/>
              </a:ext>
            </a:extLst>
          </p:cNvPr>
          <p:cNvSpPr>
            <a:spLocks noGrp="1"/>
          </p:cNvSpPr>
          <p:nvPr/>
        </p:nvSpPr>
        <p:spPr>
          <a:xfrm>
            <a:off x="11830050" y="828675"/>
            <a:ext cx="447675" cy="447675"/>
          </a:xfrm>
          <a:prstGeom prst="ellipse">
            <a:avLst/>
          </a:prstGeom>
          <a:solidFill>
            <a:srgbClr val="07526B"/>
          </a:solidFill>
          <a:ln w="9525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ection-3-number">
            <a:extLst>
              <a:ext uri="{FF2B5EF4-FFF2-40B4-BE49-F238E27FC236}">
                <a16:creationId xmlns:a16="http://schemas.microsoft.com/office/drawing/2014/main" id="{E0739ED6-7C20-479C-BB2C-7FCB12FB5CEE}"/>
              </a:ext>
            </a:extLst>
          </p:cNvPr>
          <p:cNvSpPr>
            <a:spLocks noGrp="1"/>
          </p:cNvSpPr>
          <p:nvPr/>
        </p:nvSpPr>
        <p:spPr>
          <a:xfrm>
            <a:off x="11830050" y="819150"/>
            <a:ext cx="447675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C9A4E-61AB-4905-8154-117A84DA4A01}"/>
              </a:ext>
            </a:extLst>
          </p:cNvPr>
          <p:cNvSpPr>
            <a:spLocks noGrp="1"/>
          </p:cNvSpPr>
          <p:nvPr/>
        </p:nvSpPr>
        <p:spPr>
          <a:xfrm>
            <a:off x="1123950" y="847725"/>
            <a:ext cx="30003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rPr>
              <a:t>Data acquisition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4211C-56D5-4138-B619-67BB8219D649}"/>
              </a:ext>
            </a:extLst>
          </p:cNvPr>
          <p:cNvSpPr>
            <a:spLocks noGrp="1"/>
          </p:cNvSpPr>
          <p:nvPr/>
        </p:nvSpPr>
        <p:spPr>
          <a:xfrm>
            <a:off x="6477000" y="847725"/>
            <a:ext cx="37623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rPr>
              <a:t>Conditional diffusion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EB5797-5822-4B7B-9843-4500DB1E9E6A}"/>
              </a:ext>
            </a:extLst>
          </p:cNvPr>
          <p:cNvSpPr>
            <a:spLocks noGrp="1"/>
          </p:cNvSpPr>
          <p:nvPr/>
        </p:nvSpPr>
        <p:spPr>
          <a:xfrm>
            <a:off x="12430125" y="847725"/>
            <a:ext cx="2905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rPr>
              <a:t>Inference &amp; evaluation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0E8956-8265-4E64-B0E4-7742E0C9B957}"/>
              </a:ext>
            </a:extLst>
          </p:cNvPr>
          <p:cNvSpPr>
            <a:spLocks noGrp="1"/>
          </p:cNvSpPr>
          <p:nvPr/>
        </p:nvSpPr>
        <p:spPr>
          <a:xfrm>
            <a:off x="571500" y="1495425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Multi-modal mouse recordings (RT n=5, VPM n=4)</a:t>
            </a:r>
          </a:p>
        </p:txBody>
      </p:sp>
      <p:sp>
        <p:nvSpPr>
          <p:cNvPr id="14" name="eeg-card">
            <a:extLst>
              <a:ext uri="{FF2B5EF4-FFF2-40B4-BE49-F238E27FC236}">
                <a16:creationId xmlns:a16="http://schemas.microsoft.com/office/drawing/2014/main" id="{495FF9BA-0E72-4985-8659-4F6AA59AC5BD}"/>
              </a:ext>
            </a:extLst>
          </p:cNvPr>
          <p:cNvSpPr>
            <a:spLocks noGrp="1"/>
          </p:cNvSpPr>
          <p:nvPr/>
        </p:nvSpPr>
        <p:spPr>
          <a:xfrm>
            <a:off x="409575" y="2124075"/>
            <a:ext cx="1352550" cy="13811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eeg-label">
            <a:extLst>
              <a:ext uri="{FF2B5EF4-FFF2-40B4-BE49-F238E27FC236}">
                <a16:creationId xmlns:a16="http://schemas.microsoft.com/office/drawing/2014/main" id="{72B68607-95CB-4E49-B7F9-E8BD66757BBD}"/>
              </a:ext>
            </a:extLst>
          </p:cNvPr>
          <p:cNvSpPr>
            <a:spLocks noGrp="1"/>
          </p:cNvSpPr>
          <p:nvPr/>
        </p:nvSpPr>
        <p:spPr>
          <a:xfrm>
            <a:off x="485775" y="2219325"/>
            <a:ext cx="12001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9206" lnSpcReduction="10000"/>
          </a:bodyPr>
          <a:lstStyle/>
          <a:p>
            <a:pPr algn="ctr">
              <a:defRPr sz="1575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3A"/>
                </a:solidFill>
                <a:latin typeface="Aptos"/>
                <a:ea typeface="Aptos"/>
                <a:cs typeface="Aptos"/>
              </a:rPr>
              <a:t>EEG</a:t>
            </a:r>
          </a:p>
        </p:txBody>
      </p:sp>
      <p:sp>
        <p:nvSpPr>
          <p:cNvPr id="16" name="eeg-detail">
            <a:extLst>
              <a:ext uri="{FF2B5EF4-FFF2-40B4-BE49-F238E27FC236}">
                <a16:creationId xmlns:a16="http://schemas.microsoft.com/office/drawing/2014/main" id="{14DAB59B-A6AD-4042-ACB5-78D554931AD7}"/>
              </a:ext>
            </a:extLst>
          </p:cNvPr>
          <p:cNvSpPr>
            <a:spLocks noGrp="1"/>
          </p:cNvSpPr>
          <p:nvPr/>
        </p:nvSpPr>
        <p:spPr>
          <a:xfrm>
            <a:off x="485775" y="2486025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(256 Hz)</a:t>
            </a:r>
          </a:p>
        </p:txBody>
      </p:sp>
      <p:sp>
        <p:nvSpPr>
          <p:cNvPr id="18" name="emg-card">
            <a:extLst>
              <a:ext uri="{FF2B5EF4-FFF2-40B4-BE49-F238E27FC236}">
                <a16:creationId xmlns:a16="http://schemas.microsoft.com/office/drawing/2014/main" id="{D611969A-201D-4E0F-805F-B52B72BFB40B}"/>
              </a:ext>
            </a:extLst>
          </p:cNvPr>
          <p:cNvSpPr>
            <a:spLocks noGrp="1"/>
          </p:cNvSpPr>
          <p:nvPr/>
        </p:nvSpPr>
        <p:spPr>
          <a:xfrm>
            <a:off x="1857375" y="2124075"/>
            <a:ext cx="1352550" cy="13811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emg-label">
            <a:extLst>
              <a:ext uri="{FF2B5EF4-FFF2-40B4-BE49-F238E27FC236}">
                <a16:creationId xmlns:a16="http://schemas.microsoft.com/office/drawing/2014/main" id="{E5878897-8D48-4DD1-B75A-1083B3ADE56D}"/>
              </a:ext>
            </a:extLst>
          </p:cNvPr>
          <p:cNvSpPr>
            <a:spLocks noGrp="1"/>
          </p:cNvSpPr>
          <p:nvPr/>
        </p:nvSpPr>
        <p:spPr>
          <a:xfrm>
            <a:off x="1933575" y="2219325"/>
            <a:ext cx="12001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9206" lnSpcReduction="10000"/>
          </a:bodyPr>
          <a:lstStyle/>
          <a:p>
            <a:pPr algn="ctr">
              <a:defRPr sz="1575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3A"/>
                </a:solidFill>
                <a:latin typeface="Aptos"/>
                <a:ea typeface="Aptos"/>
                <a:cs typeface="Aptos"/>
              </a:rPr>
              <a:t>EMG</a:t>
            </a:r>
          </a:p>
        </p:txBody>
      </p:sp>
      <p:sp>
        <p:nvSpPr>
          <p:cNvPr id="20" name="emg-detail">
            <a:extLst>
              <a:ext uri="{FF2B5EF4-FFF2-40B4-BE49-F238E27FC236}">
                <a16:creationId xmlns:a16="http://schemas.microsoft.com/office/drawing/2014/main" id="{9B3A38C7-0C8F-4E16-9342-32E7180D46D4}"/>
              </a:ext>
            </a:extLst>
          </p:cNvPr>
          <p:cNvSpPr>
            <a:spLocks noGrp="1"/>
          </p:cNvSpPr>
          <p:nvPr/>
        </p:nvSpPr>
        <p:spPr>
          <a:xfrm>
            <a:off x="1933575" y="2486025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(256 Hz)</a:t>
            </a:r>
          </a:p>
        </p:txBody>
      </p:sp>
      <p:sp>
        <p:nvSpPr>
          <p:cNvPr id="22" name="photometry-card">
            <a:extLst>
              <a:ext uri="{FF2B5EF4-FFF2-40B4-BE49-F238E27FC236}">
                <a16:creationId xmlns:a16="http://schemas.microsoft.com/office/drawing/2014/main" id="{9D2491A3-8B99-434E-B14E-511136FBCAFD}"/>
              </a:ext>
            </a:extLst>
          </p:cNvPr>
          <p:cNvSpPr>
            <a:spLocks noGrp="1"/>
          </p:cNvSpPr>
          <p:nvPr/>
        </p:nvSpPr>
        <p:spPr>
          <a:xfrm>
            <a:off x="3305175" y="2124075"/>
            <a:ext cx="1352550" cy="13811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photometry-label">
            <a:extLst>
              <a:ext uri="{FF2B5EF4-FFF2-40B4-BE49-F238E27FC236}">
                <a16:creationId xmlns:a16="http://schemas.microsoft.com/office/drawing/2014/main" id="{E82A0852-E9CF-4DEB-A8DE-119735331AB4}"/>
              </a:ext>
            </a:extLst>
          </p:cNvPr>
          <p:cNvSpPr>
            <a:spLocks noGrp="1"/>
          </p:cNvSpPr>
          <p:nvPr/>
        </p:nvSpPr>
        <p:spPr>
          <a:xfrm>
            <a:off x="3381375" y="2219325"/>
            <a:ext cx="12001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9206" lnSpcReduction="10000"/>
          </a:bodyPr>
          <a:lstStyle/>
          <a:p>
            <a:pPr algn="ctr">
              <a:defRPr sz="1575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3A"/>
                </a:solidFill>
                <a:latin typeface="Aptos"/>
                <a:ea typeface="Aptos"/>
                <a:cs typeface="Aptos"/>
              </a:rPr>
              <a:t>Photometry</a:t>
            </a:r>
          </a:p>
        </p:txBody>
      </p:sp>
      <p:sp>
        <p:nvSpPr>
          <p:cNvPr id="24" name="photometry-detail">
            <a:extLst>
              <a:ext uri="{FF2B5EF4-FFF2-40B4-BE49-F238E27FC236}">
                <a16:creationId xmlns:a16="http://schemas.microsoft.com/office/drawing/2014/main" id="{312570A0-9B92-41F7-877C-2655998B6AD7}"/>
              </a:ext>
            </a:extLst>
          </p:cNvPr>
          <p:cNvSpPr>
            <a:spLocks noGrp="1"/>
          </p:cNvSpPr>
          <p:nvPr/>
        </p:nvSpPr>
        <p:spPr>
          <a:xfrm>
            <a:off x="3381375" y="2486025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(resampled)</a:t>
            </a:r>
          </a:p>
        </p:txBody>
      </p:sp>
      <p:sp>
        <p:nvSpPr>
          <p:cNvPr id="27" name="recording-window">
            <a:extLst>
              <a:ext uri="{FF2B5EF4-FFF2-40B4-BE49-F238E27FC236}">
                <a16:creationId xmlns:a16="http://schemas.microsoft.com/office/drawing/2014/main" id="{3DB5222B-EDD9-4EE8-B6E4-38BA2751DA57}"/>
              </a:ext>
            </a:extLst>
          </p:cNvPr>
          <p:cNvSpPr>
            <a:spLocks noGrp="1"/>
          </p:cNvSpPr>
          <p:nvPr/>
        </p:nvSpPr>
        <p:spPr>
          <a:xfrm>
            <a:off x="352424" y="4475261"/>
            <a:ext cx="4438650" cy="895350"/>
          </a:xfrm>
          <a:prstGeom prst="rect">
            <a:avLst/>
          </a:prstGeom>
          <a:solidFill>
            <a:srgbClr val="EDF7FA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ctal-target-window">
            <a:extLst>
              <a:ext uri="{FF2B5EF4-FFF2-40B4-BE49-F238E27FC236}">
                <a16:creationId xmlns:a16="http://schemas.microsoft.com/office/drawing/2014/main" id="{DB795685-778C-46DA-8A4E-6D370619F8FF}"/>
              </a:ext>
            </a:extLst>
          </p:cNvPr>
          <p:cNvSpPr>
            <a:spLocks noGrp="1"/>
          </p:cNvSpPr>
          <p:nvPr/>
        </p:nvSpPr>
        <p:spPr>
          <a:xfrm>
            <a:off x="3694113" y="4475261"/>
            <a:ext cx="1096962" cy="895350"/>
          </a:xfrm>
          <a:prstGeom prst="rect">
            <a:avLst/>
          </a:prstGeom>
          <a:solidFill>
            <a:srgbClr val="FFF2EE"/>
          </a:solidFill>
          <a:ln w="12383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ABC6E3-82C4-4BD9-9937-EEBB60742A26}"/>
              </a:ext>
            </a:extLst>
          </p:cNvPr>
          <p:cNvSpPr>
            <a:spLocks noGrp="1"/>
          </p:cNvSpPr>
          <p:nvPr/>
        </p:nvSpPr>
        <p:spPr>
          <a:xfrm>
            <a:off x="762000" y="4762236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800" b="1">
                <a:solidFill>
                  <a:srgbClr val="043E5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43E52"/>
                </a:solidFill>
                <a:latin typeface="Aptos"/>
                <a:ea typeface="Aptos"/>
                <a:cs typeface="Aptos"/>
              </a:rPr>
              <a:t>preictal: 18 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BE340E-170F-4950-8872-68B9B3241E3E}"/>
              </a:ext>
            </a:extLst>
          </p:cNvPr>
          <p:cNvSpPr>
            <a:spLocks noGrp="1"/>
          </p:cNvSpPr>
          <p:nvPr/>
        </p:nvSpPr>
        <p:spPr>
          <a:xfrm>
            <a:off x="3619499" y="4745567"/>
            <a:ext cx="13049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E4472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E4472F"/>
                </a:solidFill>
                <a:latin typeface="Aptos"/>
                <a:ea typeface="Aptos"/>
                <a:cs typeface="Aptos"/>
              </a:rPr>
              <a:t>ictal : 3 s</a:t>
            </a:r>
          </a:p>
        </p:txBody>
      </p:sp>
      <p:sp>
        <p:nvSpPr>
          <p:cNvPr id="31" name="seizure-onset-line">
            <a:extLst>
              <a:ext uri="{FF2B5EF4-FFF2-40B4-BE49-F238E27FC236}">
                <a16:creationId xmlns:a16="http://schemas.microsoft.com/office/drawing/2014/main" id="{009D0ED8-6E97-4778-B1DE-369ABE7606A5}"/>
              </a:ext>
            </a:extLst>
          </p:cNvPr>
          <p:cNvSpPr>
            <a:spLocks noGrp="1"/>
          </p:cNvSpPr>
          <p:nvPr/>
        </p:nvSpPr>
        <p:spPr>
          <a:xfrm>
            <a:off x="3692524" y="4230786"/>
            <a:ext cx="0" cy="1190625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5191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23DC8C-66BC-4574-B337-ACFB2DD544C3}"/>
              </a:ext>
            </a:extLst>
          </p:cNvPr>
          <p:cNvSpPr>
            <a:spLocks noGrp="1"/>
          </p:cNvSpPr>
          <p:nvPr/>
        </p:nvSpPr>
        <p:spPr>
          <a:xfrm>
            <a:off x="2677688" y="3933825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seizure onset (t=0)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32511B-919D-43A3-875B-802B07869AED}"/>
              </a:ext>
            </a:extLst>
          </p:cNvPr>
          <p:cNvSpPr>
            <a:spLocks noGrp="1"/>
          </p:cNvSpPr>
          <p:nvPr/>
        </p:nvSpPr>
        <p:spPr>
          <a:xfrm>
            <a:off x="468032" y="5756376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h5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AB982164-2558-483C-B025-7914B73EE48A}"/>
              </a:ext>
            </a:extLst>
          </p:cNvPr>
          <p:cNvSpPr>
            <a:spLocks noGrp="1"/>
          </p:cNvSpPr>
          <p:nvPr/>
        </p:nvSpPr>
        <p:spPr>
          <a:xfrm>
            <a:off x="357067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F4585741-6802-4EE5-BEA4-9F6722498437}"/>
              </a:ext>
            </a:extLst>
          </p:cNvPr>
          <p:cNvSpPr>
            <a:spLocks noGrp="1"/>
          </p:cNvSpPr>
          <p:nvPr/>
        </p:nvSpPr>
        <p:spPr>
          <a:xfrm>
            <a:off x="35706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3D86F315-7CD8-4C6A-B093-98B420D68BC3}"/>
              </a:ext>
            </a:extLst>
          </p:cNvPr>
          <p:cNvSpPr>
            <a:spLocks noGrp="1"/>
          </p:cNvSpPr>
          <p:nvPr/>
        </p:nvSpPr>
        <p:spPr>
          <a:xfrm>
            <a:off x="91142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7EAA3B-B88C-4AE0-89CE-5785545C0A15}"/>
              </a:ext>
            </a:extLst>
          </p:cNvPr>
          <p:cNvSpPr>
            <a:spLocks noGrp="1"/>
          </p:cNvSpPr>
          <p:nvPr/>
        </p:nvSpPr>
        <p:spPr>
          <a:xfrm>
            <a:off x="426361" y="5566667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1E2A43-1255-470B-9D0F-D662D5AA4BF6}"/>
              </a:ext>
            </a:extLst>
          </p:cNvPr>
          <p:cNvSpPr>
            <a:spLocks noGrp="1"/>
          </p:cNvSpPr>
          <p:nvPr/>
        </p:nvSpPr>
        <p:spPr>
          <a:xfrm>
            <a:off x="1038224" y="5756376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95A549A3-0CFE-4CBA-8EA3-196E5FB83B2D}"/>
              </a:ext>
            </a:extLst>
          </p:cNvPr>
          <p:cNvSpPr>
            <a:spLocks noGrp="1"/>
          </p:cNvSpPr>
          <p:nvPr/>
        </p:nvSpPr>
        <p:spPr>
          <a:xfrm>
            <a:off x="911422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077B711C-C62C-4F99-AB2B-E435712C7026}"/>
              </a:ext>
            </a:extLst>
          </p:cNvPr>
          <p:cNvSpPr>
            <a:spLocks noGrp="1"/>
          </p:cNvSpPr>
          <p:nvPr/>
        </p:nvSpPr>
        <p:spPr>
          <a:xfrm>
            <a:off x="91142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3A4A68E6-1BB1-4C51-8941-972182E24657}"/>
              </a:ext>
            </a:extLst>
          </p:cNvPr>
          <p:cNvSpPr>
            <a:spLocks noGrp="1"/>
          </p:cNvSpPr>
          <p:nvPr/>
        </p:nvSpPr>
        <p:spPr>
          <a:xfrm>
            <a:off x="146577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8BBBE4-9736-459F-BD40-8D45DFCF48B2}"/>
              </a:ext>
            </a:extLst>
          </p:cNvPr>
          <p:cNvSpPr>
            <a:spLocks noGrp="1"/>
          </p:cNvSpPr>
          <p:nvPr/>
        </p:nvSpPr>
        <p:spPr>
          <a:xfrm>
            <a:off x="982382" y="5561112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602495-8582-41B4-86A7-5A903C0BA41A}"/>
              </a:ext>
            </a:extLst>
          </p:cNvPr>
          <p:cNvSpPr>
            <a:spLocks noGrp="1"/>
          </p:cNvSpPr>
          <p:nvPr/>
        </p:nvSpPr>
        <p:spPr>
          <a:xfrm>
            <a:off x="1588689" y="5756376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35461833-4F5C-435E-B184-E57BB35AD386}"/>
              </a:ext>
            </a:extLst>
          </p:cNvPr>
          <p:cNvSpPr>
            <a:spLocks noGrp="1"/>
          </p:cNvSpPr>
          <p:nvPr/>
        </p:nvSpPr>
        <p:spPr>
          <a:xfrm>
            <a:off x="1465777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F6288014-5A93-4C21-9CB9-F549A2FC84E3}"/>
              </a:ext>
            </a:extLst>
          </p:cNvPr>
          <p:cNvSpPr>
            <a:spLocks noGrp="1"/>
          </p:cNvSpPr>
          <p:nvPr/>
        </p:nvSpPr>
        <p:spPr>
          <a:xfrm>
            <a:off x="146577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64DD2978-8002-4F70-AA03-1C356A4F4686}"/>
              </a:ext>
            </a:extLst>
          </p:cNvPr>
          <p:cNvSpPr>
            <a:spLocks noGrp="1"/>
          </p:cNvSpPr>
          <p:nvPr/>
        </p:nvSpPr>
        <p:spPr>
          <a:xfrm>
            <a:off x="202013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2E8D5A-CFDD-4F37-BF83-571EF626313F}"/>
              </a:ext>
            </a:extLst>
          </p:cNvPr>
          <p:cNvSpPr>
            <a:spLocks noGrp="1"/>
          </p:cNvSpPr>
          <p:nvPr/>
        </p:nvSpPr>
        <p:spPr>
          <a:xfrm>
            <a:off x="1535071" y="5561112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EE01B8-2B8F-446A-A9D1-AC92DEF94691}"/>
              </a:ext>
            </a:extLst>
          </p:cNvPr>
          <p:cNvSpPr>
            <a:spLocks noGrp="1"/>
          </p:cNvSpPr>
          <p:nvPr/>
        </p:nvSpPr>
        <p:spPr>
          <a:xfrm>
            <a:off x="2162174" y="5759549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835DD4C5-69EB-4D57-9CA2-1264DEBBCF32}"/>
              </a:ext>
            </a:extLst>
          </p:cNvPr>
          <p:cNvSpPr>
            <a:spLocks noGrp="1"/>
          </p:cNvSpPr>
          <p:nvPr/>
        </p:nvSpPr>
        <p:spPr>
          <a:xfrm>
            <a:off x="2020132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45FEA03F-A42E-446D-9AC8-76DF158DCFC5}"/>
              </a:ext>
            </a:extLst>
          </p:cNvPr>
          <p:cNvSpPr>
            <a:spLocks noGrp="1"/>
          </p:cNvSpPr>
          <p:nvPr/>
        </p:nvSpPr>
        <p:spPr>
          <a:xfrm>
            <a:off x="202013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477A1686-74E5-4957-9EB7-5B02F0DD6B71}"/>
              </a:ext>
            </a:extLst>
          </p:cNvPr>
          <p:cNvSpPr>
            <a:spLocks noGrp="1"/>
          </p:cNvSpPr>
          <p:nvPr/>
        </p:nvSpPr>
        <p:spPr>
          <a:xfrm>
            <a:off x="257448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2A4E55B-0050-429C-A635-63B7F2DDC726}"/>
              </a:ext>
            </a:extLst>
          </p:cNvPr>
          <p:cNvSpPr>
            <a:spLocks noGrp="1"/>
          </p:cNvSpPr>
          <p:nvPr/>
        </p:nvSpPr>
        <p:spPr>
          <a:xfrm>
            <a:off x="2102761" y="5567462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9DFE746-3724-42AF-863A-37AD8D0C894D}"/>
              </a:ext>
            </a:extLst>
          </p:cNvPr>
          <p:cNvSpPr>
            <a:spLocks noGrp="1"/>
          </p:cNvSpPr>
          <p:nvPr/>
        </p:nvSpPr>
        <p:spPr>
          <a:xfrm>
            <a:off x="2715854" y="5769074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4A19DA37-912D-45CF-82A0-F9CDC2B8197C}"/>
              </a:ext>
            </a:extLst>
          </p:cNvPr>
          <p:cNvSpPr>
            <a:spLocks noGrp="1"/>
          </p:cNvSpPr>
          <p:nvPr/>
        </p:nvSpPr>
        <p:spPr>
          <a:xfrm>
            <a:off x="2574487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1CE70734-1DEA-4C9B-A308-8FDD2E227489}"/>
              </a:ext>
            </a:extLst>
          </p:cNvPr>
          <p:cNvSpPr>
            <a:spLocks noGrp="1"/>
          </p:cNvSpPr>
          <p:nvPr/>
        </p:nvSpPr>
        <p:spPr>
          <a:xfrm>
            <a:off x="257448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901D8238-22C3-4841-9032-721BA9098685}"/>
              </a:ext>
            </a:extLst>
          </p:cNvPr>
          <p:cNvSpPr>
            <a:spLocks noGrp="1"/>
          </p:cNvSpPr>
          <p:nvPr/>
        </p:nvSpPr>
        <p:spPr>
          <a:xfrm>
            <a:off x="312884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FEE2A6-B8EE-4688-904F-A6BE24AB0A9D}"/>
              </a:ext>
            </a:extLst>
          </p:cNvPr>
          <p:cNvSpPr>
            <a:spLocks noGrp="1"/>
          </p:cNvSpPr>
          <p:nvPr/>
        </p:nvSpPr>
        <p:spPr>
          <a:xfrm>
            <a:off x="2643781" y="5561112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ECBE5B-7E8D-4E5A-9A67-232D2E7749CA}"/>
              </a:ext>
            </a:extLst>
          </p:cNvPr>
          <p:cNvSpPr>
            <a:spLocks noGrp="1"/>
          </p:cNvSpPr>
          <p:nvPr/>
        </p:nvSpPr>
        <p:spPr>
          <a:xfrm>
            <a:off x="3247071" y="5751611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h0</a:t>
            </a:r>
          </a:p>
        </p:txBody>
      </p:sp>
      <p:sp>
        <p:nvSpPr>
          <p:cNvPr id="65" name="stage-1-to-stage-2-1">
            <a:extLst>
              <a:ext uri="{FF2B5EF4-FFF2-40B4-BE49-F238E27FC236}">
                <a16:creationId xmlns:a16="http://schemas.microsoft.com/office/drawing/2014/main" id="{D07B5829-6B1B-4B69-9CBB-52D05678E696}"/>
              </a:ext>
            </a:extLst>
          </p:cNvPr>
          <p:cNvSpPr>
            <a:spLocks noGrp="1"/>
          </p:cNvSpPr>
          <p:nvPr/>
        </p:nvSpPr>
        <p:spPr>
          <a:xfrm>
            <a:off x="5067300" y="3476625"/>
            <a:ext cx="4095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tage-1-to-stage-2-head">
            <a:extLst>
              <a:ext uri="{FF2B5EF4-FFF2-40B4-BE49-F238E27FC236}">
                <a16:creationId xmlns:a16="http://schemas.microsoft.com/office/drawing/2014/main" id="{3DD802DC-6ED5-4737-8C31-94ED91DC6A72}"/>
              </a:ext>
            </a:extLst>
          </p:cNvPr>
          <p:cNvSpPr>
            <a:spLocks noGrp="1"/>
          </p:cNvSpPr>
          <p:nvPr/>
        </p:nvSpPr>
        <p:spPr>
          <a:xfrm rot="5400000">
            <a:off x="5419725" y="3419475"/>
            <a:ext cx="114300" cy="114300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7B4CED-635D-4BBF-9728-5C08BE02B22F}"/>
              </a:ext>
            </a:extLst>
          </p:cNvPr>
          <p:cNvSpPr>
            <a:spLocks noGrp="1"/>
          </p:cNvSpPr>
          <p:nvPr/>
        </p:nvSpPr>
        <p:spPr>
          <a:xfrm>
            <a:off x="5934075" y="14668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tokens (preictal STFT)</a:t>
            </a:r>
          </a:p>
        </p:txBody>
      </p:sp>
      <p:sp>
        <p:nvSpPr>
          <p:cNvPr id="68" name="past-token-1">
            <a:extLst>
              <a:ext uri="{FF2B5EF4-FFF2-40B4-BE49-F238E27FC236}">
                <a16:creationId xmlns:a16="http://schemas.microsoft.com/office/drawing/2014/main" id="{04AEDA6B-E176-40E7-A579-F3E12321542D}"/>
              </a:ext>
            </a:extLst>
          </p:cNvPr>
          <p:cNvSpPr>
            <a:spLocks noGrp="1"/>
          </p:cNvSpPr>
          <p:nvPr/>
        </p:nvSpPr>
        <p:spPr>
          <a:xfrm>
            <a:off x="5953125" y="1790700"/>
            <a:ext cx="239486" cy="409575"/>
          </a:xfrm>
          <a:prstGeom prst="rect">
            <a:avLst/>
          </a:prstGeom>
          <a:solidFill>
            <a:srgbClr val="E3F2F9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past-token-2">
            <a:extLst>
              <a:ext uri="{FF2B5EF4-FFF2-40B4-BE49-F238E27FC236}">
                <a16:creationId xmlns:a16="http://schemas.microsoft.com/office/drawing/2014/main" id="{06477210-EB1D-4842-8B9F-C004580FB7D1}"/>
              </a:ext>
            </a:extLst>
          </p:cNvPr>
          <p:cNvSpPr>
            <a:spLocks noGrp="1"/>
          </p:cNvSpPr>
          <p:nvPr/>
        </p:nvSpPr>
        <p:spPr>
          <a:xfrm>
            <a:off x="6221186" y="1790700"/>
            <a:ext cx="239486" cy="409575"/>
          </a:xfrm>
          <a:prstGeom prst="rect">
            <a:avLst/>
          </a:prstGeom>
          <a:solidFill>
            <a:srgbClr val="D3E9F3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past-token-3">
            <a:extLst>
              <a:ext uri="{FF2B5EF4-FFF2-40B4-BE49-F238E27FC236}">
                <a16:creationId xmlns:a16="http://schemas.microsoft.com/office/drawing/2014/main" id="{29418C3E-5C78-4CEA-9C4F-91115E2BDED1}"/>
              </a:ext>
            </a:extLst>
          </p:cNvPr>
          <p:cNvSpPr>
            <a:spLocks noGrp="1"/>
          </p:cNvSpPr>
          <p:nvPr/>
        </p:nvSpPr>
        <p:spPr>
          <a:xfrm>
            <a:off x="6489246" y="1790700"/>
            <a:ext cx="239486" cy="409575"/>
          </a:xfrm>
          <a:prstGeom prst="rect">
            <a:avLst/>
          </a:prstGeom>
          <a:solidFill>
            <a:srgbClr val="C2E0ED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past-token-4">
            <a:extLst>
              <a:ext uri="{FF2B5EF4-FFF2-40B4-BE49-F238E27FC236}">
                <a16:creationId xmlns:a16="http://schemas.microsoft.com/office/drawing/2014/main" id="{5214D416-634F-484F-8873-D2DFFA9411CE}"/>
              </a:ext>
            </a:extLst>
          </p:cNvPr>
          <p:cNvSpPr>
            <a:spLocks noGrp="1"/>
          </p:cNvSpPr>
          <p:nvPr/>
        </p:nvSpPr>
        <p:spPr>
          <a:xfrm>
            <a:off x="6757307" y="1790700"/>
            <a:ext cx="239486" cy="409575"/>
          </a:xfrm>
          <a:prstGeom prst="rect">
            <a:avLst/>
          </a:prstGeom>
          <a:solidFill>
            <a:srgbClr val="B2D8E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past-token-5">
            <a:extLst>
              <a:ext uri="{FF2B5EF4-FFF2-40B4-BE49-F238E27FC236}">
                <a16:creationId xmlns:a16="http://schemas.microsoft.com/office/drawing/2014/main" id="{CB31BBE5-8317-41B5-9299-AA5BAA6F4818}"/>
              </a:ext>
            </a:extLst>
          </p:cNvPr>
          <p:cNvSpPr>
            <a:spLocks noGrp="1"/>
          </p:cNvSpPr>
          <p:nvPr/>
        </p:nvSpPr>
        <p:spPr>
          <a:xfrm>
            <a:off x="7025368" y="1790700"/>
            <a:ext cx="239486" cy="409575"/>
          </a:xfrm>
          <a:prstGeom prst="rect">
            <a:avLst/>
          </a:prstGeom>
          <a:solidFill>
            <a:srgbClr val="A1CFE0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past-token-6">
            <a:extLst>
              <a:ext uri="{FF2B5EF4-FFF2-40B4-BE49-F238E27FC236}">
                <a16:creationId xmlns:a16="http://schemas.microsoft.com/office/drawing/2014/main" id="{4782F639-910A-4442-9321-66DB6B5A9258}"/>
              </a:ext>
            </a:extLst>
          </p:cNvPr>
          <p:cNvSpPr>
            <a:spLocks noGrp="1"/>
          </p:cNvSpPr>
          <p:nvPr/>
        </p:nvSpPr>
        <p:spPr>
          <a:xfrm>
            <a:off x="7293429" y="1790700"/>
            <a:ext cx="239486" cy="409575"/>
          </a:xfrm>
          <a:prstGeom prst="rect">
            <a:avLst/>
          </a:prstGeom>
          <a:solidFill>
            <a:srgbClr val="91C6DA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past-token-7">
            <a:extLst>
              <a:ext uri="{FF2B5EF4-FFF2-40B4-BE49-F238E27FC236}">
                <a16:creationId xmlns:a16="http://schemas.microsoft.com/office/drawing/2014/main" id="{DE7CB695-56DF-4716-B78A-ACA5354A583C}"/>
              </a:ext>
            </a:extLst>
          </p:cNvPr>
          <p:cNvSpPr>
            <a:spLocks noGrp="1"/>
          </p:cNvSpPr>
          <p:nvPr/>
        </p:nvSpPr>
        <p:spPr>
          <a:xfrm>
            <a:off x="7561489" y="1790700"/>
            <a:ext cx="239486" cy="409575"/>
          </a:xfrm>
          <a:prstGeom prst="rect">
            <a:avLst/>
          </a:prstGeom>
          <a:solidFill>
            <a:srgbClr val="80BDD4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64A5DC7-AFA7-4B47-B2BD-61E50579ECC4}"/>
              </a:ext>
            </a:extLst>
          </p:cNvPr>
          <p:cNvSpPr>
            <a:spLocks noGrp="1"/>
          </p:cNvSpPr>
          <p:nvPr/>
        </p:nvSpPr>
        <p:spPr>
          <a:xfrm>
            <a:off x="7858125" y="1790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6154" lnSpcReduction="10000"/>
          </a:bodyPr>
          <a:lstStyle/>
          <a:p>
            <a:pPr algn="ctr">
              <a:defRPr sz="19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76" name="tokens-to-denoiser-1">
            <a:extLst>
              <a:ext uri="{FF2B5EF4-FFF2-40B4-BE49-F238E27FC236}">
                <a16:creationId xmlns:a16="http://schemas.microsoft.com/office/drawing/2014/main" id="{AB5EE2D5-A0B5-4792-93AF-AA7566120671}"/>
              </a:ext>
            </a:extLst>
          </p:cNvPr>
          <p:cNvSpPr>
            <a:spLocks noGrp="1"/>
          </p:cNvSpPr>
          <p:nvPr/>
        </p:nvSpPr>
        <p:spPr>
          <a:xfrm>
            <a:off x="8153400" y="2000250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okens-to-denoiser-2">
            <a:extLst>
              <a:ext uri="{FF2B5EF4-FFF2-40B4-BE49-F238E27FC236}">
                <a16:creationId xmlns:a16="http://schemas.microsoft.com/office/drawing/2014/main" id="{4F251466-7CED-403C-9FB2-B201345CF7AC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okens-to-denoiser-head">
            <a:extLst>
              <a:ext uri="{FF2B5EF4-FFF2-40B4-BE49-F238E27FC236}">
                <a16:creationId xmlns:a16="http://schemas.microsoft.com/office/drawing/2014/main" id="{F9ED7B75-371B-4E10-973A-B5857AAC86F6}"/>
              </a:ext>
            </a:extLst>
          </p:cNvPr>
          <p:cNvSpPr>
            <a:spLocks noGrp="1"/>
          </p:cNvSpPr>
          <p:nvPr/>
        </p:nvSpPr>
        <p:spPr>
          <a:xfrm rot="10800000">
            <a:off x="8239125" y="2466975"/>
            <a:ext cx="95250" cy="95250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conditional-denoiser">
            <a:extLst>
              <a:ext uri="{FF2B5EF4-FFF2-40B4-BE49-F238E27FC236}">
                <a16:creationId xmlns:a16="http://schemas.microsoft.com/office/drawing/2014/main" id="{F8B3C439-1C5F-4E16-9898-48D1804FCE43}"/>
              </a:ext>
            </a:extLst>
          </p:cNvPr>
          <p:cNvSpPr>
            <a:spLocks noGrp="1"/>
          </p:cNvSpPr>
          <p:nvPr/>
        </p:nvSpPr>
        <p:spPr>
          <a:xfrm>
            <a:off x="6076950" y="2638425"/>
            <a:ext cx="2952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conditional-denoiser-label">
            <a:extLst>
              <a:ext uri="{FF2B5EF4-FFF2-40B4-BE49-F238E27FC236}">
                <a16:creationId xmlns:a16="http://schemas.microsoft.com/office/drawing/2014/main" id="{C89438F4-2DBD-4ACE-965B-13BEBC525272}"/>
              </a:ext>
            </a:extLst>
          </p:cNvPr>
          <p:cNvSpPr>
            <a:spLocks noGrp="1"/>
          </p:cNvSpPr>
          <p:nvPr/>
        </p:nvSpPr>
        <p:spPr>
          <a:xfrm>
            <a:off x="6153150" y="2676525"/>
            <a:ext cx="2800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800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encoder  -&gt;</a:t>
            </a:r>
          </a:p>
          <a:p>
            <a:pPr algn="ctr">
              <a:defRPr sz="1800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 U-Net</a:t>
            </a:r>
          </a:p>
          <a:p>
            <a:pPr algn="ctr">
              <a:defRPr sz="1800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(denoiser)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7FD4AD5-330F-4984-B6EA-14E91C8F372F}"/>
              </a:ext>
            </a:extLst>
          </p:cNvPr>
          <p:cNvSpPr>
            <a:spLocks noGrp="1"/>
          </p:cNvSpPr>
          <p:nvPr/>
        </p:nvSpPr>
        <p:spPr>
          <a:xfrm>
            <a:off x="9191625" y="2038350"/>
            <a:ext cx="171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4306" lnSpcReduction="10000"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x_t derived from real target x_0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(real target shown at t=0)</a:t>
            </a:r>
          </a:p>
        </p:txBody>
      </p:sp>
      <p:sp>
        <p:nvSpPr>
          <p:cNvPr id="82" name="real-target-spectrogram-r0-c0">
            <a:extLst>
              <a:ext uri="{FF2B5EF4-FFF2-40B4-BE49-F238E27FC236}">
                <a16:creationId xmlns:a16="http://schemas.microsoft.com/office/drawing/2014/main" id="{ACF2540F-61D8-4A1D-A0F9-6E42F98A74DB}"/>
              </a:ext>
            </a:extLst>
          </p:cNvPr>
          <p:cNvSpPr>
            <a:spLocks noGrp="1"/>
          </p:cNvSpPr>
          <p:nvPr/>
        </p:nvSpPr>
        <p:spPr>
          <a:xfrm>
            <a:off x="9639300" y="2619375"/>
            <a:ext cx="60590" cy="70115"/>
          </a:xfrm>
          <a:prstGeom prst="rect">
            <a:avLst/>
          </a:prstGeom>
          <a:solidFill>
            <a:srgbClr val="190B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real-target-spectrogram-r0-c1">
            <a:extLst>
              <a:ext uri="{FF2B5EF4-FFF2-40B4-BE49-F238E27FC236}">
                <a16:creationId xmlns:a16="http://schemas.microsoft.com/office/drawing/2014/main" id="{2E4DD4B7-2D95-42F3-9B3B-7644D4EFBDE5}"/>
              </a:ext>
            </a:extLst>
          </p:cNvPr>
          <p:cNvSpPr>
            <a:spLocks noGrp="1"/>
          </p:cNvSpPr>
          <p:nvPr/>
        </p:nvSpPr>
        <p:spPr>
          <a:xfrm>
            <a:off x="9697508" y="2619375"/>
            <a:ext cx="60590" cy="70115"/>
          </a:xfrm>
          <a:prstGeom prst="rect">
            <a:avLst/>
          </a:prstGeom>
          <a:solidFill>
            <a:srgbClr val="1D0C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real-target-spectrogram-r0-c2">
            <a:extLst>
              <a:ext uri="{FF2B5EF4-FFF2-40B4-BE49-F238E27FC236}">
                <a16:creationId xmlns:a16="http://schemas.microsoft.com/office/drawing/2014/main" id="{DB0C12C4-8A21-472E-86AA-CC7A957B12FC}"/>
              </a:ext>
            </a:extLst>
          </p:cNvPr>
          <p:cNvSpPr>
            <a:spLocks noGrp="1"/>
          </p:cNvSpPr>
          <p:nvPr/>
        </p:nvSpPr>
        <p:spPr>
          <a:xfrm>
            <a:off x="9755717" y="2619375"/>
            <a:ext cx="60590" cy="70115"/>
          </a:xfrm>
          <a:prstGeom prst="rect">
            <a:avLst/>
          </a:prstGeom>
          <a:solidFill>
            <a:srgbClr val="0906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real-target-spectrogram-r0-c3">
            <a:extLst>
              <a:ext uri="{FF2B5EF4-FFF2-40B4-BE49-F238E27FC236}">
                <a16:creationId xmlns:a16="http://schemas.microsoft.com/office/drawing/2014/main" id="{C80814DA-DF33-4B24-ACCE-E7D97DFAFD0E}"/>
              </a:ext>
            </a:extLst>
          </p:cNvPr>
          <p:cNvSpPr>
            <a:spLocks noGrp="1"/>
          </p:cNvSpPr>
          <p:nvPr/>
        </p:nvSpPr>
        <p:spPr>
          <a:xfrm>
            <a:off x="9813925" y="2619375"/>
            <a:ext cx="60590" cy="70115"/>
          </a:xfrm>
          <a:prstGeom prst="rect">
            <a:avLst/>
          </a:prstGeom>
          <a:solidFill>
            <a:srgbClr val="0C0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real-target-spectrogram-r0-c4">
            <a:extLst>
              <a:ext uri="{FF2B5EF4-FFF2-40B4-BE49-F238E27FC236}">
                <a16:creationId xmlns:a16="http://schemas.microsoft.com/office/drawing/2014/main" id="{C68FA66F-2963-49C6-8559-AED69CF7708B}"/>
              </a:ext>
            </a:extLst>
          </p:cNvPr>
          <p:cNvSpPr>
            <a:spLocks noGrp="1"/>
          </p:cNvSpPr>
          <p:nvPr/>
        </p:nvSpPr>
        <p:spPr>
          <a:xfrm>
            <a:off x="9872133" y="2619375"/>
            <a:ext cx="60590" cy="70115"/>
          </a:xfrm>
          <a:prstGeom prst="rect">
            <a:avLst/>
          </a:prstGeom>
          <a:solidFill>
            <a:srgbClr val="0C07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real-target-spectrogram-r0-c5">
            <a:extLst>
              <a:ext uri="{FF2B5EF4-FFF2-40B4-BE49-F238E27FC236}">
                <a16:creationId xmlns:a16="http://schemas.microsoft.com/office/drawing/2014/main" id="{640656C4-7A49-4AB0-9DE3-9FB26FEE665B}"/>
              </a:ext>
            </a:extLst>
          </p:cNvPr>
          <p:cNvSpPr>
            <a:spLocks noGrp="1"/>
          </p:cNvSpPr>
          <p:nvPr/>
        </p:nvSpPr>
        <p:spPr>
          <a:xfrm>
            <a:off x="9930342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real-target-spectrogram-r0-c6">
            <a:extLst>
              <a:ext uri="{FF2B5EF4-FFF2-40B4-BE49-F238E27FC236}">
                <a16:creationId xmlns:a16="http://schemas.microsoft.com/office/drawing/2014/main" id="{A5F0E059-EDF7-47AF-B994-60E66F89585D}"/>
              </a:ext>
            </a:extLst>
          </p:cNvPr>
          <p:cNvSpPr>
            <a:spLocks noGrp="1"/>
          </p:cNvSpPr>
          <p:nvPr/>
        </p:nvSpPr>
        <p:spPr>
          <a:xfrm>
            <a:off x="9988550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real-target-spectrogram-r0-c7">
            <a:extLst>
              <a:ext uri="{FF2B5EF4-FFF2-40B4-BE49-F238E27FC236}">
                <a16:creationId xmlns:a16="http://schemas.microsoft.com/office/drawing/2014/main" id="{51E92053-1698-47A9-9DBA-BD6D9266F4D9}"/>
              </a:ext>
            </a:extLst>
          </p:cNvPr>
          <p:cNvSpPr>
            <a:spLocks noGrp="1"/>
          </p:cNvSpPr>
          <p:nvPr/>
        </p:nvSpPr>
        <p:spPr>
          <a:xfrm>
            <a:off x="10046758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real-target-spectrogram-r0-c8">
            <a:extLst>
              <a:ext uri="{FF2B5EF4-FFF2-40B4-BE49-F238E27FC236}">
                <a16:creationId xmlns:a16="http://schemas.microsoft.com/office/drawing/2014/main" id="{A611390B-F7E1-47FA-81BA-C721629E57D6}"/>
              </a:ext>
            </a:extLst>
          </p:cNvPr>
          <p:cNvSpPr>
            <a:spLocks noGrp="1"/>
          </p:cNvSpPr>
          <p:nvPr/>
        </p:nvSpPr>
        <p:spPr>
          <a:xfrm>
            <a:off x="10104967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real-target-spectrogram-r0-c9">
            <a:extLst>
              <a:ext uri="{FF2B5EF4-FFF2-40B4-BE49-F238E27FC236}">
                <a16:creationId xmlns:a16="http://schemas.microsoft.com/office/drawing/2014/main" id="{3C49333D-A204-4F1C-BCDE-78677C66B5C9}"/>
              </a:ext>
            </a:extLst>
          </p:cNvPr>
          <p:cNvSpPr>
            <a:spLocks noGrp="1"/>
          </p:cNvSpPr>
          <p:nvPr/>
        </p:nvSpPr>
        <p:spPr>
          <a:xfrm>
            <a:off x="10163175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real-target-spectrogram-r0-c10">
            <a:extLst>
              <a:ext uri="{FF2B5EF4-FFF2-40B4-BE49-F238E27FC236}">
                <a16:creationId xmlns:a16="http://schemas.microsoft.com/office/drawing/2014/main" id="{96EF3E64-B4BD-4AA4-94A6-B82C32C6412F}"/>
              </a:ext>
            </a:extLst>
          </p:cNvPr>
          <p:cNvSpPr>
            <a:spLocks noGrp="1"/>
          </p:cNvSpPr>
          <p:nvPr/>
        </p:nvSpPr>
        <p:spPr>
          <a:xfrm>
            <a:off x="10221383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real-target-spectrogram-r0-c11">
            <a:extLst>
              <a:ext uri="{FF2B5EF4-FFF2-40B4-BE49-F238E27FC236}">
                <a16:creationId xmlns:a16="http://schemas.microsoft.com/office/drawing/2014/main" id="{62137AF6-8363-41D6-B3DD-E6FE4BE404E9}"/>
              </a:ext>
            </a:extLst>
          </p:cNvPr>
          <p:cNvSpPr>
            <a:spLocks noGrp="1"/>
          </p:cNvSpPr>
          <p:nvPr/>
        </p:nvSpPr>
        <p:spPr>
          <a:xfrm>
            <a:off x="10279592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real-target-spectrogram-r0-c12">
            <a:extLst>
              <a:ext uri="{FF2B5EF4-FFF2-40B4-BE49-F238E27FC236}">
                <a16:creationId xmlns:a16="http://schemas.microsoft.com/office/drawing/2014/main" id="{D3EBD885-D78E-4E61-A396-591746883F92}"/>
              </a:ext>
            </a:extLst>
          </p:cNvPr>
          <p:cNvSpPr>
            <a:spLocks noGrp="1"/>
          </p:cNvSpPr>
          <p:nvPr/>
        </p:nvSpPr>
        <p:spPr>
          <a:xfrm>
            <a:off x="10337800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real-target-spectrogram-r0-c13">
            <a:extLst>
              <a:ext uri="{FF2B5EF4-FFF2-40B4-BE49-F238E27FC236}">
                <a16:creationId xmlns:a16="http://schemas.microsoft.com/office/drawing/2014/main" id="{D47CB84F-25D7-4965-9D95-A71E7F8BD1DE}"/>
              </a:ext>
            </a:extLst>
          </p:cNvPr>
          <p:cNvSpPr>
            <a:spLocks noGrp="1"/>
          </p:cNvSpPr>
          <p:nvPr/>
        </p:nvSpPr>
        <p:spPr>
          <a:xfrm>
            <a:off x="10396008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real-target-spectrogram-r0-c14">
            <a:extLst>
              <a:ext uri="{FF2B5EF4-FFF2-40B4-BE49-F238E27FC236}">
                <a16:creationId xmlns:a16="http://schemas.microsoft.com/office/drawing/2014/main" id="{C9CFF37D-56D8-41E7-A249-52915F8A3B92}"/>
              </a:ext>
            </a:extLst>
          </p:cNvPr>
          <p:cNvSpPr>
            <a:spLocks noGrp="1"/>
          </p:cNvSpPr>
          <p:nvPr/>
        </p:nvSpPr>
        <p:spPr>
          <a:xfrm>
            <a:off x="10454217" y="2619375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real-target-spectrogram-r0-c15">
            <a:extLst>
              <a:ext uri="{FF2B5EF4-FFF2-40B4-BE49-F238E27FC236}">
                <a16:creationId xmlns:a16="http://schemas.microsoft.com/office/drawing/2014/main" id="{36B6945B-CFE1-457C-9A4A-7626574CE176}"/>
              </a:ext>
            </a:extLst>
          </p:cNvPr>
          <p:cNvSpPr>
            <a:spLocks noGrp="1"/>
          </p:cNvSpPr>
          <p:nvPr/>
        </p:nvSpPr>
        <p:spPr>
          <a:xfrm>
            <a:off x="10512425" y="2619375"/>
            <a:ext cx="60590" cy="70115"/>
          </a:xfrm>
          <a:prstGeom prst="rect">
            <a:avLst/>
          </a:prstGeom>
          <a:solidFill>
            <a:srgbClr val="0805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real-target-spectrogram-r0-c16">
            <a:extLst>
              <a:ext uri="{FF2B5EF4-FFF2-40B4-BE49-F238E27FC236}">
                <a16:creationId xmlns:a16="http://schemas.microsoft.com/office/drawing/2014/main" id="{000EB685-C1F8-4892-BBFF-DC6BEEBE16CD}"/>
              </a:ext>
            </a:extLst>
          </p:cNvPr>
          <p:cNvSpPr>
            <a:spLocks noGrp="1"/>
          </p:cNvSpPr>
          <p:nvPr/>
        </p:nvSpPr>
        <p:spPr>
          <a:xfrm>
            <a:off x="10570633" y="2619375"/>
            <a:ext cx="60590" cy="70115"/>
          </a:xfrm>
          <a:prstGeom prst="rect">
            <a:avLst/>
          </a:prstGeom>
          <a:solidFill>
            <a:srgbClr val="1B0C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real-target-spectrogram-r0-c17">
            <a:extLst>
              <a:ext uri="{FF2B5EF4-FFF2-40B4-BE49-F238E27FC236}">
                <a16:creationId xmlns:a16="http://schemas.microsoft.com/office/drawing/2014/main" id="{E851FB66-A3FC-42B8-8509-88AA9B470F35}"/>
              </a:ext>
            </a:extLst>
          </p:cNvPr>
          <p:cNvSpPr>
            <a:spLocks noGrp="1"/>
          </p:cNvSpPr>
          <p:nvPr/>
        </p:nvSpPr>
        <p:spPr>
          <a:xfrm>
            <a:off x="10628842" y="2619375"/>
            <a:ext cx="60590" cy="70115"/>
          </a:xfrm>
          <a:prstGeom prst="rect">
            <a:avLst/>
          </a:prstGeom>
          <a:solidFill>
            <a:srgbClr val="170A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real-target-spectrogram-r1-c0">
            <a:extLst>
              <a:ext uri="{FF2B5EF4-FFF2-40B4-BE49-F238E27FC236}">
                <a16:creationId xmlns:a16="http://schemas.microsoft.com/office/drawing/2014/main" id="{5DCB1205-D123-4656-8D81-326E9148CE3F}"/>
              </a:ext>
            </a:extLst>
          </p:cNvPr>
          <p:cNvSpPr>
            <a:spLocks noGrp="1"/>
          </p:cNvSpPr>
          <p:nvPr/>
        </p:nvSpPr>
        <p:spPr>
          <a:xfrm>
            <a:off x="9639300" y="2687108"/>
            <a:ext cx="60590" cy="70115"/>
          </a:xfrm>
          <a:prstGeom prst="rect">
            <a:avLst/>
          </a:prstGeom>
          <a:solidFill>
            <a:srgbClr val="1D0C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real-target-spectrogram-r1-c1">
            <a:extLst>
              <a:ext uri="{FF2B5EF4-FFF2-40B4-BE49-F238E27FC236}">
                <a16:creationId xmlns:a16="http://schemas.microsoft.com/office/drawing/2014/main" id="{B753E27D-8D14-4045-A8E7-EF524EC2870E}"/>
              </a:ext>
            </a:extLst>
          </p:cNvPr>
          <p:cNvSpPr>
            <a:spLocks noGrp="1"/>
          </p:cNvSpPr>
          <p:nvPr/>
        </p:nvSpPr>
        <p:spPr>
          <a:xfrm>
            <a:off x="9697508" y="2687108"/>
            <a:ext cx="60590" cy="70115"/>
          </a:xfrm>
          <a:prstGeom prst="rect">
            <a:avLst/>
          </a:prstGeom>
          <a:solidFill>
            <a:srgbClr val="260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real-target-spectrogram-r1-c2">
            <a:extLst>
              <a:ext uri="{FF2B5EF4-FFF2-40B4-BE49-F238E27FC236}">
                <a16:creationId xmlns:a16="http://schemas.microsoft.com/office/drawing/2014/main" id="{BD4CD2FD-3F73-4718-827C-42E2E70808DE}"/>
              </a:ext>
            </a:extLst>
          </p:cNvPr>
          <p:cNvSpPr>
            <a:spLocks noGrp="1"/>
          </p:cNvSpPr>
          <p:nvPr/>
        </p:nvSpPr>
        <p:spPr>
          <a:xfrm>
            <a:off x="9755717" y="2687108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real-target-spectrogram-r1-c3">
            <a:extLst>
              <a:ext uri="{FF2B5EF4-FFF2-40B4-BE49-F238E27FC236}">
                <a16:creationId xmlns:a16="http://schemas.microsoft.com/office/drawing/2014/main" id="{3681AFDF-8252-40DF-B924-8448CC2BC014}"/>
              </a:ext>
            </a:extLst>
          </p:cNvPr>
          <p:cNvSpPr>
            <a:spLocks noGrp="1"/>
          </p:cNvSpPr>
          <p:nvPr/>
        </p:nvSpPr>
        <p:spPr>
          <a:xfrm>
            <a:off x="9813925" y="2687108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real-target-spectrogram-r1-c4">
            <a:extLst>
              <a:ext uri="{FF2B5EF4-FFF2-40B4-BE49-F238E27FC236}">
                <a16:creationId xmlns:a16="http://schemas.microsoft.com/office/drawing/2014/main" id="{62143DF4-45A1-4430-BD38-7398BEA74069}"/>
              </a:ext>
            </a:extLst>
          </p:cNvPr>
          <p:cNvSpPr>
            <a:spLocks noGrp="1"/>
          </p:cNvSpPr>
          <p:nvPr/>
        </p:nvSpPr>
        <p:spPr>
          <a:xfrm>
            <a:off x="9872133" y="2687108"/>
            <a:ext cx="60590" cy="70115"/>
          </a:xfrm>
          <a:prstGeom prst="rect">
            <a:avLst/>
          </a:prstGeom>
          <a:solidFill>
            <a:srgbClr val="341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real-target-spectrogram-r1-c5">
            <a:extLst>
              <a:ext uri="{FF2B5EF4-FFF2-40B4-BE49-F238E27FC236}">
                <a16:creationId xmlns:a16="http://schemas.microsoft.com/office/drawing/2014/main" id="{8A259F53-CDCE-4A02-8521-F71B337DC69A}"/>
              </a:ext>
            </a:extLst>
          </p:cNvPr>
          <p:cNvSpPr>
            <a:spLocks noGrp="1"/>
          </p:cNvSpPr>
          <p:nvPr/>
        </p:nvSpPr>
        <p:spPr>
          <a:xfrm>
            <a:off x="9930342" y="2687108"/>
            <a:ext cx="60590" cy="70115"/>
          </a:xfrm>
          <a:prstGeom prst="rect">
            <a:avLst/>
          </a:prstGeom>
          <a:solidFill>
            <a:srgbClr val="170A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real-target-spectrogram-r1-c6">
            <a:extLst>
              <a:ext uri="{FF2B5EF4-FFF2-40B4-BE49-F238E27FC236}">
                <a16:creationId xmlns:a16="http://schemas.microsoft.com/office/drawing/2014/main" id="{2DC4BC37-3EB2-4EF6-9844-F398193444EB}"/>
              </a:ext>
            </a:extLst>
          </p:cNvPr>
          <p:cNvSpPr>
            <a:spLocks noGrp="1"/>
          </p:cNvSpPr>
          <p:nvPr/>
        </p:nvSpPr>
        <p:spPr>
          <a:xfrm>
            <a:off x="9988550" y="2687108"/>
            <a:ext cx="60590" cy="70115"/>
          </a:xfrm>
          <a:prstGeom prst="rect">
            <a:avLst/>
          </a:prstGeom>
          <a:solidFill>
            <a:srgbClr val="1E0D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real-target-spectrogram-r1-c7">
            <a:extLst>
              <a:ext uri="{FF2B5EF4-FFF2-40B4-BE49-F238E27FC236}">
                <a16:creationId xmlns:a16="http://schemas.microsoft.com/office/drawing/2014/main" id="{DE978B6E-DFDE-4780-A847-5C3CA8CE1ABA}"/>
              </a:ext>
            </a:extLst>
          </p:cNvPr>
          <p:cNvSpPr>
            <a:spLocks noGrp="1"/>
          </p:cNvSpPr>
          <p:nvPr/>
        </p:nvSpPr>
        <p:spPr>
          <a:xfrm>
            <a:off x="10046758" y="2687108"/>
            <a:ext cx="60590" cy="70115"/>
          </a:xfrm>
          <a:prstGeom prst="rect">
            <a:avLst/>
          </a:prstGeom>
          <a:solidFill>
            <a:srgbClr val="160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real-target-spectrogram-r1-c8">
            <a:extLst>
              <a:ext uri="{FF2B5EF4-FFF2-40B4-BE49-F238E27FC236}">
                <a16:creationId xmlns:a16="http://schemas.microsoft.com/office/drawing/2014/main" id="{7659C843-25D1-4E97-8A7D-EDA55B91A9D0}"/>
              </a:ext>
            </a:extLst>
          </p:cNvPr>
          <p:cNvSpPr>
            <a:spLocks noGrp="1"/>
          </p:cNvSpPr>
          <p:nvPr/>
        </p:nvSpPr>
        <p:spPr>
          <a:xfrm>
            <a:off x="10104967" y="2687108"/>
            <a:ext cx="60590" cy="70115"/>
          </a:xfrm>
          <a:prstGeom prst="rect">
            <a:avLst/>
          </a:prstGeom>
          <a:solidFill>
            <a:srgbClr val="200D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real-target-spectrogram-r1-c9">
            <a:extLst>
              <a:ext uri="{FF2B5EF4-FFF2-40B4-BE49-F238E27FC236}">
                <a16:creationId xmlns:a16="http://schemas.microsoft.com/office/drawing/2014/main" id="{8AD86BAC-6219-4C15-A7F6-0763A32B9393}"/>
              </a:ext>
            </a:extLst>
          </p:cNvPr>
          <p:cNvSpPr>
            <a:spLocks noGrp="1"/>
          </p:cNvSpPr>
          <p:nvPr/>
        </p:nvSpPr>
        <p:spPr>
          <a:xfrm>
            <a:off x="10163175" y="2687108"/>
            <a:ext cx="60590" cy="70115"/>
          </a:xfrm>
          <a:prstGeom prst="rect">
            <a:avLst/>
          </a:prstGeom>
          <a:solidFill>
            <a:srgbClr val="1D0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real-target-spectrogram-r1-c10">
            <a:extLst>
              <a:ext uri="{FF2B5EF4-FFF2-40B4-BE49-F238E27FC236}">
                <a16:creationId xmlns:a16="http://schemas.microsoft.com/office/drawing/2014/main" id="{D9EEBDBD-E739-4326-81AA-9CEB9746F21A}"/>
              </a:ext>
            </a:extLst>
          </p:cNvPr>
          <p:cNvSpPr>
            <a:spLocks noGrp="1"/>
          </p:cNvSpPr>
          <p:nvPr/>
        </p:nvSpPr>
        <p:spPr>
          <a:xfrm>
            <a:off x="10221383" y="2687108"/>
            <a:ext cx="60590" cy="70115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real-target-spectrogram-r1-c11">
            <a:extLst>
              <a:ext uri="{FF2B5EF4-FFF2-40B4-BE49-F238E27FC236}">
                <a16:creationId xmlns:a16="http://schemas.microsoft.com/office/drawing/2014/main" id="{8FED5FA4-8BAE-4956-9F2F-0D119D841088}"/>
              </a:ext>
            </a:extLst>
          </p:cNvPr>
          <p:cNvSpPr>
            <a:spLocks noGrp="1"/>
          </p:cNvSpPr>
          <p:nvPr/>
        </p:nvSpPr>
        <p:spPr>
          <a:xfrm>
            <a:off x="10279592" y="2687108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real-target-spectrogram-r1-c12">
            <a:extLst>
              <a:ext uri="{FF2B5EF4-FFF2-40B4-BE49-F238E27FC236}">
                <a16:creationId xmlns:a16="http://schemas.microsoft.com/office/drawing/2014/main" id="{3325DC02-92FA-4D3E-84BC-3D27DCFC880B}"/>
              </a:ext>
            </a:extLst>
          </p:cNvPr>
          <p:cNvSpPr>
            <a:spLocks noGrp="1"/>
          </p:cNvSpPr>
          <p:nvPr/>
        </p:nvSpPr>
        <p:spPr>
          <a:xfrm>
            <a:off x="10337800" y="2687108"/>
            <a:ext cx="60590" cy="70115"/>
          </a:xfrm>
          <a:prstGeom prst="rect">
            <a:avLst/>
          </a:prstGeom>
          <a:solidFill>
            <a:srgbClr val="110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real-target-spectrogram-r1-c13">
            <a:extLst>
              <a:ext uri="{FF2B5EF4-FFF2-40B4-BE49-F238E27FC236}">
                <a16:creationId xmlns:a16="http://schemas.microsoft.com/office/drawing/2014/main" id="{161668A1-8E60-4064-83A1-6B66A306E72F}"/>
              </a:ext>
            </a:extLst>
          </p:cNvPr>
          <p:cNvSpPr>
            <a:spLocks noGrp="1"/>
          </p:cNvSpPr>
          <p:nvPr/>
        </p:nvSpPr>
        <p:spPr>
          <a:xfrm>
            <a:off x="10396008" y="2687108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real-target-spectrogram-r1-c14">
            <a:extLst>
              <a:ext uri="{FF2B5EF4-FFF2-40B4-BE49-F238E27FC236}">
                <a16:creationId xmlns:a16="http://schemas.microsoft.com/office/drawing/2014/main" id="{D2ED157A-589B-4CEF-94E5-D635829D39BB}"/>
              </a:ext>
            </a:extLst>
          </p:cNvPr>
          <p:cNvSpPr>
            <a:spLocks noGrp="1"/>
          </p:cNvSpPr>
          <p:nvPr/>
        </p:nvSpPr>
        <p:spPr>
          <a:xfrm>
            <a:off x="10454217" y="2687108"/>
            <a:ext cx="60590" cy="70115"/>
          </a:xfrm>
          <a:prstGeom prst="rect">
            <a:avLst/>
          </a:prstGeom>
          <a:solidFill>
            <a:srgbClr val="2F12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real-target-spectrogram-r1-c15">
            <a:extLst>
              <a:ext uri="{FF2B5EF4-FFF2-40B4-BE49-F238E27FC236}">
                <a16:creationId xmlns:a16="http://schemas.microsoft.com/office/drawing/2014/main" id="{65B05FF4-CB6D-4C48-9AD3-91BADC06744E}"/>
              </a:ext>
            </a:extLst>
          </p:cNvPr>
          <p:cNvSpPr>
            <a:spLocks noGrp="1"/>
          </p:cNvSpPr>
          <p:nvPr/>
        </p:nvSpPr>
        <p:spPr>
          <a:xfrm>
            <a:off x="10512425" y="2687108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real-target-spectrogram-r1-c16">
            <a:extLst>
              <a:ext uri="{FF2B5EF4-FFF2-40B4-BE49-F238E27FC236}">
                <a16:creationId xmlns:a16="http://schemas.microsoft.com/office/drawing/2014/main" id="{BB7C17FB-7B51-44DE-B475-E4A1129FC341}"/>
              </a:ext>
            </a:extLst>
          </p:cNvPr>
          <p:cNvSpPr>
            <a:spLocks noGrp="1"/>
          </p:cNvSpPr>
          <p:nvPr/>
        </p:nvSpPr>
        <p:spPr>
          <a:xfrm>
            <a:off x="10570633" y="2687108"/>
            <a:ext cx="60590" cy="70115"/>
          </a:xfrm>
          <a:prstGeom prst="rect">
            <a:avLst/>
          </a:prstGeom>
          <a:solidFill>
            <a:srgbClr val="3914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real-target-spectrogram-r1-c17">
            <a:extLst>
              <a:ext uri="{FF2B5EF4-FFF2-40B4-BE49-F238E27FC236}">
                <a16:creationId xmlns:a16="http://schemas.microsoft.com/office/drawing/2014/main" id="{84B0E590-616E-42EE-88A9-244CF0B89D34}"/>
              </a:ext>
            </a:extLst>
          </p:cNvPr>
          <p:cNvSpPr>
            <a:spLocks noGrp="1"/>
          </p:cNvSpPr>
          <p:nvPr/>
        </p:nvSpPr>
        <p:spPr>
          <a:xfrm>
            <a:off x="10628842" y="2687108"/>
            <a:ext cx="60590" cy="70115"/>
          </a:xfrm>
          <a:prstGeom prst="rect">
            <a:avLst/>
          </a:prstGeom>
          <a:solidFill>
            <a:srgbClr val="1C0C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real-target-spectrogram-r2-c0">
            <a:extLst>
              <a:ext uri="{FF2B5EF4-FFF2-40B4-BE49-F238E27FC236}">
                <a16:creationId xmlns:a16="http://schemas.microsoft.com/office/drawing/2014/main" id="{4932B94A-8D71-4E22-8873-1C792F5CF116}"/>
              </a:ext>
            </a:extLst>
          </p:cNvPr>
          <p:cNvSpPr>
            <a:spLocks noGrp="1"/>
          </p:cNvSpPr>
          <p:nvPr/>
        </p:nvSpPr>
        <p:spPr>
          <a:xfrm>
            <a:off x="9639300" y="2754842"/>
            <a:ext cx="60590" cy="70115"/>
          </a:xfrm>
          <a:prstGeom prst="rect">
            <a:avLst/>
          </a:prstGeom>
          <a:solidFill>
            <a:srgbClr val="210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real-target-spectrogram-r2-c1">
            <a:extLst>
              <a:ext uri="{FF2B5EF4-FFF2-40B4-BE49-F238E27FC236}">
                <a16:creationId xmlns:a16="http://schemas.microsoft.com/office/drawing/2014/main" id="{C7921792-DF33-4BB8-BF6C-EEB2BF0A12BB}"/>
              </a:ext>
            </a:extLst>
          </p:cNvPr>
          <p:cNvSpPr>
            <a:spLocks noGrp="1"/>
          </p:cNvSpPr>
          <p:nvPr/>
        </p:nvSpPr>
        <p:spPr>
          <a:xfrm>
            <a:off x="9697508" y="2754842"/>
            <a:ext cx="60590" cy="70115"/>
          </a:xfrm>
          <a:prstGeom prst="rect">
            <a:avLst/>
          </a:prstGeom>
          <a:solidFill>
            <a:srgbClr val="4E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real-target-spectrogram-r2-c2">
            <a:extLst>
              <a:ext uri="{FF2B5EF4-FFF2-40B4-BE49-F238E27FC236}">
                <a16:creationId xmlns:a16="http://schemas.microsoft.com/office/drawing/2014/main" id="{3C1639F7-6B07-4EF4-8245-C19BE95D551E}"/>
              </a:ext>
            </a:extLst>
          </p:cNvPr>
          <p:cNvSpPr>
            <a:spLocks noGrp="1"/>
          </p:cNvSpPr>
          <p:nvPr/>
        </p:nvSpPr>
        <p:spPr>
          <a:xfrm>
            <a:off x="9755717" y="2754842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real-target-spectrogram-r2-c3">
            <a:extLst>
              <a:ext uri="{FF2B5EF4-FFF2-40B4-BE49-F238E27FC236}">
                <a16:creationId xmlns:a16="http://schemas.microsoft.com/office/drawing/2014/main" id="{E5CE1146-D9CD-45F0-BDC4-3738354EF629}"/>
              </a:ext>
            </a:extLst>
          </p:cNvPr>
          <p:cNvSpPr>
            <a:spLocks noGrp="1"/>
          </p:cNvSpPr>
          <p:nvPr/>
        </p:nvSpPr>
        <p:spPr>
          <a:xfrm>
            <a:off x="9813925" y="2754842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real-target-spectrogram-r2-c4">
            <a:extLst>
              <a:ext uri="{FF2B5EF4-FFF2-40B4-BE49-F238E27FC236}">
                <a16:creationId xmlns:a16="http://schemas.microsoft.com/office/drawing/2014/main" id="{8A435718-BE89-4895-80F3-604AF3D22D0C}"/>
              </a:ext>
            </a:extLst>
          </p:cNvPr>
          <p:cNvSpPr>
            <a:spLocks noGrp="1"/>
          </p:cNvSpPr>
          <p:nvPr/>
        </p:nvSpPr>
        <p:spPr>
          <a:xfrm>
            <a:off x="9872133" y="2754842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real-target-spectrogram-r2-c5">
            <a:extLst>
              <a:ext uri="{FF2B5EF4-FFF2-40B4-BE49-F238E27FC236}">
                <a16:creationId xmlns:a16="http://schemas.microsoft.com/office/drawing/2014/main" id="{C01AB190-26F3-4A1C-AE7E-CE643A7712FA}"/>
              </a:ext>
            </a:extLst>
          </p:cNvPr>
          <p:cNvSpPr>
            <a:spLocks noGrp="1"/>
          </p:cNvSpPr>
          <p:nvPr/>
        </p:nvSpPr>
        <p:spPr>
          <a:xfrm>
            <a:off x="9930342" y="2754842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real-target-spectrogram-r2-c6">
            <a:extLst>
              <a:ext uri="{FF2B5EF4-FFF2-40B4-BE49-F238E27FC236}">
                <a16:creationId xmlns:a16="http://schemas.microsoft.com/office/drawing/2014/main" id="{58E990F9-C31B-42D1-AA9F-B37BAA31EE7E}"/>
              </a:ext>
            </a:extLst>
          </p:cNvPr>
          <p:cNvSpPr>
            <a:spLocks noGrp="1"/>
          </p:cNvSpPr>
          <p:nvPr/>
        </p:nvSpPr>
        <p:spPr>
          <a:xfrm>
            <a:off x="9988550" y="2754842"/>
            <a:ext cx="60590" cy="70115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real-target-spectrogram-r2-c7">
            <a:extLst>
              <a:ext uri="{FF2B5EF4-FFF2-40B4-BE49-F238E27FC236}">
                <a16:creationId xmlns:a16="http://schemas.microsoft.com/office/drawing/2014/main" id="{98733D59-4AC2-46DF-B24B-815AB1D316AB}"/>
              </a:ext>
            </a:extLst>
          </p:cNvPr>
          <p:cNvSpPr>
            <a:spLocks noGrp="1"/>
          </p:cNvSpPr>
          <p:nvPr/>
        </p:nvSpPr>
        <p:spPr>
          <a:xfrm>
            <a:off x="10046758" y="2754842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real-target-spectrogram-r2-c8">
            <a:extLst>
              <a:ext uri="{FF2B5EF4-FFF2-40B4-BE49-F238E27FC236}">
                <a16:creationId xmlns:a16="http://schemas.microsoft.com/office/drawing/2014/main" id="{5705CE82-7738-4078-B63D-6A0BAAFE4717}"/>
              </a:ext>
            </a:extLst>
          </p:cNvPr>
          <p:cNvSpPr>
            <a:spLocks noGrp="1"/>
          </p:cNvSpPr>
          <p:nvPr/>
        </p:nvSpPr>
        <p:spPr>
          <a:xfrm>
            <a:off x="10104967" y="2754842"/>
            <a:ext cx="60590" cy="70115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real-target-spectrogram-r2-c9">
            <a:extLst>
              <a:ext uri="{FF2B5EF4-FFF2-40B4-BE49-F238E27FC236}">
                <a16:creationId xmlns:a16="http://schemas.microsoft.com/office/drawing/2014/main" id="{432C8DC5-92A4-4E10-8E9B-79BD6F9237AA}"/>
              </a:ext>
            </a:extLst>
          </p:cNvPr>
          <p:cNvSpPr>
            <a:spLocks noGrp="1"/>
          </p:cNvSpPr>
          <p:nvPr/>
        </p:nvSpPr>
        <p:spPr>
          <a:xfrm>
            <a:off x="10163175" y="2754842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real-target-spectrogram-r2-c10">
            <a:extLst>
              <a:ext uri="{FF2B5EF4-FFF2-40B4-BE49-F238E27FC236}">
                <a16:creationId xmlns:a16="http://schemas.microsoft.com/office/drawing/2014/main" id="{423C5DD8-F8DB-4F08-8FFC-AC3FD5633951}"/>
              </a:ext>
            </a:extLst>
          </p:cNvPr>
          <p:cNvSpPr>
            <a:spLocks noGrp="1"/>
          </p:cNvSpPr>
          <p:nvPr/>
        </p:nvSpPr>
        <p:spPr>
          <a:xfrm>
            <a:off x="10221383" y="2754842"/>
            <a:ext cx="60590" cy="70115"/>
          </a:xfrm>
          <a:prstGeom prst="rect">
            <a:avLst/>
          </a:prstGeom>
          <a:solidFill>
            <a:srgbClr val="3312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real-target-spectrogram-r2-c11">
            <a:extLst>
              <a:ext uri="{FF2B5EF4-FFF2-40B4-BE49-F238E27FC236}">
                <a16:creationId xmlns:a16="http://schemas.microsoft.com/office/drawing/2014/main" id="{2AEF9B6E-A517-470A-81FC-32EC5BA6F352}"/>
              </a:ext>
            </a:extLst>
          </p:cNvPr>
          <p:cNvSpPr>
            <a:spLocks noGrp="1"/>
          </p:cNvSpPr>
          <p:nvPr/>
        </p:nvSpPr>
        <p:spPr>
          <a:xfrm>
            <a:off x="10279592" y="2754842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real-target-spectrogram-r2-c12">
            <a:extLst>
              <a:ext uri="{FF2B5EF4-FFF2-40B4-BE49-F238E27FC236}">
                <a16:creationId xmlns:a16="http://schemas.microsoft.com/office/drawing/2014/main" id="{CB273C32-AC7D-4D91-AA8C-2373DCEFD208}"/>
              </a:ext>
            </a:extLst>
          </p:cNvPr>
          <p:cNvSpPr>
            <a:spLocks noGrp="1"/>
          </p:cNvSpPr>
          <p:nvPr/>
        </p:nvSpPr>
        <p:spPr>
          <a:xfrm>
            <a:off x="10337800" y="2754842"/>
            <a:ext cx="60590" cy="70115"/>
          </a:xfrm>
          <a:prstGeom prst="rect">
            <a:avLst/>
          </a:prstGeom>
          <a:solidFill>
            <a:srgbClr val="270F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real-target-spectrogram-r2-c13">
            <a:extLst>
              <a:ext uri="{FF2B5EF4-FFF2-40B4-BE49-F238E27FC236}">
                <a16:creationId xmlns:a16="http://schemas.microsoft.com/office/drawing/2014/main" id="{932E24EE-903F-4173-89F4-3FA957E19108}"/>
              </a:ext>
            </a:extLst>
          </p:cNvPr>
          <p:cNvSpPr>
            <a:spLocks noGrp="1"/>
          </p:cNvSpPr>
          <p:nvPr/>
        </p:nvSpPr>
        <p:spPr>
          <a:xfrm>
            <a:off x="10396008" y="2754842"/>
            <a:ext cx="60590" cy="70115"/>
          </a:xfrm>
          <a:prstGeom prst="rect">
            <a:avLst/>
          </a:prstGeom>
          <a:solidFill>
            <a:srgbClr val="30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real-target-spectrogram-r2-c14">
            <a:extLst>
              <a:ext uri="{FF2B5EF4-FFF2-40B4-BE49-F238E27FC236}">
                <a16:creationId xmlns:a16="http://schemas.microsoft.com/office/drawing/2014/main" id="{8E58B8A0-73AB-42FE-BDBE-CFE9E57AB1D9}"/>
              </a:ext>
            </a:extLst>
          </p:cNvPr>
          <p:cNvSpPr>
            <a:spLocks noGrp="1"/>
          </p:cNvSpPr>
          <p:nvPr/>
        </p:nvSpPr>
        <p:spPr>
          <a:xfrm>
            <a:off x="10454217" y="2754842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real-target-spectrogram-r2-c15">
            <a:extLst>
              <a:ext uri="{FF2B5EF4-FFF2-40B4-BE49-F238E27FC236}">
                <a16:creationId xmlns:a16="http://schemas.microsoft.com/office/drawing/2014/main" id="{D65FA4B1-0629-4EED-BBEC-5FD5F9195562}"/>
              </a:ext>
            </a:extLst>
          </p:cNvPr>
          <p:cNvSpPr>
            <a:spLocks noGrp="1"/>
          </p:cNvSpPr>
          <p:nvPr/>
        </p:nvSpPr>
        <p:spPr>
          <a:xfrm>
            <a:off x="10512425" y="2754842"/>
            <a:ext cx="60590" cy="70115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real-target-spectrogram-r2-c16">
            <a:extLst>
              <a:ext uri="{FF2B5EF4-FFF2-40B4-BE49-F238E27FC236}">
                <a16:creationId xmlns:a16="http://schemas.microsoft.com/office/drawing/2014/main" id="{34F0A5F9-168B-4F16-8DB1-4F8492A6C6A2}"/>
              </a:ext>
            </a:extLst>
          </p:cNvPr>
          <p:cNvSpPr>
            <a:spLocks noGrp="1"/>
          </p:cNvSpPr>
          <p:nvPr/>
        </p:nvSpPr>
        <p:spPr>
          <a:xfrm>
            <a:off x="10570633" y="2754842"/>
            <a:ext cx="60590" cy="70115"/>
          </a:xfrm>
          <a:prstGeom prst="rect">
            <a:avLst/>
          </a:prstGeom>
          <a:solidFill>
            <a:srgbClr val="62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real-target-spectrogram-r2-c17">
            <a:extLst>
              <a:ext uri="{FF2B5EF4-FFF2-40B4-BE49-F238E27FC236}">
                <a16:creationId xmlns:a16="http://schemas.microsoft.com/office/drawing/2014/main" id="{6076FBD9-86C5-4116-9885-711B449E9039}"/>
              </a:ext>
            </a:extLst>
          </p:cNvPr>
          <p:cNvSpPr>
            <a:spLocks noGrp="1"/>
          </p:cNvSpPr>
          <p:nvPr/>
        </p:nvSpPr>
        <p:spPr>
          <a:xfrm>
            <a:off x="10628842" y="2754842"/>
            <a:ext cx="60590" cy="70115"/>
          </a:xfrm>
          <a:prstGeom prst="rect">
            <a:avLst/>
          </a:prstGeom>
          <a:solidFill>
            <a:srgbClr val="1C0C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real-target-spectrogram-r3-c0">
            <a:extLst>
              <a:ext uri="{FF2B5EF4-FFF2-40B4-BE49-F238E27FC236}">
                <a16:creationId xmlns:a16="http://schemas.microsoft.com/office/drawing/2014/main" id="{7DA1B2AD-9922-471A-AF58-C7950C7350D8}"/>
              </a:ext>
            </a:extLst>
          </p:cNvPr>
          <p:cNvSpPr>
            <a:spLocks noGrp="1"/>
          </p:cNvSpPr>
          <p:nvPr/>
        </p:nvSpPr>
        <p:spPr>
          <a:xfrm>
            <a:off x="9639300" y="2822575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real-target-spectrogram-r3-c1">
            <a:extLst>
              <a:ext uri="{FF2B5EF4-FFF2-40B4-BE49-F238E27FC236}">
                <a16:creationId xmlns:a16="http://schemas.microsoft.com/office/drawing/2014/main" id="{DA9C66A4-F81C-446A-9E02-6774A1824030}"/>
              </a:ext>
            </a:extLst>
          </p:cNvPr>
          <p:cNvSpPr>
            <a:spLocks noGrp="1"/>
          </p:cNvSpPr>
          <p:nvPr/>
        </p:nvSpPr>
        <p:spPr>
          <a:xfrm>
            <a:off x="9697508" y="2822575"/>
            <a:ext cx="60590" cy="70115"/>
          </a:xfrm>
          <a:prstGeom prst="rect">
            <a:avLst/>
          </a:prstGeom>
          <a:solidFill>
            <a:srgbClr val="50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real-target-spectrogram-r3-c2">
            <a:extLst>
              <a:ext uri="{FF2B5EF4-FFF2-40B4-BE49-F238E27FC236}">
                <a16:creationId xmlns:a16="http://schemas.microsoft.com/office/drawing/2014/main" id="{A1C25B1F-958B-467E-9E9E-E424608987B3}"/>
              </a:ext>
            </a:extLst>
          </p:cNvPr>
          <p:cNvSpPr>
            <a:spLocks noGrp="1"/>
          </p:cNvSpPr>
          <p:nvPr/>
        </p:nvSpPr>
        <p:spPr>
          <a:xfrm>
            <a:off x="9755717" y="2822575"/>
            <a:ext cx="60590" cy="70115"/>
          </a:xfrm>
          <a:prstGeom prst="rect">
            <a:avLst/>
          </a:prstGeom>
          <a:solidFill>
            <a:srgbClr val="91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real-target-spectrogram-r3-c3">
            <a:extLst>
              <a:ext uri="{FF2B5EF4-FFF2-40B4-BE49-F238E27FC236}">
                <a16:creationId xmlns:a16="http://schemas.microsoft.com/office/drawing/2014/main" id="{C33B32A3-3EC0-4151-ADAB-F81BE33C6548}"/>
              </a:ext>
            </a:extLst>
          </p:cNvPr>
          <p:cNvSpPr>
            <a:spLocks noGrp="1"/>
          </p:cNvSpPr>
          <p:nvPr/>
        </p:nvSpPr>
        <p:spPr>
          <a:xfrm>
            <a:off x="9813925" y="2822575"/>
            <a:ext cx="60590" cy="70115"/>
          </a:xfrm>
          <a:prstGeom prst="rect">
            <a:avLst/>
          </a:prstGeom>
          <a:solidFill>
            <a:srgbClr val="51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real-target-spectrogram-r3-c4">
            <a:extLst>
              <a:ext uri="{FF2B5EF4-FFF2-40B4-BE49-F238E27FC236}">
                <a16:creationId xmlns:a16="http://schemas.microsoft.com/office/drawing/2014/main" id="{DD1A952C-E5E3-4C1F-B7CF-9814955BF95E}"/>
              </a:ext>
            </a:extLst>
          </p:cNvPr>
          <p:cNvSpPr>
            <a:spLocks noGrp="1"/>
          </p:cNvSpPr>
          <p:nvPr/>
        </p:nvSpPr>
        <p:spPr>
          <a:xfrm>
            <a:off x="9872133" y="2822575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real-target-spectrogram-r3-c5">
            <a:extLst>
              <a:ext uri="{FF2B5EF4-FFF2-40B4-BE49-F238E27FC236}">
                <a16:creationId xmlns:a16="http://schemas.microsoft.com/office/drawing/2014/main" id="{5B6AED85-34F4-4CCA-8EA6-911F68A53F44}"/>
              </a:ext>
            </a:extLst>
          </p:cNvPr>
          <p:cNvSpPr>
            <a:spLocks noGrp="1"/>
          </p:cNvSpPr>
          <p:nvPr/>
        </p:nvSpPr>
        <p:spPr>
          <a:xfrm>
            <a:off x="9930342" y="2822575"/>
            <a:ext cx="60590" cy="70115"/>
          </a:xfrm>
          <a:prstGeom prst="rect">
            <a:avLst/>
          </a:prstGeom>
          <a:solidFill>
            <a:srgbClr val="5A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real-target-spectrogram-r3-c6">
            <a:extLst>
              <a:ext uri="{FF2B5EF4-FFF2-40B4-BE49-F238E27FC236}">
                <a16:creationId xmlns:a16="http://schemas.microsoft.com/office/drawing/2014/main" id="{56EFC891-122C-4043-BF61-F96A1068179A}"/>
              </a:ext>
            </a:extLst>
          </p:cNvPr>
          <p:cNvSpPr>
            <a:spLocks noGrp="1"/>
          </p:cNvSpPr>
          <p:nvPr/>
        </p:nvSpPr>
        <p:spPr>
          <a:xfrm>
            <a:off x="9988550" y="2822575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real-target-spectrogram-r3-c7">
            <a:extLst>
              <a:ext uri="{FF2B5EF4-FFF2-40B4-BE49-F238E27FC236}">
                <a16:creationId xmlns:a16="http://schemas.microsoft.com/office/drawing/2014/main" id="{DCFB4242-D3B5-4C15-8E25-602C28C262A2}"/>
              </a:ext>
            </a:extLst>
          </p:cNvPr>
          <p:cNvSpPr>
            <a:spLocks noGrp="1"/>
          </p:cNvSpPr>
          <p:nvPr/>
        </p:nvSpPr>
        <p:spPr>
          <a:xfrm>
            <a:off x="10046758" y="2822575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real-target-spectrogram-r3-c8">
            <a:extLst>
              <a:ext uri="{FF2B5EF4-FFF2-40B4-BE49-F238E27FC236}">
                <a16:creationId xmlns:a16="http://schemas.microsoft.com/office/drawing/2014/main" id="{5C41D63F-4ACE-4C52-AF1B-1CAA601FAABD}"/>
              </a:ext>
            </a:extLst>
          </p:cNvPr>
          <p:cNvSpPr>
            <a:spLocks noGrp="1"/>
          </p:cNvSpPr>
          <p:nvPr/>
        </p:nvSpPr>
        <p:spPr>
          <a:xfrm>
            <a:off x="10104967" y="2822575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real-target-spectrogram-r3-c9">
            <a:extLst>
              <a:ext uri="{FF2B5EF4-FFF2-40B4-BE49-F238E27FC236}">
                <a16:creationId xmlns:a16="http://schemas.microsoft.com/office/drawing/2014/main" id="{59014E64-01C6-469B-9DF3-9B1E76D57049}"/>
              </a:ext>
            </a:extLst>
          </p:cNvPr>
          <p:cNvSpPr>
            <a:spLocks noGrp="1"/>
          </p:cNvSpPr>
          <p:nvPr/>
        </p:nvSpPr>
        <p:spPr>
          <a:xfrm>
            <a:off x="10163175" y="2822575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real-target-spectrogram-r3-c10">
            <a:extLst>
              <a:ext uri="{FF2B5EF4-FFF2-40B4-BE49-F238E27FC236}">
                <a16:creationId xmlns:a16="http://schemas.microsoft.com/office/drawing/2014/main" id="{66CB617E-9121-4A93-BE6A-70F546A38C00}"/>
              </a:ext>
            </a:extLst>
          </p:cNvPr>
          <p:cNvSpPr>
            <a:spLocks noGrp="1"/>
          </p:cNvSpPr>
          <p:nvPr/>
        </p:nvSpPr>
        <p:spPr>
          <a:xfrm>
            <a:off x="10221383" y="2822575"/>
            <a:ext cx="60590" cy="70115"/>
          </a:xfrm>
          <a:prstGeom prst="rect">
            <a:avLst/>
          </a:prstGeom>
          <a:solidFill>
            <a:srgbClr val="671D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real-target-spectrogram-r3-c11">
            <a:extLst>
              <a:ext uri="{FF2B5EF4-FFF2-40B4-BE49-F238E27FC236}">
                <a16:creationId xmlns:a16="http://schemas.microsoft.com/office/drawing/2014/main" id="{C5B94A5E-41B6-480E-9F36-77F69735AB98}"/>
              </a:ext>
            </a:extLst>
          </p:cNvPr>
          <p:cNvSpPr>
            <a:spLocks noGrp="1"/>
          </p:cNvSpPr>
          <p:nvPr/>
        </p:nvSpPr>
        <p:spPr>
          <a:xfrm>
            <a:off x="10279592" y="2822575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real-target-spectrogram-r3-c12">
            <a:extLst>
              <a:ext uri="{FF2B5EF4-FFF2-40B4-BE49-F238E27FC236}">
                <a16:creationId xmlns:a16="http://schemas.microsoft.com/office/drawing/2014/main" id="{5C408BB0-E13F-4233-B28A-C2413646BD82}"/>
              </a:ext>
            </a:extLst>
          </p:cNvPr>
          <p:cNvSpPr>
            <a:spLocks noGrp="1"/>
          </p:cNvSpPr>
          <p:nvPr/>
        </p:nvSpPr>
        <p:spPr>
          <a:xfrm>
            <a:off x="10337800" y="2822575"/>
            <a:ext cx="60590" cy="70115"/>
          </a:xfrm>
          <a:prstGeom prst="rect">
            <a:avLst/>
          </a:prstGeom>
          <a:solidFill>
            <a:srgbClr val="200D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real-target-spectrogram-r3-c13">
            <a:extLst>
              <a:ext uri="{FF2B5EF4-FFF2-40B4-BE49-F238E27FC236}">
                <a16:creationId xmlns:a16="http://schemas.microsoft.com/office/drawing/2014/main" id="{1C575FB2-3B15-4C25-A680-129A0C124E68}"/>
              </a:ext>
            </a:extLst>
          </p:cNvPr>
          <p:cNvSpPr>
            <a:spLocks noGrp="1"/>
          </p:cNvSpPr>
          <p:nvPr/>
        </p:nvSpPr>
        <p:spPr>
          <a:xfrm>
            <a:off x="10396008" y="2822575"/>
            <a:ext cx="60590" cy="70115"/>
          </a:xfrm>
          <a:prstGeom prst="rect">
            <a:avLst/>
          </a:prstGeom>
          <a:solidFill>
            <a:srgbClr val="54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real-target-spectrogram-r3-c14">
            <a:extLst>
              <a:ext uri="{FF2B5EF4-FFF2-40B4-BE49-F238E27FC236}">
                <a16:creationId xmlns:a16="http://schemas.microsoft.com/office/drawing/2014/main" id="{912AF092-C23E-4FE6-BC73-EE8EA7FCEA16}"/>
              </a:ext>
            </a:extLst>
          </p:cNvPr>
          <p:cNvSpPr>
            <a:spLocks noGrp="1"/>
          </p:cNvSpPr>
          <p:nvPr/>
        </p:nvSpPr>
        <p:spPr>
          <a:xfrm>
            <a:off x="10454217" y="2822575"/>
            <a:ext cx="60590" cy="70115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real-target-spectrogram-r3-c15">
            <a:extLst>
              <a:ext uri="{FF2B5EF4-FFF2-40B4-BE49-F238E27FC236}">
                <a16:creationId xmlns:a16="http://schemas.microsoft.com/office/drawing/2014/main" id="{708ABD9C-2E8B-460B-B91C-34C2467807CF}"/>
              </a:ext>
            </a:extLst>
          </p:cNvPr>
          <p:cNvSpPr>
            <a:spLocks noGrp="1"/>
          </p:cNvSpPr>
          <p:nvPr/>
        </p:nvSpPr>
        <p:spPr>
          <a:xfrm>
            <a:off x="10512425" y="2822575"/>
            <a:ext cx="60590" cy="70115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real-target-spectrogram-r3-c16">
            <a:extLst>
              <a:ext uri="{FF2B5EF4-FFF2-40B4-BE49-F238E27FC236}">
                <a16:creationId xmlns:a16="http://schemas.microsoft.com/office/drawing/2014/main" id="{5BD27B08-3746-41A9-A34F-140B427B2958}"/>
              </a:ext>
            </a:extLst>
          </p:cNvPr>
          <p:cNvSpPr>
            <a:spLocks noGrp="1"/>
          </p:cNvSpPr>
          <p:nvPr/>
        </p:nvSpPr>
        <p:spPr>
          <a:xfrm>
            <a:off x="10570633" y="2822575"/>
            <a:ext cx="60590" cy="70115"/>
          </a:xfrm>
          <a:prstGeom prst="rect">
            <a:avLst/>
          </a:prstGeom>
          <a:solidFill>
            <a:srgbClr val="240E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real-target-spectrogram-r3-c17">
            <a:extLst>
              <a:ext uri="{FF2B5EF4-FFF2-40B4-BE49-F238E27FC236}">
                <a16:creationId xmlns:a16="http://schemas.microsoft.com/office/drawing/2014/main" id="{CDD49E49-ABFB-4C72-9A06-9DE449DEC654}"/>
              </a:ext>
            </a:extLst>
          </p:cNvPr>
          <p:cNvSpPr>
            <a:spLocks noGrp="1"/>
          </p:cNvSpPr>
          <p:nvPr/>
        </p:nvSpPr>
        <p:spPr>
          <a:xfrm>
            <a:off x="10628842" y="2822575"/>
            <a:ext cx="60590" cy="70115"/>
          </a:xfrm>
          <a:prstGeom prst="rect">
            <a:avLst/>
          </a:prstGeom>
          <a:solidFill>
            <a:srgbClr val="170A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real-target-spectrogram-r4-c0">
            <a:extLst>
              <a:ext uri="{FF2B5EF4-FFF2-40B4-BE49-F238E27FC236}">
                <a16:creationId xmlns:a16="http://schemas.microsoft.com/office/drawing/2014/main" id="{97D32325-2B69-4550-A9C7-162C05E47B76}"/>
              </a:ext>
            </a:extLst>
          </p:cNvPr>
          <p:cNvSpPr>
            <a:spLocks noGrp="1"/>
          </p:cNvSpPr>
          <p:nvPr/>
        </p:nvSpPr>
        <p:spPr>
          <a:xfrm>
            <a:off x="9639300" y="2890308"/>
            <a:ext cx="60590" cy="70115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real-target-spectrogram-r4-c1">
            <a:extLst>
              <a:ext uri="{FF2B5EF4-FFF2-40B4-BE49-F238E27FC236}">
                <a16:creationId xmlns:a16="http://schemas.microsoft.com/office/drawing/2014/main" id="{A1596EEE-FA4B-4EE3-95AA-45993FA9CB47}"/>
              </a:ext>
            </a:extLst>
          </p:cNvPr>
          <p:cNvSpPr>
            <a:spLocks noGrp="1"/>
          </p:cNvSpPr>
          <p:nvPr/>
        </p:nvSpPr>
        <p:spPr>
          <a:xfrm>
            <a:off x="9697508" y="2890308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real-target-spectrogram-r4-c2">
            <a:extLst>
              <a:ext uri="{FF2B5EF4-FFF2-40B4-BE49-F238E27FC236}">
                <a16:creationId xmlns:a16="http://schemas.microsoft.com/office/drawing/2014/main" id="{931FA9A2-02AD-4009-840E-4BE001C12439}"/>
              </a:ext>
            </a:extLst>
          </p:cNvPr>
          <p:cNvSpPr>
            <a:spLocks noGrp="1"/>
          </p:cNvSpPr>
          <p:nvPr/>
        </p:nvSpPr>
        <p:spPr>
          <a:xfrm>
            <a:off x="9755717" y="2890308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real-target-spectrogram-r4-c3">
            <a:extLst>
              <a:ext uri="{FF2B5EF4-FFF2-40B4-BE49-F238E27FC236}">
                <a16:creationId xmlns:a16="http://schemas.microsoft.com/office/drawing/2014/main" id="{53CA98CF-72DF-4F06-86FC-2D1E05A00F22}"/>
              </a:ext>
            </a:extLst>
          </p:cNvPr>
          <p:cNvSpPr>
            <a:spLocks noGrp="1"/>
          </p:cNvSpPr>
          <p:nvPr/>
        </p:nvSpPr>
        <p:spPr>
          <a:xfrm>
            <a:off x="9813925" y="2890308"/>
            <a:ext cx="60590" cy="70115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real-target-spectrogram-r4-c4">
            <a:extLst>
              <a:ext uri="{FF2B5EF4-FFF2-40B4-BE49-F238E27FC236}">
                <a16:creationId xmlns:a16="http://schemas.microsoft.com/office/drawing/2014/main" id="{8B9FEC51-5786-4F37-A751-B8FD345E9CC5}"/>
              </a:ext>
            </a:extLst>
          </p:cNvPr>
          <p:cNvSpPr>
            <a:spLocks noGrp="1"/>
          </p:cNvSpPr>
          <p:nvPr/>
        </p:nvSpPr>
        <p:spPr>
          <a:xfrm>
            <a:off x="9872133" y="2890308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real-target-spectrogram-r4-c5">
            <a:extLst>
              <a:ext uri="{FF2B5EF4-FFF2-40B4-BE49-F238E27FC236}">
                <a16:creationId xmlns:a16="http://schemas.microsoft.com/office/drawing/2014/main" id="{A9348775-800A-45B1-A040-FFF855F80631}"/>
              </a:ext>
            </a:extLst>
          </p:cNvPr>
          <p:cNvSpPr>
            <a:spLocks noGrp="1"/>
          </p:cNvSpPr>
          <p:nvPr/>
        </p:nvSpPr>
        <p:spPr>
          <a:xfrm>
            <a:off x="9930342" y="2890308"/>
            <a:ext cx="60590" cy="70115"/>
          </a:xfrm>
          <a:prstGeom prst="rect">
            <a:avLst/>
          </a:prstGeom>
          <a:solidFill>
            <a:srgbClr val="5C1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real-target-spectrogram-r4-c6">
            <a:extLst>
              <a:ext uri="{FF2B5EF4-FFF2-40B4-BE49-F238E27FC236}">
                <a16:creationId xmlns:a16="http://schemas.microsoft.com/office/drawing/2014/main" id="{BCAEDCD0-7DE4-4EBD-AC9E-26438ECC8AA3}"/>
              </a:ext>
            </a:extLst>
          </p:cNvPr>
          <p:cNvSpPr>
            <a:spLocks noGrp="1"/>
          </p:cNvSpPr>
          <p:nvPr/>
        </p:nvSpPr>
        <p:spPr>
          <a:xfrm>
            <a:off x="9988550" y="2890308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real-target-spectrogram-r4-c7">
            <a:extLst>
              <a:ext uri="{FF2B5EF4-FFF2-40B4-BE49-F238E27FC236}">
                <a16:creationId xmlns:a16="http://schemas.microsoft.com/office/drawing/2014/main" id="{DA928296-869D-4BA2-99D7-41A1FEAA6554}"/>
              </a:ext>
            </a:extLst>
          </p:cNvPr>
          <p:cNvSpPr>
            <a:spLocks noGrp="1"/>
          </p:cNvSpPr>
          <p:nvPr/>
        </p:nvSpPr>
        <p:spPr>
          <a:xfrm>
            <a:off x="10046758" y="2890308"/>
            <a:ext cx="60590" cy="70115"/>
          </a:xfrm>
          <a:prstGeom prst="rect">
            <a:avLst/>
          </a:prstGeom>
          <a:solidFill>
            <a:srgbClr val="85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real-target-spectrogram-r4-c8">
            <a:extLst>
              <a:ext uri="{FF2B5EF4-FFF2-40B4-BE49-F238E27FC236}">
                <a16:creationId xmlns:a16="http://schemas.microsoft.com/office/drawing/2014/main" id="{0904A206-F616-448A-9250-8361D808158A}"/>
              </a:ext>
            </a:extLst>
          </p:cNvPr>
          <p:cNvSpPr>
            <a:spLocks noGrp="1"/>
          </p:cNvSpPr>
          <p:nvPr/>
        </p:nvSpPr>
        <p:spPr>
          <a:xfrm>
            <a:off x="10104967" y="2890308"/>
            <a:ext cx="60590" cy="70115"/>
          </a:xfrm>
          <a:prstGeom prst="rect">
            <a:avLst/>
          </a:prstGeom>
          <a:solidFill>
            <a:srgbClr val="59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real-target-spectrogram-r4-c9">
            <a:extLst>
              <a:ext uri="{FF2B5EF4-FFF2-40B4-BE49-F238E27FC236}">
                <a16:creationId xmlns:a16="http://schemas.microsoft.com/office/drawing/2014/main" id="{E2422BBE-9A5A-49AF-A24F-9EBA6DCC8C2B}"/>
              </a:ext>
            </a:extLst>
          </p:cNvPr>
          <p:cNvSpPr>
            <a:spLocks noGrp="1"/>
          </p:cNvSpPr>
          <p:nvPr/>
        </p:nvSpPr>
        <p:spPr>
          <a:xfrm>
            <a:off x="10163175" y="2890308"/>
            <a:ext cx="60590" cy="70115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real-target-spectrogram-r4-c10">
            <a:extLst>
              <a:ext uri="{FF2B5EF4-FFF2-40B4-BE49-F238E27FC236}">
                <a16:creationId xmlns:a16="http://schemas.microsoft.com/office/drawing/2014/main" id="{E1F764F0-7FCF-489F-BB01-46FF1C432A26}"/>
              </a:ext>
            </a:extLst>
          </p:cNvPr>
          <p:cNvSpPr>
            <a:spLocks noGrp="1"/>
          </p:cNvSpPr>
          <p:nvPr/>
        </p:nvSpPr>
        <p:spPr>
          <a:xfrm>
            <a:off x="10221383" y="2890308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5" name="real-target-spectrogram-r4-c11">
            <a:extLst>
              <a:ext uri="{FF2B5EF4-FFF2-40B4-BE49-F238E27FC236}">
                <a16:creationId xmlns:a16="http://schemas.microsoft.com/office/drawing/2014/main" id="{50E3030B-53C8-4FBB-8FEA-B92B871532AF}"/>
              </a:ext>
            </a:extLst>
          </p:cNvPr>
          <p:cNvSpPr>
            <a:spLocks noGrp="1"/>
          </p:cNvSpPr>
          <p:nvPr/>
        </p:nvSpPr>
        <p:spPr>
          <a:xfrm>
            <a:off x="10279592" y="2890308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real-target-spectrogram-r4-c12">
            <a:extLst>
              <a:ext uri="{FF2B5EF4-FFF2-40B4-BE49-F238E27FC236}">
                <a16:creationId xmlns:a16="http://schemas.microsoft.com/office/drawing/2014/main" id="{7886C8B3-4326-4CF5-83D5-EF3B3AD3909C}"/>
              </a:ext>
            </a:extLst>
          </p:cNvPr>
          <p:cNvSpPr>
            <a:spLocks noGrp="1"/>
          </p:cNvSpPr>
          <p:nvPr/>
        </p:nvSpPr>
        <p:spPr>
          <a:xfrm>
            <a:off x="10337800" y="2890308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real-target-spectrogram-r4-c13">
            <a:extLst>
              <a:ext uri="{FF2B5EF4-FFF2-40B4-BE49-F238E27FC236}">
                <a16:creationId xmlns:a16="http://schemas.microsoft.com/office/drawing/2014/main" id="{659B72C5-6777-4F25-B7D4-31461B902DEA}"/>
              </a:ext>
            </a:extLst>
          </p:cNvPr>
          <p:cNvSpPr>
            <a:spLocks noGrp="1"/>
          </p:cNvSpPr>
          <p:nvPr/>
        </p:nvSpPr>
        <p:spPr>
          <a:xfrm>
            <a:off x="10396008" y="2890308"/>
            <a:ext cx="60590" cy="70115"/>
          </a:xfrm>
          <a:prstGeom prst="rect">
            <a:avLst/>
          </a:prstGeom>
          <a:solidFill>
            <a:srgbClr val="651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real-target-spectrogram-r4-c14">
            <a:extLst>
              <a:ext uri="{FF2B5EF4-FFF2-40B4-BE49-F238E27FC236}">
                <a16:creationId xmlns:a16="http://schemas.microsoft.com/office/drawing/2014/main" id="{2EC8C496-902D-43D3-8FCB-275BC2F847D2}"/>
              </a:ext>
            </a:extLst>
          </p:cNvPr>
          <p:cNvSpPr>
            <a:spLocks noGrp="1"/>
          </p:cNvSpPr>
          <p:nvPr/>
        </p:nvSpPr>
        <p:spPr>
          <a:xfrm>
            <a:off x="10454217" y="2890308"/>
            <a:ext cx="60590" cy="70115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real-target-spectrogram-r4-c15">
            <a:extLst>
              <a:ext uri="{FF2B5EF4-FFF2-40B4-BE49-F238E27FC236}">
                <a16:creationId xmlns:a16="http://schemas.microsoft.com/office/drawing/2014/main" id="{7FF6CFB4-1EB7-470F-AD91-6DAEB6C74952}"/>
              </a:ext>
            </a:extLst>
          </p:cNvPr>
          <p:cNvSpPr>
            <a:spLocks noGrp="1"/>
          </p:cNvSpPr>
          <p:nvPr/>
        </p:nvSpPr>
        <p:spPr>
          <a:xfrm>
            <a:off x="10512425" y="2890308"/>
            <a:ext cx="60590" cy="70115"/>
          </a:xfrm>
          <a:prstGeom prst="rect">
            <a:avLst/>
          </a:prstGeom>
          <a:solidFill>
            <a:srgbClr val="55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real-target-spectrogram-r4-c16">
            <a:extLst>
              <a:ext uri="{FF2B5EF4-FFF2-40B4-BE49-F238E27FC236}">
                <a16:creationId xmlns:a16="http://schemas.microsoft.com/office/drawing/2014/main" id="{B433CC32-124F-4F94-9F43-CD0FC060EC2B}"/>
              </a:ext>
            </a:extLst>
          </p:cNvPr>
          <p:cNvSpPr>
            <a:spLocks noGrp="1"/>
          </p:cNvSpPr>
          <p:nvPr/>
        </p:nvSpPr>
        <p:spPr>
          <a:xfrm>
            <a:off x="10570633" y="2890308"/>
            <a:ext cx="60590" cy="70115"/>
          </a:xfrm>
          <a:prstGeom prst="rect">
            <a:avLst/>
          </a:prstGeom>
          <a:solidFill>
            <a:srgbClr val="36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real-target-spectrogram-r4-c17">
            <a:extLst>
              <a:ext uri="{FF2B5EF4-FFF2-40B4-BE49-F238E27FC236}">
                <a16:creationId xmlns:a16="http://schemas.microsoft.com/office/drawing/2014/main" id="{06EBAA88-B80B-4FBE-8A34-8F07C57669FD}"/>
              </a:ext>
            </a:extLst>
          </p:cNvPr>
          <p:cNvSpPr>
            <a:spLocks noGrp="1"/>
          </p:cNvSpPr>
          <p:nvPr/>
        </p:nvSpPr>
        <p:spPr>
          <a:xfrm>
            <a:off x="10628842" y="2890308"/>
            <a:ext cx="60590" cy="70115"/>
          </a:xfrm>
          <a:prstGeom prst="rect">
            <a:avLst/>
          </a:prstGeom>
          <a:solidFill>
            <a:srgbClr val="0B06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real-target-spectrogram-r5-c0">
            <a:extLst>
              <a:ext uri="{FF2B5EF4-FFF2-40B4-BE49-F238E27FC236}">
                <a16:creationId xmlns:a16="http://schemas.microsoft.com/office/drawing/2014/main" id="{5D6BBE3F-06A0-4954-8F96-B64684C120E4}"/>
              </a:ext>
            </a:extLst>
          </p:cNvPr>
          <p:cNvSpPr>
            <a:spLocks noGrp="1"/>
          </p:cNvSpPr>
          <p:nvPr/>
        </p:nvSpPr>
        <p:spPr>
          <a:xfrm>
            <a:off x="9639300" y="2958042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real-target-spectrogram-r5-c1">
            <a:extLst>
              <a:ext uri="{FF2B5EF4-FFF2-40B4-BE49-F238E27FC236}">
                <a16:creationId xmlns:a16="http://schemas.microsoft.com/office/drawing/2014/main" id="{6F365ECE-EDD9-415C-97BC-D6BD09C21464}"/>
              </a:ext>
            </a:extLst>
          </p:cNvPr>
          <p:cNvSpPr>
            <a:spLocks noGrp="1"/>
          </p:cNvSpPr>
          <p:nvPr/>
        </p:nvSpPr>
        <p:spPr>
          <a:xfrm>
            <a:off x="9697508" y="2958042"/>
            <a:ext cx="60590" cy="70115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real-target-spectrogram-r5-c2">
            <a:extLst>
              <a:ext uri="{FF2B5EF4-FFF2-40B4-BE49-F238E27FC236}">
                <a16:creationId xmlns:a16="http://schemas.microsoft.com/office/drawing/2014/main" id="{74BEA748-1062-4F37-8E46-3E445DFC12B4}"/>
              </a:ext>
            </a:extLst>
          </p:cNvPr>
          <p:cNvSpPr>
            <a:spLocks noGrp="1"/>
          </p:cNvSpPr>
          <p:nvPr/>
        </p:nvSpPr>
        <p:spPr>
          <a:xfrm>
            <a:off x="9755717" y="2958042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real-target-spectrogram-r5-c3">
            <a:extLst>
              <a:ext uri="{FF2B5EF4-FFF2-40B4-BE49-F238E27FC236}">
                <a16:creationId xmlns:a16="http://schemas.microsoft.com/office/drawing/2014/main" id="{AEB0362B-E8DB-4CEF-AA73-A31227FD7A10}"/>
              </a:ext>
            </a:extLst>
          </p:cNvPr>
          <p:cNvSpPr>
            <a:spLocks noGrp="1"/>
          </p:cNvSpPr>
          <p:nvPr/>
        </p:nvSpPr>
        <p:spPr>
          <a:xfrm>
            <a:off x="9813925" y="2958042"/>
            <a:ext cx="60590" cy="70115"/>
          </a:xfrm>
          <a:prstGeom prst="rect">
            <a:avLst/>
          </a:prstGeom>
          <a:solidFill>
            <a:srgbClr val="86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real-target-spectrogram-r5-c4">
            <a:extLst>
              <a:ext uri="{FF2B5EF4-FFF2-40B4-BE49-F238E27FC236}">
                <a16:creationId xmlns:a16="http://schemas.microsoft.com/office/drawing/2014/main" id="{B6D67388-87B8-44F1-8C60-27A484792AC0}"/>
              </a:ext>
            </a:extLst>
          </p:cNvPr>
          <p:cNvSpPr>
            <a:spLocks noGrp="1"/>
          </p:cNvSpPr>
          <p:nvPr/>
        </p:nvSpPr>
        <p:spPr>
          <a:xfrm>
            <a:off x="9872133" y="2958042"/>
            <a:ext cx="60590" cy="70115"/>
          </a:xfrm>
          <a:prstGeom prst="rect">
            <a:avLst/>
          </a:prstGeom>
          <a:solidFill>
            <a:srgbClr val="7F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real-target-spectrogram-r5-c5">
            <a:extLst>
              <a:ext uri="{FF2B5EF4-FFF2-40B4-BE49-F238E27FC236}">
                <a16:creationId xmlns:a16="http://schemas.microsoft.com/office/drawing/2014/main" id="{71B9B088-C183-4C74-891C-EB539A473FFC}"/>
              </a:ext>
            </a:extLst>
          </p:cNvPr>
          <p:cNvSpPr>
            <a:spLocks noGrp="1"/>
          </p:cNvSpPr>
          <p:nvPr/>
        </p:nvSpPr>
        <p:spPr>
          <a:xfrm>
            <a:off x="9930342" y="2958042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real-target-spectrogram-r5-c6">
            <a:extLst>
              <a:ext uri="{FF2B5EF4-FFF2-40B4-BE49-F238E27FC236}">
                <a16:creationId xmlns:a16="http://schemas.microsoft.com/office/drawing/2014/main" id="{E3124C68-4DDE-41B5-8B1E-147D901DCC3D}"/>
              </a:ext>
            </a:extLst>
          </p:cNvPr>
          <p:cNvSpPr>
            <a:spLocks noGrp="1"/>
          </p:cNvSpPr>
          <p:nvPr/>
        </p:nvSpPr>
        <p:spPr>
          <a:xfrm>
            <a:off x="9988550" y="2958042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real-target-spectrogram-r5-c7">
            <a:extLst>
              <a:ext uri="{FF2B5EF4-FFF2-40B4-BE49-F238E27FC236}">
                <a16:creationId xmlns:a16="http://schemas.microsoft.com/office/drawing/2014/main" id="{FAF1059E-3866-49EB-B5D5-6F33D0CE1443}"/>
              </a:ext>
            </a:extLst>
          </p:cNvPr>
          <p:cNvSpPr>
            <a:spLocks noGrp="1"/>
          </p:cNvSpPr>
          <p:nvPr/>
        </p:nvSpPr>
        <p:spPr>
          <a:xfrm>
            <a:off x="10046758" y="2958042"/>
            <a:ext cx="60590" cy="70115"/>
          </a:xfrm>
          <a:prstGeom prst="rect">
            <a:avLst/>
          </a:prstGeom>
          <a:solidFill>
            <a:srgbClr val="95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real-target-spectrogram-r5-c8">
            <a:extLst>
              <a:ext uri="{FF2B5EF4-FFF2-40B4-BE49-F238E27FC236}">
                <a16:creationId xmlns:a16="http://schemas.microsoft.com/office/drawing/2014/main" id="{D46248E6-A8A7-484F-8807-EBAFB7B4B8DA}"/>
              </a:ext>
            </a:extLst>
          </p:cNvPr>
          <p:cNvSpPr>
            <a:spLocks noGrp="1"/>
          </p:cNvSpPr>
          <p:nvPr/>
        </p:nvSpPr>
        <p:spPr>
          <a:xfrm>
            <a:off x="10104967" y="2958042"/>
            <a:ext cx="60590" cy="70115"/>
          </a:xfrm>
          <a:prstGeom prst="rect">
            <a:avLst/>
          </a:prstGeom>
          <a:solidFill>
            <a:srgbClr val="68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real-target-spectrogram-r5-c9">
            <a:extLst>
              <a:ext uri="{FF2B5EF4-FFF2-40B4-BE49-F238E27FC236}">
                <a16:creationId xmlns:a16="http://schemas.microsoft.com/office/drawing/2014/main" id="{4C3474D9-B04D-4D5E-86AF-90C575B0E24F}"/>
              </a:ext>
            </a:extLst>
          </p:cNvPr>
          <p:cNvSpPr>
            <a:spLocks noGrp="1"/>
          </p:cNvSpPr>
          <p:nvPr/>
        </p:nvSpPr>
        <p:spPr>
          <a:xfrm>
            <a:off x="10163175" y="2958042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real-target-spectrogram-r5-c10">
            <a:extLst>
              <a:ext uri="{FF2B5EF4-FFF2-40B4-BE49-F238E27FC236}">
                <a16:creationId xmlns:a16="http://schemas.microsoft.com/office/drawing/2014/main" id="{D3BCC215-EAB4-4A1C-B444-306EAF56E639}"/>
              </a:ext>
            </a:extLst>
          </p:cNvPr>
          <p:cNvSpPr>
            <a:spLocks noGrp="1"/>
          </p:cNvSpPr>
          <p:nvPr/>
        </p:nvSpPr>
        <p:spPr>
          <a:xfrm>
            <a:off x="10221383" y="2958042"/>
            <a:ext cx="60590" cy="70115"/>
          </a:xfrm>
          <a:prstGeom prst="rect">
            <a:avLst/>
          </a:prstGeom>
          <a:solidFill>
            <a:srgbClr val="83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real-target-spectrogram-r5-c11">
            <a:extLst>
              <a:ext uri="{FF2B5EF4-FFF2-40B4-BE49-F238E27FC236}">
                <a16:creationId xmlns:a16="http://schemas.microsoft.com/office/drawing/2014/main" id="{5BA913FA-07C5-42E5-8621-783A0B48D101}"/>
              </a:ext>
            </a:extLst>
          </p:cNvPr>
          <p:cNvSpPr>
            <a:spLocks noGrp="1"/>
          </p:cNvSpPr>
          <p:nvPr/>
        </p:nvSpPr>
        <p:spPr>
          <a:xfrm>
            <a:off x="10279592" y="2958042"/>
            <a:ext cx="60590" cy="70115"/>
          </a:xfrm>
          <a:prstGeom prst="rect">
            <a:avLst/>
          </a:prstGeom>
          <a:solidFill>
            <a:srgbClr val="7B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real-target-spectrogram-r5-c12">
            <a:extLst>
              <a:ext uri="{FF2B5EF4-FFF2-40B4-BE49-F238E27FC236}">
                <a16:creationId xmlns:a16="http://schemas.microsoft.com/office/drawing/2014/main" id="{1479EAED-2E95-4385-AFD9-F07BE99BB128}"/>
              </a:ext>
            </a:extLst>
          </p:cNvPr>
          <p:cNvSpPr>
            <a:spLocks noGrp="1"/>
          </p:cNvSpPr>
          <p:nvPr/>
        </p:nvSpPr>
        <p:spPr>
          <a:xfrm>
            <a:off x="10337800" y="2958042"/>
            <a:ext cx="60590" cy="70115"/>
          </a:xfrm>
          <a:prstGeom prst="rect">
            <a:avLst/>
          </a:prstGeom>
          <a:solidFill>
            <a:srgbClr val="50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real-target-spectrogram-r5-c13">
            <a:extLst>
              <a:ext uri="{FF2B5EF4-FFF2-40B4-BE49-F238E27FC236}">
                <a16:creationId xmlns:a16="http://schemas.microsoft.com/office/drawing/2014/main" id="{FFCB937C-6445-4BCA-B935-4F22E4906A3E}"/>
              </a:ext>
            </a:extLst>
          </p:cNvPr>
          <p:cNvSpPr>
            <a:spLocks noGrp="1"/>
          </p:cNvSpPr>
          <p:nvPr/>
        </p:nvSpPr>
        <p:spPr>
          <a:xfrm>
            <a:off x="10396008" y="2958042"/>
            <a:ext cx="60590" cy="70115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real-target-spectrogram-r5-c14">
            <a:extLst>
              <a:ext uri="{FF2B5EF4-FFF2-40B4-BE49-F238E27FC236}">
                <a16:creationId xmlns:a16="http://schemas.microsoft.com/office/drawing/2014/main" id="{1E9F1C65-C703-43A1-A246-F9A5B0D0B6BC}"/>
              </a:ext>
            </a:extLst>
          </p:cNvPr>
          <p:cNvSpPr>
            <a:spLocks noGrp="1"/>
          </p:cNvSpPr>
          <p:nvPr/>
        </p:nvSpPr>
        <p:spPr>
          <a:xfrm>
            <a:off x="10454217" y="2958042"/>
            <a:ext cx="60590" cy="70115"/>
          </a:xfrm>
          <a:prstGeom prst="rect">
            <a:avLst/>
          </a:prstGeom>
          <a:solidFill>
            <a:srgbClr val="4E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real-target-spectrogram-r5-c15">
            <a:extLst>
              <a:ext uri="{FF2B5EF4-FFF2-40B4-BE49-F238E27FC236}">
                <a16:creationId xmlns:a16="http://schemas.microsoft.com/office/drawing/2014/main" id="{2E9D86A0-80F2-4B23-B54E-C64724B5A54D}"/>
              </a:ext>
            </a:extLst>
          </p:cNvPr>
          <p:cNvSpPr>
            <a:spLocks noGrp="1"/>
          </p:cNvSpPr>
          <p:nvPr/>
        </p:nvSpPr>
        <p:spPr>
          <a:xfrm>
            <a:off x="10512425" y="2958042"/>
            <a:ext cx="60590" cy="70115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real-target-spectrogram-r5-c16">
            <a:extLst>
              <a:ext uri="{FF2B5EF4-FFF2-40B4-BE49-F238E27FC236}">
                <a16:creationId xmlns:a16="http://schemas.microsoft.com/office/drawing/2014/main" id="{C85B817E-AEE6-4394-9DF0-53CA7F20AD46}"/>
              </a:ext>
            </a:extLst>
          </p:cNvPr>
          <p:cNvSpPr>
            <a:spLocks noGrp="1"/>
          </p:cNvSpPr>
          <p:nvPr/>
        </p:nvSpPr>
        <p:spPr>
          <a:xfrm>
            <a:off x="10570633" y="2958042"/>
            <a:ext cx="60590" cy="70115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real-target-spectrogram-r5-c17">
            <a:extLst>
              <a:ext uri="{FF2B5EF4-FFF2-40B4-BE49-F238E27FC236}">
                <a16:creationId xmlns:a16="http://schemas.microsoft.com/office/drawing/2014/main" id="{A0937D0C-0A17-47DB-A57F-35845AE8E2CE}"/>
              </a:ext>
            </a:extLst>
          </p:cNvPr>
          <p:cNvSpPr>
            <a:spLocks noGrp="1"/>
          </p:cNvSpPr>
          <p:nvPr/>
        </p:nvSpPr>
        <p:spPr>
          <a:xfrm>
            <a:off x="10628842" y="2958042"/>
            <a:ext cx="60590" cy="70115"/>
          </a:xfrm>
          <a:prstGeom prst="rect">
            <a:avLst/>
          </a:prstGeom>
          <a:solidFill>
            <a:srgbClr val="1409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real-target-spectrogram-r6-c0">
            <a:extLst>
              <a:ext uri="{FF2B5EF4-FFF2-40B4-BE49-F238E27FC236}">
                <a16:creationId xmlns:a16="http://schemas.microsoft.com/office/drawing/2014/main" id="{F646AE04-D0E1-4E51-8EF3-35588AB3B975}"/>
              </a:ext>
            </a:extLst>
          </p:cNvPr>
          <p:cNvSpPr>
            <a:spLocks noGrp="1"/>
          </p:cNvSpPr>
          <p:nvPr/>
        </p:nvSpPr>
        <p:spPr>
          <a:xfrm>
            <a:off x="9639300" y="3025775"/>
            <a:ext cx="60590" cy="70115"/>
          </a:xfrm>
          <a:prstGeom prst="rect">
            <a:avLst/>
          </a:prstGeom>
          <a:solidFill>
            <a:srgbClr val="210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real-target-spectrogram-r6-c1">
            <a:extLst>
              <a:ext uri="{FF2B5EF4-FFF2-40B4-BE49-F238E27FC236}">
                <a16:creationId xmlns:a16="http://schemas.microsoft.com/office/drawing/2014/main" id="{3003C349-268A-40D8-BF4C-4918B2143829}"/>
              </a:ext>
            </a:extLst>
          </p:cNvPr>
          <p:cNvSpPr>
            <a:spLocks noGrp="1"/>
          </p:cNvSpPr>
          <p:nvPr/>
        </p:nvSpPr>
        <p:spPr>
          <a:xfrm>
            <a:off x="9697508" y="3025775"/>
            <a:ext cx="60590" cy="70115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real-target-spectrogram-r6-c2">
            <a:extLst>
              <a:ext uri="{FF2B5EF4-FFF2-40B4-BE49-F238E27FC236}">
                <a16:creationId xmlns:a16="http://schemas.microsoft.com/office/drawing/2014/main" id="{26179630-E140-4068-974C-19BC60E62BE6}"/>
              </a:ext>
            </a:extLst>
          </p:cNvPr>
          <p:cNvSpPr>
            <a:spLocks noGrp="1"/>
          </p:cNvSpPr>
          <p:nvPr/>
        </p:nvSpPr>
        <p:spPr>
          <a:xfrm>
            <a:off x="9755717" y="3025775"/>
            <a:ext cx="60590" cy="70115"/>
          </a:xfrm>
          <a:prstGeom prst="rect">
            <a:avLst/>
          </a:prstGeom>
          <a:solidFill>
            <a:srgbClr val="B4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real-target-spectrogram-r6-c3">
            <a:extLst>
              <a:ext uri="{FF2B5EF4-FFF2-40B4-BE49-F238E27FC236}">
                <a16:creationId xmlns:a16="http://schemas.microsoft.com/office/drawing/2014/main" id="{60C4307F-2167-4C68-9470-524241D70374}"/>
              </a:ext>
            </a:extLst>
          </p:cNvPr>
          <p:cNvSpPr>
            <a:spLocks noGrp="1"/>
          </p:cNvSpPr>
          <p:nvPr/>
        </p:nvSpPr>
        <p:spPr>
          <a:xfrm>
            <a:off x="9813925" y="3025775"/>
            <a:ext cx="60590" cy="70115"/>
          </a:xfrm>
          <a:prstGeom prst="rect">
            <a:avLst/>
          </a:prstGeom>
          <a:solidFill>
            <a:srgbClr val="85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real-target-spectrogram-r6-c4">
            <a:extLst>
              <a:ext uri="{FF2B5EF4-FFF2-40B4-BE49-F238E27FC236}">
                <a16:creationId xmlns:a16="http://schemas.microsoft.com/office/drawing/2014/main" id="{0B5A6723-D760-4A4B-A9C2-2061E08BD190}"/>
              </a:ext>
            </a:extLst>
          </p:cNvPr>
          <p:cNvSpPr>
            <a:spLocks noGrp="1"/>
          </p:cNvSpPr>
          <p:nvPr/>
        </p:nvSpPr>
        <p:spPr>
          <a:xfrm>
            <a:off x="9872133" y="3025775"/>
            <a:ext cx="60590" cy="70115"/>
          </a:xfrm>
          <a:prstGeom prst="rect">
            <a:avLst/>
          </a:prstGeom>
          <a:solidFill>
            <a:srgbClr val="7C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real-target-spectrogram-r6-c5">
            <a:extLst>
              <a:ext uri="{FF2B5EF4-FFF2-40B4-BE49-F238E27FC236}">
                <a16:creationId xmlns:a16="http://schemas.microsoft.com/office/drawing/2014/main" id="{C57BDB07-2327-4F2B-B1A8-1AA58747FEC5}"/>
              </a:ext>
            </a:extLst>
          </p:cNvPr>
          <p:cNvSpPr>
            <a:spLocks noGrp="1"/>
          </p:cNvSpPr>
          <p:nvPr/>
        </p:nvSpPr>
        <p:spPr>
          <a:xfrm>
            <a:off x="9930342" y="3025775"/>
            <a:ext cx="60590" cy="70115"/>
          </a:xfrm>
          <a:prstGeom prst="rect">
            <a:avLst/>
          </a:prstGeom>
          <a:solidFill>
            <a:srgbClr val="50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6" name="real-target-spectrogram-r6-c6">
            <a:extLst>
              <a:ext uri="{FF2B5EF4-FFF2-40B4-BE49-F238E27FC236}">
                <a16:creationId xmlns:a16="http://schemas.microsoft.com/office/drawing/2014/main" id="{4231FCC3-787B-4A2A-8C9A-BCCA22E06E13}"/>
              </a:ext>
            </a:extLst>
          </p:cNvPr>
          <p:cNvSpPr>
            <a:spLocks noGrp="1"/>
          </p:cNvSpPr>
          <p:nvPr/>
        </p:nvSpPr>
        <p:spPr>
          <a:xfrm>
            <a:off x="9988550" y="3025775"/>
            <a:ext cx="60590" cy="70115"/>
          </a:xfrm>
          <a:prstGeom prst="rect">
            <a:avLst/>
          </a:prstGeom>
          <a:solidFill>
            <a:srgbClr val="4F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real-target-spectrogram-r6-c7">
            <a:extLst>
              <a:ext uri="{FF2B5EF4-FFF2-40B4-BE49-F238E27FC236}">
                <a16:creationId xmlns:a16="http://schemas.microsoft.com/office/drawing/2014/main" id="{3EA86217-3BDC-4400-B5AE-C99292EE9F5C}"/>
              </a:ext>
            </a:extLst>
          </p:cNvPr>
          <p:cNvSpPr>
            <a:spLocks noGrp="1"/>
          </p:cNvSpPr>
          <p:nvPr/>
        </p:nvSpPr>
        <p:spPr>
          <a:xfrm>
            <a:off x="10046758" y="3025775"/>
            <a:ext cx="60590" cy="70115"/>
          </a:xfrm>
          <a:prstGeom prst="rect">
            <a:avLst/>
          </a:prstGeom>
          <a:solidFill>
            <a:srgbClr val="57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real-target-spectrogram-r6-c8">
            <a:extLst>
              <a:ext uri="{FF2B5EF4-FFF2-40B4-BE49-F238E27FC236}">
                <a16:creationId xmlns:a16="http://schemas.microsoft.com/office/drawing/2014/main" id="{8D27F933-AF30-49DA-B9A7-6D63AEF6D739}"/>
              </a:ext>
            </a:extLst>
          </p:cNvPr>
          <p:cNvSpPr>
            <a:spLocks noGrp="1"/>
          </p:cNvSpPr>
          <p:nvPr/>
        </p:nvSpPr>
        <p:spPr>
          <a:xfrm>
            <a:off x="10104967" y="3025775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real-target-spectrogram-r6-c9">
            <a:extLst>
              <a:ext uri="{FF2B5EF4-FFF2-40B4-BE49-F238E27FC236}">
                <a16:creationId xmlns:a16="http://schemas.microsoft.com/office/drawing/2014/main" id="{37B3A212-BE31-4994-9A10-4E177DDEE5D3}"/>
              </a:ext>
            </a:extLst>
          </p:cNvPr>
          <p:cNvSpPr>
            <a:spLocks noGrp="1"/>
          </p:cNvSpPr>
          <p:nvPr/>
        </p:nvSpPr>
        <p:spPr>
          <a:xfrm>
            <a:off x="10163175" y="3025775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real-target-spectrogram-r6-c10">
            <a:extLst>
              <a:ext uri="{FF2B5EF4-FFF2-40B4-BE49-F238E27FC236}">
                <a16:creationId xmlns:a16="http://schemas.microsoft.com/office/drawing/2014/main" id="{E24A1A61-ED3D-401F-B6C6-5E2662957D58}"/>
              </a:ext>
            </a:extLst>
          </p:cNvPr>
          <p:cNvSpPr>
            <a:spLocks noGrp="1"/>
          </p:cNvSpPr>
          <p:nvPr/>
        </p:nvSpPr>
        <p:spPr>
          <a:xfrm>
            <a:off x="10221383" y="3025775"/>
            <a:ext cx="60590" cy="70115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real-target-spectrogram-r6-c11">
            <a:extLst>
              <a:ext uri="{FF2B5EF4-FFF2-40B4-BE49-F238E27FC236}">
                <a16:creationId xmlns:a16="http://schemas.microsoft.com/office/drawing/2014/main" id="{4395498C-6B8C-4583-86FC-6DB97820B643}"/>
              </a:ext>
            </a:extLst>
          </p:cNvPr>
          <p:cNvSpPr>
            <a:spLocks noGrp="1"/>
          </p:cNvSpPr>
          <p:nvPr/>
        </p:nvSpPr>
        <p:spPr>
          <a:xfrm>
            <a:off x="10279592" y="3025775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real-target-spectrogram-r6-c12">
            <a:extLst>
              <a:ext uri="{FF2B5EF4-FFF2-40B4-BE49-F238E27FC236}">
                <a16:creationId xmlns:a16="http://schemas.microsoft.com/office/drawing/2014/main" id="{E9ECD772-5C3D-48DC-B9BD-A0B37A7572C1}"/>
              </a:ext>
            </a:extLst>
          </p:cNvPr>
          <p:cNvSpPr>
            <a:spLocks noGrp="1"/>
          </p:cNvSpPr>
          <p:nvPr/>
        </p:nvSpPr>
        <p:spPr>
          <a:xfrm>
            <a:off x="10337800" y="3025775"/>
            <a:ext cx="60590" cy="70115"/>
          </a:xfrm>
          <a:prstGeom prst="rect">
            <a:avLst/>
          </a:prstGeom>
          <a:solidFill>
            <a:srgbClr val="A3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real-target-spectrogram-r6-c13">
            <a:extLst>
              <a:ext uri="{FF2B5EF4-FFF2-40B4-BE49-F238E27FC236}">
                <a16:creationId xmlns:a16="http://schemas.microsoft.com/office/drawing/2014/main" id="{D9530A56-37EB-4944-9008-F9124E7885A1}"/>
              </a:ext>
            </a:extLst>
          </p:cNvPr>
          <p:cNvSpPr>
            <a:spLocks noGrp="1"/>
          </p:cNvSpPr>
          <p:nvPr/>
        </p:nvSpPr>
        <p:spPr>
          <a:xfrm>
            <a:off x="10396008" y="3025775"/>
            <a:ext cx="60590" cy="70115"/>
          </a:xfrm>
          <a:prstGeom prst="rect">
            <a:avLst/>
          </a:prstGeom>
          <a:solidFill>
            <a:srgbClr val="93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real-target-spectrogram-r6-c14">
            <a:extLst>
              <a:ext uri="{FF2B5EF4-FFF2-40B4-BE49-F238E27FC236}">
                <a16:creationId xmlns:a16="http://schemas.microsoft.com/office/drawing/2014/main" id="{DA5EE57A-B8BE-4E0E-B12C-4B19AEBA8FC3}"/>
              </a:ext>
            </a:extLst>
          </p:cNvPr>
          <p:cNvSpPr>
            <a:spLocks noGrp="1"/>
          </p:cNvSpPr>
          <p:nvPr/>
        </p:nvSpPr>
        <p:spPr>
          <a:xfrm>
            <a:off x="10454217" y="3025775"/>
            <a:ext cx="60590" cy="70115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real-target-spectrogram-r6-c15">
            <a:extLst>
              <a:ext uri="{FF2B5EF4-FFF2-40B4-BE49-F238E27FC236}">
                <a16:creationId xmlns:a16="http://schemas.microsoft.com/office/drawing/2014/main" id="{2D49F796-7AB1-4FEE-B2CA-A7BC4F63236F}"/>
              </a:ext>
            </a:extLst>
          </p:cNvPr>
          <p:cNvSpPr>
            <a:spLocks noGrp="1"/>
          </p:cNvSpPr>
          <p:nvPr/>
        </p:nvSpPr>
        <p:spPr>
          <a:xfrm>
            <a:off x="10512425" y="3025775"/>
            <a:ext cx="60590" cy="70115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real-target-spectrogram-r6-c16">
            <a:extLst>
              <a:ext uri="{FF2B5EF4-FFF2-40B4-BE49-F238E27FC236}">
                <a16:creationId xmlns:a16="http://schemas.microsoft.com/office/drawing/2014/main" id="{AB0BBAFD-E564-4D44-A87E-C147AA9BCD30}"/>
              </a:ext>
            </a:extLst>
          </p:cNvPr>
          <p:cNvSpPr>
            <a:spLocks noGrp="1"/>
          </p:cNvSpPr>
          <p:nvPr/>
        </p:nvSpPr>
        <p:spPr>
          <a:xfrm>
            <a:off x="10570633" y="3025775"/>
            <a:ext cx="60590" cy="70115"/>
          </a:xfrm>
          <a:prstGeom prst="rect">
            <a:avLst/>
          </a:prstGeom>
          <a:solidFill>
            <a:srgbClr val="9E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real-target-spectrogram-r6-c17">
            <a:extLst>
              <a:ext uri="{FF2B5EF4-FFF2-40B4-BE49-F238E27FC236}">
                <a16:creationId xmlns:a16="http://schemas.microsoft.com/office/drawing/2014/main" id="{1255D3E4-E2C4-487B-8239-3D54613F07EC}"/>
              </a:ext>
            </a:extLst>
          </p:cNvPr>
          <p:cNvSpPr>
            <a:spLocks noGrp="1"/>
          </p:cNvSpPr>
          <p:nvPr/>
        </p:nvSpPr>
        <p:spPr>
          <a:xfrm>
            <a:off x="10628842" y="3025775"/>
            <a:ext cx="60590" cy="70115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real-target-spectrogram-r7-c0">
            <a:extLst>
              <a:ext uri="{FF2B5EF4-FFF2-40B4-BE49-F238E27FC236}">
                <a16:creationId xmlns:a16="http://schemas.microsoft.com/office/drawing/2014/main" id="{E432B854-3809-4BC4-9810-9EC0442482C4}"/>
              </a:ext>
            </a:extLst>
          </p:cNvPr>
          <p:cNvSpPr>
            <a:spLocks noGrp="1"/>
          </p:cNvSpPr>
          <p:nvPr/>
        </p:nvSpPr>
        <p:spPr>
          <a:xfrm>
            <a:off x="9639300" y="3093508"/>
            <a:ext cx="60590" cy="70115"/>
          </a:xfrm>
          <a:prstGeom prst="rect">
            <a:avLst/>
          </a:prstGeom>
          <a:solidFill>
            <a:srgbClr val="1B0C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real-target-spectrogram-r7-c1">
            <a:extLst>
              <a:ext uri="{FF2B5EF4-FFF2-40B4-BE49-F238E27FC236}">
                <a16:creationId xmlns:a16="http://schemas.microsoft.com/office/drawing/2014/main" id="{EDAC6037-384F-4AC9-9B84-661B8507DD74}"/>
              </a:ext>
            </a:extLst>
          </p:cNvPr>
          <p:cNvSpPr>
            <a:spLocks noGrp="1"/>
          </p:cNvSpPr>
          <p:nvPr/>
        </p:nvSpPr>
        <p:spPr>
          <a:xfrm>
            <a:off x="9697508" y="3093508"/>
            <a:ext cx="60590" cy="70115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real-target-spectrogram-r7-c2">
            <a:extLst>
              <a:ext uri="{FF2B5EF4-FFF2-40B4-BE49-F238E27FC236}">
                <a16:creationId xmlns:a16="http://schemas.microsoft.com/office/drawing/2014/main" id="{B9374525-B48F-4B77-A943-359F22E8A363}"/>
              </a:ext>
            </a:extLst>
          </p:cNvPr>
          <p:cNvSpPr>
            <a:spLocks noGrp="1"/>
          </p:cNvSpPr>
          <p:nvPr/>
        </p:nvSpPr>
        <p:spPr>
          <a:xfrm>
            <a:off x="9755717" y="3093508"/>
            <a:ext cx="60590" cy="70115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real-target-spectrogram-r7-c3">
            <a:extLst>
              <a:ext uri="{FF2B5EF4-FFF2-40B4-BE49-F238E27FC236}">
                <a16:creationId xmlns:a16="http://schemas.microsoft.com/office/drawing/2014/main" id="{1326C103-4C99-4FD6-BF1A-9A85DCD9DC05}"/>
              </a:ext>
            </a:extLst>
          </p:cNvPr>
          <p:cNvSpPr>
            <a:spLocks noGrp="1"/>
          </p:cNvSpPr>
          <p:nvPr/>
        </p:nvSpPr>
        <p:spPr>
          <a:xfrm>
            <a:off x="9813925" y="3093508"/>
            <a:ext cx="60590" cy="70115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real-target-spectrogram-r7-c4">
            <a:extLst>
              <a:ext uri="{FF2B5EF4-FFF2-40B4-BE49-F238E27FC236}">
                <a16:creationId xmlns:a16="http://schemas.microsoft.com/office/drawing/2014/main" id="{E7013392-5216-4A7A-BE23-3BD276EAB7D6}"/>
              </a:ext>
            </a:extLst>
          </p:cNvPr>
          <p:cNvSpPr>
            <a:spLocks noGrp="1"/>
          </p:cNvSpPr>
          <p:nvPr/>
        </p:nvSpPr>
        <p:spPr>
          <a:xfrm>
            <a:off x="9872133" y="3093508"/>
            <a:ext cx="60590" cy="70115"/>
          </a:xfrm>
          <a:prstGeom prst="rect">
            <a:avLst/>
          </a:prstGeom>
          <a:solidFill>
            <a:srgbClr val="B5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real-target-spectrogram-r7-c5">
            <a:extLst>
              <a:ext uri="{FF2B5EF4-FFF2-40B4-BE49-F238E27FC236}">
                <a16:creationId xmlns:a16="http://schemas.microsoft.com/office/drawing/2014/main" id="{CC6AE23C-9DF7-4B8B-87A7-8E7FA616E1EF}"/>
              </a:ext>
            </a:extLst>
          </p:cNvPr>
          <p:cNvSpPr>
            <a:spLocks noGrp="1"/>
          </p:cNvSpPr>
          <p:nvPr/>
        </p:nvSpPr>
        <p:spPr>
          <a:xfrm>
            <a:off x="9930342" y="3093508"/>
            <a:ext cx="60590" cy="70115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real-target-spectrogram-r7-c6">
            <a:extLst>
              <a:ext uri="{FF2B5EF4-FFF2-40B4-BE49-F238E27FC236}">
                <a16:creationId xmlns:a16="http://schemas.microsoft.com/office/drawing/2014/main" id="{756F013B-C59D-4C0D-88CD-2E47F19619C0}"/>
              </a:ext>
            </a:extLst>
          </p:cNvPr>
          <p:cNvSpPr>
            <a:spLocks noGrp="1"/>
          </p:cNvSpPr>
          <p:nvPr/>
        </p:nvSpPr>
        <p:spPr>
          <a:xfrm>
            <a:off x="9988550" y="3093508"/>
            <a:ext cx="60590" cy="70115"/>
          </a:xfrm>
          <a:prstGeom prst="rect">
            <a:avLst/>
          </a:prstGeom>
          <a:solidFill>
            <a:srgbClr val="70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real-target-spectrogram-r7-c7">
            <a:extLst>
              <a:ext uri="{FF2B5EF4-FFF2-40B4-BE49-F238E27FC236}">
                <a16:creationId xmlns:a16="http://schemas.microsoft.com/office/drawing/2014/main" id="{458090D7-6397-49AF-A134-5020524AE5D5}"/>
              </a:ext>
            </a:extLst>
          </p:cNvPr>
          <p:cNvSpPr>
            <a:spLocks noGrp="1"/>
          </p:cNvSpPr>
          <p:nvPr/>
        </p:nvSpPr>
        <p:spPr>
          <a:xfrm>
            <a:off x="10046758" y="3093508"/>
            <a:ext cx="60590" cy="70115"/>
          </a:xfrm>
          <a:prstGeom prst="rect">
            <a:avLst/>
          </a:prstGeom>
          <a:solidFill>
            <a:srgbClr val="4C17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real-target-spectrogram-r7-c8">
            <a:extLst>
              <a:ext uri="{FF2B5EF4-FFF2-40B4-BE49-F238E27FC236}">
                <a16:creationId xmlns:a16="http://schemas.microsoft.com/office/drawing/2014/main" id="{E7E92A85-97B7-4CB3-9983-7368762894E0}"/>
              </a:ext>
            </a:extLst>
          </p:cNvPr>
          <p:cNvSpPr>
            <a:spLocks noGrp="1"/>
          </p:cNvSpPr>
          <p:nvPr/>
        </p:nvSpPr>
        <p:spPr>
          <a:xfrm>
            <a:off x="10104967" y="3093508"/>
            <a:ext cx="60590" cy="70115"/>
          </a:xfrm>
          <a:prstGeom prst="rect">
            <a:avLst/>
          </a:prstGeom>
          <a:solidFill>
            <a:srgbClr val="281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real-target-spectrogram-r7-c9">
            <a:extLst>
              <a:ext uri="{FF2B5EF4-FFF2-40B4-BE49-F238E27FC236}">
                <a16:creationId xmlns:a16="http://schemas.microsoft.com/office/drawing/2014/main" id="{62D027E7-F360-4672-BEF8-9E2F851BE9C9}"/>
              </a:ext>
            </a:extLst>
          </p:cNvPr>
          <p:cNvSpPr>
            <a:spLocks noGrp="1"/>
          </p:cNvSpPr>
          <p:nvPr/>
        </p:nvSpPr>
        <p:spPr>
          <a:xfrm>
            <a:off x="10163175" y="3093508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real-target-spectrogram-r7-c10">
            <a:extLst>
              <a:ext uri="{FF2B5EF4-FFF2-40B4-BE49-F238E27FC236}">
                <a16:creationId xmlns:a16="http://schemas.microsoft.com/office/drawing/2014/main" id="{1676BDFA-9438-4321-95DD-A022C7B59841}"/>
              </a:ext>
            </a:extLst>
          </p:cNvPr>
          <p:cNvSpPr>
            <a:spLocks noGrp="1"/>
          </p:cNvSpPr>
          <p:nvPr/>
        </p:nvSpPr>
        <p:spPr>
          <a:xfrm>
            <a:off x="10221383" y="3093508"/>
            <a:ext cx="60590" cy="70115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real-target-spectrogram-r7-c11">
            <a:extLst>
              <a:ext uri="{FF2B5EF4-FFF2-40B4-BE49-F238E27FC236}">
                <a16:creationId xmlns:a16="http://schemas.microsoft.com/office/drawing/2014/main" id="{0A9DCAE7-3778-4512-BFD8-2F70039A9F2A}"/>
              </a:ext>
            </a:extLst>
          </p:cNvPr>
          <p:cNvSpPr>
            <a:spLocks noGrp="1"/>
          </p:cNvSpPr>
          <p:nvPr/>
        </p:nvSpPr>
        <p:spPr>
          <a:xfrm>
            <a:off x="10279592" y="3093508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real-target-spectrogram-r7-c12">
            <a:extLst>
              <a:ext uri="{FF2B5EF4-FFF2-40B4-BE49-F238E27FC236}">
                <a16:creationId xmlns:a16="http://schemas.microsoft.com/office/drawing/2014/main" id="{BB3CC297-8F7A-4F0E-94B8-C90BAD377266}"/>
              </a:ext>
            </a:extLst>
          </p:cNvPr>
          <p:cNvSpPr>
            <a:spLocks noGrp="1"/>
          </p:cNvSpPr>
          <p:nvPr/>
        </p:nvSpPr>
        <p:spPr>
          <a:xfrm>
            <a:off x="10337800" y="3093508"/>
            <a:ext cx="60590" cy="70115"/>
          </a:xfrm>
          <a:prstGeom prst="rect">
            <a:avLst/>
          </a:prstGeom>
          <a:solidFill>
            <a:srgbClr val="8D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real-target-spectrogram-r7-c13">
            <a:extLst>
              <a:ext uri="{FF2B5EF4-FFF2-40B4-BE49-F238E27FC236}">
                <a16:creationId xmlns:a16="http://schemas.microsoft.com/office/drawing/2014/main" id="{EB0D8514-55F8-4A62-8A68-D1031456C3CE}"/>
              </a:ext>
            </a:extLst>
          </p:cNvPr>
          <p:cNvSpPr>
            <a:spLocks noGrp="1"/>
          </p:cNvSpPr>
          <p:nvPr/>
        </p:nvSpPr>
        <p:spPr>
          <a:xfrm>
            <a:off x="10396008" y="3093508"/>
            <a:ext cx="60590" cy="70115"/>
          </a:xfrm>
          <a:prstGeom prst="rect">
            <a:avLst/>
          </a:prstGeom>
          <a:solidFill>
            <a:srgbClr val="90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real-target-spectrogram-r7-c14">
            <a:extLst>
              <a:ext uri="{FF2B5EF4-FFF2-40B4-BE49-F238E27FC236}">
                <a16:creationId xmlns:a16="http://schemas.microsoft.com/office/drawing/2014/main" id="{3D0CED09-6B16-4DF6-8FC2-C290E6325CE5}"/>
              </a:ext>
            </a:extLst>
          </p:cNvPr>
          <p:cNvSpPr>
            <a:spLocks noGrp="1"/>
          </p:cNvSpPr>
          <p:nvPr/>
        </p:nvSpPr>
        <p:spPr>
          <a:xfrm>
            <a:off x="10454217" y="3093508"/>
            <a:ext cx="60590" cy="70115"/>
          </a:xfrm>
          <a:prstGeom prst="rect">
            <a:avLst/>
          </a:prstGeom>
          <a:solidFill>
            <a:srgbClr val="3312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real-target-spectrogram-r7-c15">
            <a:extLst>
              <a:ext uri="{FF2B5EF4-FFF2-40B4-BE49-F238E27FC236}">
                <a16:creationId xmlns:a16="http://schemas.microsoft.com/office/drawing/2014/main" id="{1E673C34-98C0-4547-83F5-B321E5CFCF06}"/>
              </a:ext>
            </a:extLst>
          </p:cNvPr>
          <p:cNvSpPr>
            <a:spLocks noGrp="1"/>
          </p:cNvSpPr>
          <p:nvPr/>
        </p:nvSpPr>
        <p:spPr>
          <a:xfrm>
            <a:off x="10512425" y="3093508"/>
            <a:ext cx="60590" cy="70115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real-target-spectrogram-r7-c16">
            <a:extLst>
              <a:ext uri="{FF2B5EF4-FFF2-40B4-BE49-F238E27FC236}">
                <a16:creationId xmlns:a16="http://schemas.microsoft.com/office/drawing/2014/main" id="{A7AAC160-527C-4FA8-B9B3-C7C702F168C3}"/>
              </a:ext>
            </a:extLst>
          </p:cNvPr>
          <p:cNvSpPr>
            <a:spLocks noGrp="1"/>
          </p:cNvSpPr>
          <p:nvPr/>
        </p:nvSpPr>
        <p:spPr>
          <a:xfrm>
            <a:off x="10570633" y="3093508"/>
            <a:ext cx="60590" cy="70115"/>
          </a:xfrm>
          <a:prstGeom prst="rect">
            <a:avLst/>
          </a:prstGeom>
          <a:solidFill>
            <a:srgbClr val="67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real-target-spectrogram-r7-c17">
            <a:extLst>
              <a:ext uri="{FF2B5EF4-FFF2-40B4-BE49-F238E27FC236}">
                <a16:creationId xmlns:a16="http://schemas.microsoft.com/office/drawing/2014/main" id="{AE9818D8-BCB4-46FC-A1B9-05F85CE2C01D}"/>
              </a:ext>
            </a:extLst>
          </p:cNvPr>
          <p:cNvSpPr>
            <a:spLocks noGrp="1"/>
          </p:cNvSpPr>
          <p:nvPr/>
        </p:nvSpPr>
        <p:spPr>
          <a:xfrm>
            <a:off x="10628842" y="3093508"/>
            <a:ext cx="60590" cy="70115"/>
          </a:xfrm>
          <a:prstGeom prst="rect">
            <a:avLst/>
          </a:prstGeom>
          <a:solidFill>
            <a:srgbClr val="32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real-target-spectrogram-r8-c0">
            <a:extLst>
              <a:ext uri="{FF2B5EF4-FFF2-40B4-BE49-F238E27FC236}">
                <a16:creationId xmlns:a16="http://schemas.microsoft.com/office/drawing/2014/main" id="{21C4F86A-ACA8-4B05-BFC3-B6417A551A87}"/>
              </a:ext>
            </a:extLst>
          </p:cNvPr>
          <p:cNvSpPr>
            <a:spLocks noGrp="1"/>
          </p:cNvSpPr>
          <p:nvPr/>
        </p:nvSpPr>
        <p:spPr>
          <a:xfrm>
            <a:off x="9639300" y="3161242"/>
            <a:ext cx="60590" cy="70115"/>
          </a:xfrm>
          <a:prstGeom prst="rect">
            <a:avLst/>
          </a:prstGeom>
          <a:solidFill>
            <a:srgbClr val="0D07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7" name="real-target-spectrogram-r8-c1">
            <a:extLst>
              <a:ext uri="{FF2B5EF4-FFF2-40B4-BE49-F238E27FC236}">
                <a16:creationId xmlns:a16="http://schemas.microsoft.com/office/drawing/2014/main" id="{44464A4E-C300-480F-AAA8-133ADE707DC1}"/>
              </a:ext>
            </a:extLst>
          </p:cNvPr>
          <p:cNvSpPr>
            <a:spLocks noGrp="1"/>
          </p:cNvSpPr>
          <p:nvPr/>
        </p:nvSpPr>
        <p:spPr>
          <a:xfrm>
            <a:off x="9697508" y="3161242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real-target-spectrogram-r8-c2">
            <a:extLst>
              <a:ext uri="{FF2B5EF4-FFF2-40B4-BE49-F238E27FC236}">
                <a16:creationId xmlns:a16="http://schemas.microsoft.com/office/drawing/2014/main" id="{ED3CC56E-283E-463C-B09A-31D80424C63C}"/>
              </a:ext>
            </a:extLst>
          </p:cNvPr>
          <p:cNvSpPr>
            <a:spLocks noGrp="1"/>
          </p:cNvSpPr>
          <p:nvPr/>
        </p:nvSpPr>
        <p:spPr>
          <a:xfrm>
            <a:off x="9755717" y="3161242"/>
            <a:ext cx="60590" cy="70115"/>
          </a:xfrm>
          <a:prstGeom prst="rect">
            <a:avLst/>
          </a:prstGeom>
          <a:solidFill>
            <a:srgbClr val="DD5B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9" name="real-target-spectrogram-r8-c3">
            <a:extLst>
              <a:ext uri="{FF2B5EF4-FFF2-40B4-BE49-F238E27FC236}">
                <a16:creationId xmlns:a16="http://schemas.microsoft.com/office/drawing/2014/main" id="{6DAE8769-7094-49FC-B16E-5F8611FFD2F7}"/>
              </a:ext>
            </a:extLst>
          </p:cNvPr>
          <p:cNvSpPr>
            <a:spLocks noGrp="1"/>
          </p:cNvSpPr>
          <p:nvPr/>
        </p:nvSpPr>
        <p:spPr>
          <a:xfrm>
            <a:off x="9813925" y="3161242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real-target-spectrogram-r8-c4">
            <a:extLst>
              <a:ext uri="{FF2B5EF4-FFF2-40B4-BE49-F238E27FC236}">
                <a16:creationId xmlns:a16="http://schemas.microsoft.com/office/drawing/2014/main" id="{2A0C3C47-D4DD-4CEA-AD0F-E2C75CA7CB40}"/>
              </a:ext>
            </a:extLst>
          </p:cNvPr>
          <p:cNvSpPr>
            <a:spLocks noGrp="1"/>
          </p:cNvSpPr>
          <p:nvPr/>
        </p:nvSpPr>
        <p:spPr>
          <a:xfrm>
            <a:off x="9872133" y="3161242"/>
            <a:ext cx="60590" cy="70115"/>
          </a:xfrm>
          <a:prstGeom prst="rect">
            <a:avLst/>
          </a:prstGeom>
          <a:solidFill>
            <a:srgbClr val="D25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" name="real-target-spectrogram-r8-c5">
            <a:extLst>
              <a:ext uri="{FF2B5EF4-FFF2-40B4-BE49-F238E27FC236}">
                <a16:creationId xmlns:a16="http://schemas.microsoft.com/office/drawing/2014/main" id="{43B49F7D-77CF-4396-A7D7-6108F09494A0}"/>
              </a:ext>
            </a:extLst>
          </p:cNvPr>
          <p:cNvSpPr>
            <a:spLocks noGrp="1"/>
          </p:cNvSpPr>
          <p:nvPr/>
        </p:nvSpPr>
        <p:spPr>
          <a:xfrm>
            <a:off x="9930342" y="3161242"/>
            <a:ext cx="60590" cy="70115"/>
          </a:xfrm>
          <a:prstGeom prst="rect">
            <a:avLst/>
          </a:prstGeom>
          <a:solidFill>
            <a:srgbClr val="57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real-target-spectrogram-r8-c6">
            <a:extLst>
              <a:ext uri="{FF2B5EF4-FFF2-40B4-BE49-F238E27FC236}">
                <a16:creationId xmlns:a16="http://schemas.microsoft.com/office/drawing/2014/main" id="{CFD12607-28F8-4198-ACE7-DE4A82EC1FF9}"/>
              </a:ext>
            </a:extLst>
          </p:cNvPr>
          <p:cNvSpPr>
            <a:spLocks noGrp="1"/>
          </p:cNvSpPr>
          <p:nvPr/>
        </p:nvSpPr>
        <p:spPr>
          <a:xfrm>
            <a:off x="9988550" y="3161242"/>
            <a:ext cx="60590" cy="70115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" name="real-target-spectrogram-r8-c7">
            <a:extLst>
              <a:ext uri="{FF2B5EF4-FFF2-40B4-BE49-F238E27FC236}">
                <a16:creationId xmlns:a16="http://schemas.microsoft.com/office/drawing/2014/main" id="{A6266839-973A-4C3B-B4C5-148553C62C74}"/>
              </a:ext>
            </a:extLst>
          </p:cNvPr>
          <p:cNvSpPr>
            <a:spLocks noGrp="1"/>
          </p:cNvSpPr>
          <p:nvPr/>
        </p:nvSpPr>
        <p:spPr>
          <a:xfrm>
            <a:off x="10046758" y="3161242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real-target-spectrogram-r8-c8">
            <a:extLst>
              <a:ext uri="{FF2B5EF4-FFF2-40B4-BE49-F238E27FC236}">
                <a16:creationId xmlns:a16="http://schemas.microsoft.com/office/drawing/2014/main" id="{31A70FC4-0C08-4905-99CF-65F85D61EC99}"/>
              </a:ext>
            </a:extLst>
          </p:cNvPr>
          <p:cNvSpPr>
            <a:spLocks noGrp="1"/>
          </p:cNvSpPr>
          <p:nvPr/>
        </p:nvSpPr>
        <p:spPr>
          <a:xfrm>
            <a:off x="10104967" y="3161242"/>
            <a:ext cx="60590" cy="70115"/>
          </a:xfrm>
          <a:prstGeom prst="rect">
            <a:avLst/>
          </a:prstGeom>
          <a:solidFill>
            <a:srgbClr val="401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" name="real-target-spectrogram-r8-c9">
            <a:extLst>
              <a:ext uri="{FF2B5EF4-FFF2-40B4-BE49-F238E27FC236}">
                <a16:creationId xmlns:a16="http://schemas.microsoft.com/office/drawing/2014/main" id="{2B573085-C803-47C0-8345-EAC55C5E48C6}"/>
              </a:ext>
            </a:extLst>
          </p:cNvPr>
          <p:cNvSpPr>
            <a:spLocks noGrp="1"/>
          </p:cNvSpPr>
          <p:nvPr/>
        </p:nvSpPr>
        <p:spPr>
          <a:xfrm>
            <a:off x="10163175" y="3161242"/>
            <a:ext cx="60590" cy="70115"/>
          </a:xfrm>
          <a:prstGeom prst="rect">
            <a:avLst/>
          </a:prstGeom>
          <a:solidFill>
            <a:srgbClr val="48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" name="real-target-spectrogram-r8-c10">
            <a:extLst>
              <a:ext uri="{FF2B5EF4-FFF2-40B4-BE49-F238E27FC236}">
                <a16:creationId xmlns:a16="http://schemas.microsoft.com/office/drawing/2014/main" id="{DE8E06C9-AC23-4C82-83CE-98EA6FF0F5A7}"/>
              </a:ext>
            </a:extLst>
          </p:cNvPr>
          <p:cNvSpPr>
            <a:spLocks noGrp="1"/>
          </p:cNvSpPr>
          <p:nvPr/>
        </p:nvSpPr>
        <p:spPr>
          <a:xfrm>
            <a:off x="10221383" y="3161242"/>
            <a:ext cx="60590" cy="70115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" name="real-target-spectrogram-r8-c11">
            <a:extLst>
              <a:ext uri="{FF2B5EF4-FFF2-40B4-BE49-F238E27FC236}">
                <a16:creationId xmlns:a16="http://schemas.microsoft.com/office/drawing/2014/main" id="{29184716-B368-459C-BCF0-3C1A28AEE133}"/>
              </a:ext>
            </a:extLst>
          </p:cNvPr>
          <p:cNvSpPr>
            <a:spLocks noGrp="1"/>
          </p:cNvSpPr>
          <p:nvPr/>
        </p:nvSpPr>
        <p:spPr>
          <a:xfrm>
            <a:off x="10279592" y="3161242"/>
            <a:ext cx="60590" cy="70115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" name="real-target-spectrogram-r8-c12">
            <a:extLst>
              <a:ext uri="{FF2B5EF4-FFF2-40B4-BE49-F238E27FC236}">
                <a16:creationId xmlns:a16="http://schemas.microsoft.com/office/drawing/2014/main" id="{0A196170-0035-4487-8A66-AA36EE4682E0}"/>
              </a:ext>
            </a:extLst>
          </p:cNvPr>
          <p:cNvSpPr>
            <a:spLocks noGrp="1"/>
          </p:cNvSpPr>
          <p:nvPr/>
        </p:nvSpPr>
        <p:spPr>
          <a:xfrm>
            <a:off x="10337800" y="3161242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" name="real-target-spectrogram-r8-c13">
            <a:extLst>
              <a:ext uri="{FF2B5EF4-FFF2-40B4-BE49-F238E27FC236}">
                <a16:creationId xmlns:a16="http://schemas.microsoft.com/office/drawing/2014/main" id="{53DFAA75-E0F1-4D25-8F07-2FBB01176813}"/>
              </a:ext>
            </a:extLst>
          </p:cNvPr>
          <p:cNvSpPr>
            <a:spLocks noGrp="1"/>
          </p:cNvSpPr>
          <p:nvPr/>
        </p:nvSpPr>
        <p:spPr>
          <a:xfrm>
            <a:off x="10396008" y="3161242"/>
            <a:ext cx="60590" cy="70115"/>
          </a:xfrm>
          <a:prstGeom prst="rect">
            <a:avLst/>
          </a:prstGeom>
          <a:solidFill>
            <a:srgbClr val="82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real-target-spectrogram-r8-c14">
            <a:extLst>
              <a:ext uri="{FF2B5EF4-FFF2-40B4-BE49-F238E27FC236}">
                <a16:creationId xmlns:a16="http://schemas.microsoft.com/office/drawing/2014/main" id="{CDC9A2E9-B1E0-4675-93D8-813C8C05AD99}"/>
              </a:ext>
            </a:extLst>
          </p:cNvPr>
          <p:cNvSpPr>
            <a:spLocks noGrp="1"/>
          </p:cNvSpPr>
          <p:nvPr/>
        </p:nvSpPr>
        <p:spPr>
          <a:xfrm>
            <a:off x="10454217" y="3161242"/>
            <a:ext cx="60590" cy="70115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" name="real-target-spectrogram-r8-c15">
            <a:extLst>
              <a:ext uri="{FF2B5EF4-FFF2-40B4-BE49-F238E27FC236}">
                <a16:creationId xmlns:a16="http://schemas.microsoft.com/office/drawing/2014/main" id="{24851623-9B68-4BA8-92C7-E24E436E1840}"/>
              </a:ext>
            </a:extLst>
          </p:cNvPr>
          <p:cNvSpPr>
            <a:spLocks noGrp="1"/>
          </p:cNvSpPr>
          <p:nvPr/>
        </p:nvSpPr>
        <p:spPr>
          <a:xfrm>
            <a:off x="10512425" y="3161242"/>
            <a:ext cx="60590" cy="70115"/>
          </a:xfrm>
          <a:prstGeom prst="rect">
            <a:avLst/>
          </a:prstGeom>
          <a:solidFill>
            <a:srgbClr val="6A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" name="real-target-spectrogram-r8-c16">
            <a:extLst>
              <a:ext uri="{FF2B5EF4-FFF2-40B4-BE49-F238E27FC236}">
                <a16:creationId xmlns:a16="http://schemas.microsoft.com/office/drawing/2014/main" id="{5E8C26F5-EFE2-4DD0-8F07-C5512110C782}"/>
              </a:ext>
            </a:extLst>
          </p:cNvPr>
          <p:cNvSpPr>
            <a:spLocks noGrp="1"/>
          </p:cNvSpPr>
          <p:nvPr/>
        </p:nvSpPr>
        <p:spPr>
          <a:xfrm>
            <a:off x="10570633" y="3161242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" name="real-target-spectrogram-r8-c17">
            <a:extLst>
              <a:ext uri="{FF2B5EF4-FFF2-40B4-BE49-F238E27FC236}">
                <a16:creationId xmlns:a16="http://schemas.microsoft.com/office/drawing/2014/main" id="{9098AB72-345C-43DE-AFED-77D2609178F0}"/>
              </a:ext>
            </a:extLst>
          </p:cNvPr>
          <p:cNvSpPr>
            <a:spLocks noGrp="1"/>
          </p:cNvSpPr>
          <p:nvPr/>
        </p:nvSpPr>
        <p:spPr>
          <a:xfrm>
            <a:off x="10628842" y="3161242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" name="real-target-spectrogram-r9-c0">
            <a:extLst>
              <a:ext uri="{FF2B5EF4-FFF2-40B4-BE49-F238E27FC236}">
                <a16:creationId xmlns:a16="http://schemas.microsoft.com/office/drawing/2014/main" id="{64CC9652-C069-4FE2-AB20-E1E469AD852D}"/>
              </a:ext>
            </a:extLst>
          </p:cNvPr>
          <p:cNvSpPr>
            <a:spLocks noGrp="1"/>
          </p:cNvSpPr>
          <p:nvPr/>
        </p:nvSpPr>
        <p:spPr>
          <a:xfrm>
            <a:off x="9639300" y="3228975"/>
            <a:ext cx="60590" cy="70115"/>
          </a:xfrm>
          <a:prstGeom prst="rect">
            <a:avLst/>
          </a:prstGeom>
          <a:solidFill>
            <a:srgbClr val="1309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" name="real-target-spectrogram-r9-c1">
            <a:extLst>
              <a:ext uri="{FF2B5EF4-FFF2-40B4-BE49-F238E27FC236}">
                <a16:creationId xmlns:a16="http://schemas.microsoft.com/office/drawing/2014/main" id="{34C8C98D-D0C8-4C7A-ABD9-79D5662B6AE3}"/>
              </a:ext>
            </a:extLst>
          </p:cNvPr>
          <p:cNvSpPr>
            <a:spLocks noGrp="1"/>
          </p:cNvSpPr>
          <p:nvPr/>
        </p:nvSpPr>
        <p:spPr>
          <a:xfrm>
            <a:off x="9697508" y="3228975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" name="real-target-spectrogram-r9-c2">
            <a:extLst>
              <a:ext uri="{FF2B5EF4-FFF2-40B4-BE49-F238E27FC236}">
                <a16:creationId xmlns:a16="http://schemas.microsoft.com/office/drawing/2014/main" id="{14426190-2A22-4851-B27F-AB70D67B3872}"/>
              </a:ext>
            </a:extLst>
          </p:cNvPr>
          <p:cNvSpPr>
            <a:spLocks noGrp="1"/>
          </p:cNvSpPr>
          <p:nvPr/>
        </p:nvSpPr>
        <p:spPr>
          <a:xfrm>
            <a:off x="9755717" y="3228975"/>
            <a:ext cx="60590" cy="70115"/>
          </a:xfrm>
          <a:prstGeom prst="rect">
            <a:avLst/>
          </a:prstGeom>
          <a:solidFill>
            <a:srgbClr val="CC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" name="real-target-spectrogram-r9-c3">
            <a:extLst>
              <a:ext uri="{FF2B5EF4-FFF2-40B4-BE49-F238E27FC236}">
                <a16:creationId xmlns:a16="http://schemas.microsoft.com/office/drawing/2014/main" id="{A8634569-E251-4F59-8DB7-DB5DF16D4ED8}"/>
              </a:ext>
            </a:extLst>
          </p:cNvPr>
          <p:cNvSpPr>
            <a:spLocks noGrp="1"/>
          </p:cNvSpPr>
          <p:nvPr/>
        </p:nvSpPr>
        <p:spPr>
          <a:xfrm>
            <a:off x="9813925" y="3228975"/>
            <a:ext cx="60590" cy="70115"/>
          </a:xfrm>
          <a:prstGeom prst="rect">
            <a:avLst/>
          </a:prstGeom>
          <a:solidFill>
            <a:srgbClr val="D35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" name="real-target-spectrogram-r9-c4">
            <a:extLst>
              <a:ext uri="{FF2B5EF4-FFF2-40B4-BE49-F238E27FC236}">
                <a16:creationId xmlns:a16="http://schemas.microsoft.com/office/drawing/2014/main" id="{03A1E91E-E502-4D2D-9CFA-090A59AACA87}"/>
              </a:ext>
            </a:extLst>
          </p:cNvPr>
          <p:cNvSpPr>
            <a:spLocks noGrp="1"/>
          </p:cNvSpPr>
          <p:nvPr/>
        </p:nvSpPr>
        <p:spPr>
          <a:xfrm>
            <a:off x="9872133" y="3228975"/>
            <a:ext cx="60590" cy="70115"/>
          </a:xfrm>
          <a:prstGeom prst="rect">
            <a:avLst/>
          </a:prstGeom>
          <a:solidFill>
            <a:srgbClr val="BC3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" name="real-target-spectrogram-r9-c5">
            <a:extLst>
              <a:ext uri="{FF2B5EF4-FFF2-40B4-BE49-F238E27FC236}">
                <a16:creationId xmlns:a16="http://schemas.microsoft.com/office/drawing/2014/main" id="{69FAFFAF-3583-41B7-A2DB-E72676B81BD6}"/>
              </a:ext>
            </a:extLst>
          </p:cNvPr>
          <p:cNvSpPr>
            <a:spLocks noGrp="1"/>
          </p:cNvSpPr>
          <p:nvPr/>
        </p:nvSpPr>
        <p:spPr>
          <a:xfrm>
            <a:off x="9930342" y="3228975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" name="real-target-spectrogram-r9-c6">
            <a:extLst>
              <a:ext uri="{FF2B5EF4-FFF2-40B4-BE49-F238E27FC236}">
                <a16:creationId xmlns:a16="http://schemas.microsoft.com/office/drawing/2014/main" id="{73DE7CC8-9A27-4990-BB42-4DCA3AE17CDB}"/>
              </a:ext>
            </a:extLst>
          </p:cNvPr>
          <p:cNvSpPr>
            <a:spLocks noGrp="1"/>
          </p:cNvSpPr>
          <p:nvPr/>
        </p:nvSpPr>
        <p:spPr>
          <a:xfrm>
            <a:off x="9988550" y="3228975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" name="real-target-spectrogram-r9-c7">
            <a:extLst>
              <a:ext uri="{FF2B5EF4-FFF2-40B4-BE49-F238E27FC236}">
                <a16:creationId xmlns:a16="http://schemas.microsoft.com/office/drawing/2014/main" id="{037A11B0-9848-407E-9D35-87AC55B28B04}"/>
              </a:ext>
            </a:extLst>
          </p:cNvPr>
          <p:cNvSpPr>
            <a:spLocks noGrp="1"/>
          </p:cNvSpPr>
          <p:nvPr/>
        </p:nvSpPr>
        <p:spPr>
          <a:xfrm>
            <a:off x="10046758" y="3228975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" name="real-target-spectrogram-r9-c8">
            <a:extLst>
              <a:ext uri="{FF2B5EF4-FFF2-40B4-BE49-F238E27FC236}">
                <a16:creationId xmlns:a16="http://schemas.microsoft.com/office/drawing/2014/main" id="{3182D60C-3411-4895-8C13-19EAE7109D92}"/>
              </a:ext>
            </a:extLst>
          </p:cNvPr>
          <p:cNvSpPr>
            <a:spLocks noGrp="1"/>
          </p:cNvSpPr>
          <p:nvPr/>
        </p:nvSpPr>
        <p:spPr>
          <a:xfrm>
            <a:off x="10104967" y="3228975"/>
            <a:ext cx="60590" cy="70115"/>
          </a:xfrm>
          <a:prstGeom prst="rect">
            <a:avLst/>
          </a:prstGeom>
          <a:solidFill>
            <a:srgbClr val="1F0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" name="real-target-spectrogram-r9-c9">
            <a:extLst>
              <a:ext uri="{FF2B5EF4-FFF2-40B4-BE49-F238E27FC236}">
                <a16:creationId xmlns:a16="http://schemas.microsoft.com/office/drawing/2014/main" id="{605F109C-C4B4-46F2-A15D-97FFE7B0B147}"/>
              </a:ext>
            </a:extLst>
          </p:cNvPr>
          <p:cNvSpPr>
            <a:spLocks noGrp="1"/>
          </p:cNvSpPr>
          <p:nvPr/>
        </p:nvSpPr>
        <p:spPr>
          <a:xfrm>
            <a:off x="10163175" y="3228975"/>
            <a:ext cx="60590" cy="70115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" name="real-target-spectrogram-r9-c10">
            <a:extLst>
              <a:ext uri="{FF2B5EF4-FFF2-40B4-BE49-F238E27FC236}">
                <a16:creationId xmlns:a16="http://schemas.microsoft.com/office/drawing/2014/main" id="{1981EAB6-83A0-4ED1-BD7A-A598F47A6FB4}"/>
              </a:ext>
            </a:extLst>
          </p:cNvPr>
          <p:cNvSpPr>
            <a:spLocks noGrp="1"/>
          </p:cNvSpPr>
          <p:nvPr/>
        </p:nvSpPr>
        <p:spPr>
          <a:xfrm>
            <a:off x="10221383" y="3228975"/>
            <a:ext cx="60590" cy="70115"/>
          </a:xfrm>
          <a:prstGeom prst="rect">
            <a:avLst/>
          </a:prstGeom>
          <a:solidFill>
            <a:srgbClr val="8C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" name="real-target-spectrogram-r9-c11">
            <a:extLst>
              <a:ext uri="{FF2B5EF4-FFF2-40B4-BE49-F238E27FC236}">
                <a16:creationId xmlns:a16="http://schemas.microsoft.com/office/drawing/2014/main" id="{1D4CA0B4-C579-4776-BFA6-C0F9811C21B6}"/>
              </a:ext>
            </a:extLst>
          </p:cNvPr>
          <p:cNvSpPr>
            <a:spLocks noGrp="1"/>
          </p:cNvSpPr>
          <p:nvPr/>
        </p:nvSpPr>
        <p:spPr>
          <a:xfrm>
            <a:off x="10279592" y="3228975"/>
            <a:ext cx="60590" cy="70115"/>
          </a:xfrm>
          <a:prstGeom prst="rect">
            <a:avLst/>
          </a:prstGeom>
          <a:solidFill>
            <a:srgbClr val="AA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" name="real-target-spectrogram-r9-c12">
            <a:extLst>
              <a:ext uri="{FF2B5EF4-FFF2-40B4-BE49-F238E27FC236}">
                <a16:creationId xmlns:a16="http://schemas.microsoft.com/office/drawing/2014/main" id="{8BAB6DD3-CB47-48C9-A8BC-DEF55E781600}"/>
              </a:ext>
            </a:extLst>
          </p:cNvPr>
          <p:cNvSpPr>
            <a:spLocks noGrp="1"/>
          </p:cNvSpPr>
          <p:nvPr/>
        </p:nvSpPr>
        <p:spPr>
          <a:xfrm>
            <a:off x="10337800" y="3228975"/>
            <a:ext cx="60590" cy="70115"/>
          </a:xfrm>
          <a:prstGeom prst="rect">
            <a:avLst/>
          </a:prstGeom>
          <a:solidFill>
            <a:srgbClr val="76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" name="real-target-spectrogram-r9-c13">
            <a:extLst>
              <a:ext uri="{FF2B5EF4-FFF2-40B4-BE49-F238E27FC236}">
                <a16:creationId xmlns:a16="http://schemas.microsoft.com/office/drawing/2014/main" id="{45A84413-9ED1-481B-916E-BE6F8C8041E1}"/>
              </a:ext>
            </a:extLst>
          </p:cNvPr>
          <p:cNvSpPr>
            <a:spLocks noGrp="1"/>
          </p:cNvSpPr>
          <p:nvPr/>
        </p:nvSpPr>
        <p:spPr>
          <a:xfrm>
            <a:off x="10396008" y="3228975"/>
            <a:ext cx="60590" cy="70115"/>
          </a:xfrm>
          <a:prstGeom prst="rect">
            <a:avLst/>
          </a:prstGeom>
          <a:solidFill>
            <a:srgbClr val="67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" name="real-target-spectrogram-r9-c14">
            <a:extLst>
              <a:ext uri="{FF2B5EF4-FFF2-40B4-BE49-F238E27FC236}">
                <a16:creationId xmlns:a16="http://schemas.microsoft.com/office/drawing/2014/main" id="{6BC58237-B26D-49FE-9F8B-279E935DEF53}"/>
              </a:ext>
            </a:extLst>
          </p:cNvPr>
          <p:cNvSpPr>
            <a:spLocks noGrp="1"/>
          </p:cNvSpPr>
          <p:nvPr/>
        </p:nvSpPr>
        <p:spPr>
          <a:xfrm>
            <a:off x="10454217" y="3228975"/>
            <a:ext cx="60590" cy="70115"/>
          </a:xfrm>
          <a:prstGeom prst="rect">
            <a:avLst/>
          </a:prstGeom>
          <a:solidFill>
            <a:srgbClr val="79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" name="real-target-spectrogram-r9-c15">
            <a:extLst>
              <a:ext uri="{FF2B5EF4-FFF2-40B4-BE49-F238E27FC236}">
                <a16:creationId xmlns:a16="http://schemas.microsoft.com/office/drawing/2014/main" id="{B7E58614-4FEF-4D98-8462-594E90DE72B5}"/>
              </a:ext>
            </a:extLst>
          </p:cNvPr>
          <p:cNvSpPr>
            <a:spLocks noGrp="1"/>
          </p:cNvSpPr>
          <p:nvPr/>
        </p:nvSpPr>
        <p:spPr>
          <a:xfrm>
            <a:off x="10512425" y="3228975"/>
            <a:ext cx="60590" cy="70115"/>
          </a:xfrm>
          <a:prstGeom prst="rect">
            <a:avLst/>
          </a:prstGeom>
          <a:solidFill>
            <a:srgbClr val="58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" name="real-target-spectrogram-r9-c16">
            <a:extLst>
              <a:ext uri="{FF2B5EF4-FFF2-40B4-BE49-F238E27FC236}">
                <a16:creationId xmlns:a16="http://schemas.microsoft.com/office/drawing/2014/main" id="{BA2C7E34-3839-4070-A9DE-3D22C4DD85E2}"/>
              </a:ext>
            </a:extLst>
          </p:cNvPr>
          <p:cNvSpPr>
            <a:spLocks noGrp="1"/>
          </p:cNvSpPr>
          <p:nvPr/>
        </p:nvSpPr>
        <p:spPr>
          <a:xfrm>
            <a:off x="10570633" y="3228975"/>
            <a:ext cx="60590" cy="70115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" name="real-target-spectrogram-r9-c17">
            <a:extLst>
              <a:ext uri="{FF2B5EF4-FFF2-40B4-BE49-F238E27FC236}">
                <a16:creationId xmlns:a16="http://schemas.microsoft.com/office/drawing/2014/main" id="{D0AC0CB9-97E2-41CF-B3F2-31C568CEC182}"/>
              </a:ext>
            </a:extLst>
          </p:cNvPr>
          <p:cNvSpPr>
            <a:spLocks noGrp="1"/>
          </p:cNvSpPr>
          <p:nvPr/>
        </p:nvSpPr>
        <p:spPr>
          <a:xfrm>
            <a:off x="10628842" y="3228975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" name="real-target-spectrogram-r10-c0">
            <a:extLst>
              <a:ext uri="{FF2B5EF4-FFF2-40B4-BE49-F238E27FC236}">
                <a16:creationId xmlns:a16="http://schemas.microsoft.com/office/drawing/2014/main" id="{B09B09B8-D03B-403B-88E1-84F8FC5BDAFA}"/>
              </a:ext>
            </a:extLst>
          </p:cNvPr>
          <p:cNvSpPr>
            <a:spLocks noGrp="1"/>
          </p:cNvSpPr>
          <p:nvPr/>
        </p:nvSpPr>
        <p:spPr>
          <a:xfrm>
            <a:off x="9639300" y="3296708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" name="real-target-spectrogram-r10-c1">
            <a:extLst>
              <a:ext uri="{FF2B5EF4-FFF2-40B4-BE49-F238E27FC236}">
                <a16:creationId xmlns:a16="http://schemas.microsoft.com/office/drawing/2014/main" id="{CBF86DBC-5DC7-434C-8C01-F77E49A934C5}"/>
              </a:ext>
            </a:extLst>
          </p:cNvPr>
          <p:cNvSpPr>
            <a:spLocks noGrp="1"/>
          </p:cNvSpPr>
          <p:nvPr/>
        </p:nvSpPr>
        <p:spPr>
          <a:xfrm>
            <a:off x="9697508" y="3296708"/>
            <a:ext cx="60590" cy="70115"/>
          </a:xfrm>
          <a:prstGeom prst="rect">
            <a:avLst/>
          </a:prstGeom>
          <a:solidFill>
            <a:srgbClr val="93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" name="real-target-spectrogram-r10-c2">
            <a:extLst>
              <a:ext uri="{FF2B5EF4-FFF2-40B4-BE49-F238E27FC236}">
                <a16:creationId xmlns:a16="http://schemas.microsoft.com/office/drawing/2014/main" id="{3BCDAFD1-154C-42E8-9EA1-F9DC672C81B9}"/>
              </a:ext>
            </a:extLst>
          </p:cNvPr>
          <p:cNvSpPr>
            <a:spLocks noGrp="1"/>
          </p:cNvSpPr>
          <p:nvPr/>
        </p:nvSpPr>
        <p:spPr>
          <a:xfrm>
            <a:off x="9755717" y="3296708"/>
            <a:ext cx="60590" cy="70115"/>
          </a:xfrm>
          <a:prstGeom prst="rect">
            <a:avLst/>
          </a:prstGeom>
          <a:solidFill>
            <a:srgbClr val="F17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" name="real-target-spectrogram-r10-c3">
            <a:extLst>
              <a:ext uri="{FF2B5EF4-FFF2-40B4-BE49-F238E27FC236}">
                <a16:creationId xmlns:a16="http://schemas.microsoft.com/office/drawing/2014/main" id="{DF2A9199-6BE6-4AC2-A337-32ED27717E9F}"/>
              </a:ext>
            </a:extLst>
          </p:cNvPr>
          <p:cNvSpPr>
            <a:spLocks noGrp="1"/>
          </p:cNvSpPr>
          <p:nvPr/>
        </p:nvSpPr>
        <p:spPr>
          <a:xfrm>
            <a:off x="9813925" y="3296708"/>
            <a:ext cx="60590" cy="70115"/>
          </a:xfrm>
          <a:prstGeom prst="rect">
            <a:avLst/>
          </a:prstGeom>
          <a:solidFill>
            <a:srgbClr val="D552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" name="real-target-spectrogram-r10-c4">
            <a:extLst>
              <a:ext uri="{FF2B5EF4-FFF2-40B4-BE49-F238E27FC236}">
                <a16:creationId xmlns:a16="http://schemas.microsoft.com/office/drawing/2014/main" id="{9AFCE105-76F7-4768-8D8B-601AF4BE9DC1}"/>
              </a:ext>
            </a:extLst>
          </p:cNvPr>
          <p:cNvSpPr>
            <a:spLocks noGrp="1"/>
          </p:cNvSpPr>
          <p:nvPr/>
        </p:nvSpPr>
        <p:spPr>
          <a:xfrm>
            <a:off x="9872133" y="3296708"/>
            <a:ext cx="60590" cy="70115"/>
          </a:xfrm>
          <a:prstGeom prst="rect">
            <a:avLst/>
          </a:prstGeom>
          <a:solidFill>
            <a:srgbClr val="D553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" name="real-target-spectrogram-r10-c5">
            <a:extLst>
              <a:ext uri="{FF2B5EF4-FFF2-40B4-BE49-F238E27FC236}">
                <a16:creationId xmlns:a16="http://schemas.microsoft.com/office/drawing/2014/main" id="{27EE85BB-C377-4A17-A8AD-CA652DDBD4D2}"/>
              </a:ext>
            </a:extLst>
          </p:cNvPr>
          <p:cNvSpPr>
            <a:spLocks noGrp="1"/>
          </p:cNvSpPr>
          <p:nvPr/>
        </p:nvSpPr>
        <p:spPr>
          <a:xfrm>
            <a:off x="9930342" y="3296708"/>
            <a:ext cx="60590" cy="70115"/>
          </a:xfrm>
          <a:prstGeom prst="rect">
            <a:avLst/>
          </a:prstGeom>
          <a:solidFill>
            <a:srgbClr val="76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" name="real-target-spectrogram-r10-c6">
            <a:extLst>
              <a:ext uri="{FF2B5EF4-FFF2-40B4-BE49-F238E27FC236}">
                <a16:creationId xmlns:a16="http://schemas.microsoft.com/office/drawing/2014/main" id="{71755728-786B-4140-ABD3-D3A80ED6A9CD}"/>
              </a:ext>
            </a:extLst>
          </p:cNvPr>
          <p:cNvSpPr>
            <a:spLocks noGrp="1"/>
          </p:cNvSpPr>
          <p:nvPr/>
        </p:nvSpPr>
        <p:spPr>
          <a:xfrm>
            <a:off x="9988550" y="3296708"/>
            <a:ext cx="60590" cy="70115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" name="real-target-spectrogram-r10-c7">
            <a:extLst>
              <a:ext uri="{FF2B5EF4-FFF2-40B4-BE49-F238E27FC236}">
                <a16:creationId xmlns:a16="http://schemas.microsoft.com/office/drawing/2014/main" id="{104E3DC9-BAA0-41A0-A705-7DCCCCFBD37E}"/>
              </a:ext>
            </a:extLst>
          </p:cNvPr>
          <p:cNvSpPr>
            <a:spLocks noGrp="1"/>
          </p:cNvSpPr>
          <p:nvPr/>
        </p:nvSpPr>
        <p:spPr>
          <a:xfrm>
            <a:off x="10046758" y="3296708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" name="real-target-spectrogram-r10-c8">
            <a:extLst>
              <a:ext uri="{FF2B5EF4-FFF2-40B4-BE49-F238E27FC236}">
                <a16:creationId xmlns:a16="http://schemas.microsoft.com/office/drawing/2014/main" id="{5B06A8EA-3C20-43D4-B372-130ADDC4DD10}"/>
              </a:ext>
            </a:extLst>
          </p:cNvPr>
          <p:cNvSpPr>
            <a:spLocks noGrp="1"/>
          </p:cNvSpPr>
          <p:nvPr/>
        </p:nvSpPr>
        <p:spPr>
          <a:xfrm>
            <a:off x="10104967" y="3296708"/>
            <a:ext cx="60590" cy="70115"/>
          </a:xfrm>
          <a:prstGeom prst="rect">
            <a:avLst/>
          </a:prstGeom>
          <a:solidFill>
            <a:srgbClr val="3B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" name="real-target-spectrogram-r10-c9">
            <a:extLst>
              <a:ext uri="{FF2B5EF4-FFF2-40B4-BE49-F238E27FC236}">
                <a16:creationId xmlns:a16="http://schemas.microsoft.com/office/drawing/2014/main" id="{B842AE57-EFC6-4031-8DDE-A2E302688D8E}"/>
              </a:ext>
            </a:extLst>
          </p:cNvPr>
          <p:cNvSpPr>
            <a:spLocks noGrp="1"/>
          </p:cNvSpPr>
          <p:nvPr/>
        </p:nvSpPr>
        <p:spPr>
          <a:xfrm>
            <a:off x="10163175" y="3296708"/>
            <a:ext cx="60590" cy="70115"/>
          </a:xfrm>
          <a:prstGeom prst="rect">
            <a:avLst/>
          </a:prstGeom>
          <a:solidFill>
            <a:srgbClr val="6A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" name="real-target-spectrogram-r10-c10">
            <a:extLst>
              <a:ext uri="{FF2B5EF4-FFF2-40B4-BE49-F238E27FC236}">
                <a16:creationId xmlns:a16="http://schemas.microsoft.com/office/drawing/2014/main" id="{25789CFB-C0DA-48DB-A988-C3AA8032E449}"/>
              </a:ext>
            </a:extLst>
          </p:cNvPr>
          <p:cNvSpPr>
            <a:spLocks noGrp="1"/>
          </p:cNvSpPr>
          <p:nvPr/>
        </p:nvSpPr>
        <p:spPr>
          <a:xfrm>
            <a:off x="10221383" y="3296708"/>
            <a:ext cx="60590" cy="70115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" name="real-target-spectrogram-r10-c11">
            <a:extLst>
              <a:ext uri="{FF2B5EF4-FFF2-40B4-BE49-F238E27FC236}">
                <a16:creationId xmlns:a16="http://schemas.microsoft.com/office/drawing/2014/main" id="{E6598413-D590-4B8B-A3DD-17CA6B500DBA}"/>
              </a:ext>
            </a:extLst>
          </p:cNvPr>
          <p:cNvSpPr>
            <a:spLocks noGrp="1"/>
          </p:cNvSpPr>
          <p:nvPr/>
        </p:nvSpPr>
        <p:spPr>
          <a:xfrm>
            <a:off x="10279592" y="3296708"/>
            <a:ext cx="60590" cy="70115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" name="real-target-spectrogram-r10-c12">
            <a:extLst>
              <a:ext uri="{FF2B5EF4-FFF2-40B4-BE49-F238E27FC236}">
                <a16:creationId xmlns:a16="http://schemas.microsoft.com/office/drawing/2014/main" id="{C8B701FB-2528-4F25-AE25-2F2B368F0583}"/>
              </a:ext>
            </a:extLst>
          </p:cNvPr>
          <p:cNvSpPr>
            <a:spLocks noGrp="1"/>
          </p:cNvSpPr>
          <p:nvPr/>
        </p:nvSpPr>
        <p:spPr>
          <a:xfrm>
            <a:off x="10337800" y="3296708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" name="real-target-spectrogram-r10-c13">
            <a:extLst>
              <a:ext uri="{FF2B5EF4-FFF2-40B4-BE49-F238E27FC236}">
                <a16:creationId xmlns:a16="http://schemas.microsoft.com/office/drawing/2014/main" id="{3F2635BF-AD94-4244-8F3C-C525D5EBB460}"/>
              </a:ext>
            </a:extLst>
          </p:cNvPr>
          <p:cNvSpPr>
            <a:spLocks noGrp="1"/>
          </p:cNvSpPr>
          <p:nvPr/>
        </p:nvSpPr>
        <p:spPr>
          <a:xfrm>
            <a:off x="10396008" y="3296708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" name="real-target-spectrogram-r10-c14">
            <a:extLst>
              <a:ext uri="{FF2B5EF4-FFF2-40B4-BE49-F238E27FC236}">
                <a16:creationId xmlns:a16="http://schemas.microsoft.com/office/drawing/2014/main" id="{F0985554-8C7F-4D37-945F-03F3F8B1B78C}"/>
              </a:ext>
            </a:extLst>
          </p:cNvPr>
          <p:cNvSpPr>
            <a:spLocks noGrp="1"/>
          </p:cNvSpPr>
          <p:nvPr/>
        </p:nvSpPr>
        <p:spPr>
          <a:xfrm>
            <a:off x="10454217" y="3296708"/>
            <a:ext cx="60590" cy="70115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" name="real-target-spectrogram-r10-c15">
            <a:extLst>
              <a:ext uri="{FF2B5EF4-FFF2-40B4-BE49-F238E27FC236}">
                <a16:creationId xmlns:a16="http://schemas.microsoft.com/office/drawing/2014/main" id="{1F197DB9-0A5F-47C7-8955-533824D534B3}"/>
              </a:ext>
            </a:extLst>
          </p:cNvPr>
          <p:cNvSpPr>
            <a:spLocks noGrp="1"/>
          </p:cNvSpPr>
          <p:nvPr/>
        </p:nvSpPr>
        <p:spPr>
          <a:xfrm>
            <a:off x="10512425" y="3296708"/>
            <a:ext cx="60590" cy="70115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" name="real-target-spectrogram-r10-c16">
            <a:extLst>
              <a:ext uri="{FF2B5EF4-FFF2-40B4-BE49-F238E27FC236}">
                <a16:creationId xmlns:a16="http://schemas.microsoft.com/office/drawing/2014/main" id="{18339FF5-1439-4F8F-A92A-3D09D0473460}"/>
              </a:ext>
            </a:extLst>
          </p:cNvPr>
          <p:cNvSpPr>
            <a:spLocks noGrp="1"/>
          </p:cNvSpPr>
          <p:nvPr/>
        </p:nvSpPr>
        <p:spPr>
          <a:xfrm>
            <a:off x="10570633" y="3296708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" name="real-target-spectrogram-r10-c17">
            <a:extLst>
              <a:ext uri="{FF2B5EF4-FFF2-40B4-BE49-F238E27FC236}">
                <a16:creationId xmlns:a16="http://schemas.microsoft.com/office/drawing/2014/main" id="{8BAF6F96-74A7-46A0-BC97-1B0955E21EAA}"/>
              </a:ext>
            </a:extLst>
          </p:cNvPr>
          <p:cNvSpPr>
            <a:spLocks noGrp="1"/>
          </p:cNvSpPr>
          <p:nvPr/>
        </p:nvSpPr>
        <p:spPr>
          <a:xfrm>
            <a:off x="10628842" y="3296708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" name="real-target-spectrogram-r11-c0">
            <a:extLst>
              <a:ext uri="{FF2B5EF4-FFF2-40B4-BE49-F238E27FC236}">
                <a16:creationId xmlns:a16="http://schemas.microsoft.com/office/drawing/2014/main" id="{16066989-288B-46A9-A2DD-04D7D2E2DD29}"/>
              </a:ext>
            </a:extLst>
          </p:cNvPr>
          <p:cNvSpPr>
            <a:spLocks noGrp="1"/>
          </p:cNvSpPr>
          <p:nvPr/>
        </p:nvSpPr>
        <p:spPr>
          <a:xfrm>
            <a:off x="9639300" y="3364442"/>
            <a:ext cx="60590" cy="70115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" name="real-target-spectrogram-r11-c1">
            <a:extLst>
              <a:ext uri="{FF2B5EF4-FFF2-40B4-BE49-F238E27FC236}">
                <a16:creationId xmlns:a16="http://schemas.microsoft.com/office/drawing/2014/main" id="{595B8522-9425-49FC-AFC1-4C6B0CE4C946}"/>
              </a:ext>
            </a:extLst>
          </p:cNvPr>
          <p:cNvSpPr>
            <a:spLocks noGrp="1"/>
          </p:cNvSpPr>
          <p:nvPr/>
        </p:nvSpPr>
        <p:spPr>
          <a:xfrm>
            <a:off x="9697508" y="3364442"/>
            <a:ext cx="60590" cy="70115"/>
          </a:xfrm>
          <a:prstGeom prst="rect">
            <a:avLst/>
          </a:prstGeom>
          <a:solidFill>
            <a:srgbClr val="83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" name="real-target-spectrogram-r11-c2">
            <a:extLst>
              <a:ext uri="{FF2B5EF4-FFF2-40B4-BE49-F238E27FC236}">
                <a16:creationId xmlns:a16="http://schemas.microsoft.com/office/drawing/2014/main" id="{44B9785D-49ED-41B6-89BC-87852F2368E4}"/>
              </a:ext>
            </a:extLst>
          </p:cNvPr>
          <p:cNvSpPr>
            <a:spLocks noGrp="1"/>
          </p:cNvSpPr>
          <p:nvPr/>
        </p:nvSpPr>
        <p:spPr>
          <a:xfrm>
            <a:off x="9755717" y="3364442"/>
            <a:ext cx="60590" cy="70115"/>
          </a:xfrm>
          <a:prstGeom prst="rect">
            <a:avLst/>
          </a:prstGeom>
          <a:solidFill>
            <a:srgbClr val="CB49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" name="real-target-spectrogram-r11-c3">
            <a:extLst>
              <a:ext uri="{FF2B5EF4-FFF2-40B4-BE49-F238E27FC236}">
                <a16:creationId xmlns:a16="http://schemas.microsoft.com/office/drawing/2014/main" id="{D8356026-B2FE-4EB5-ADF3-F34A582FF380}"/>
              </a:ext>
            </a:extLst>
          </p:cNvPr>
          <p:cNvSpPr>
            <a:spLocks noGrp="1"/>
          </p:cNvSpPr>
          <p:nvPr/>
        </p:nvSpPr>
        <p:spPr>
          <a:xfrm>
            <a:off x="9813925" y="3364442"/>
            <a:ext cx="60590" cy="70115"/>
          </a:xfrm>
          <a:prstGeom prst="rect">
            <a:avLst/>
          </a:prstGeom>
          <a:solidFill>
            <a:srgbClr val="F9A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" name="real-target-spectrogram-r11-c4">
            <a:extLst>
              <a:ext uri="{FF2B5EF4-FFF2-40B4-BE49-F238E27FC236}">
                <a16:creationId xmlns:a16="http://schemas.microsoft.com/office/drawing/2014/main" id="{D78F86F7-5112-4A9D-A268-1ECC5E4F5534}"/>
              </a:ext>
            </a:extLst>
          </p:cNvPr>
          <p:cNvSpPr>
            <a:spLocks noGrp="1"/>
          </p:cNvSpPr>
          <p:nvPr/>
        </p:nvSpPr>
        <p:spPr>
          <a:xfrm>
            <a:off x="9872133" y="3364442"/>
            <a:ext cx="60590" cy="70115"/>
          </a:xfrm>
          <a:prstGeom prst="rect">
            <a:avLst/>
          </a:prstGeom>
          <a:solidFill>
            <a:srgbClr val="E460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" name="real-target-spectrogram-r11-c5">
            <a:extLst>
              <a:ext uri="{FF2B5EF4-FFF2-40B4-BE49-F238E27FC236}">
                <a16:creationId xmlns:a16="http://schemas.microsoft.com/office/drawing/2014/main" id="{1BC66008-7E35-426E-ABFA-4AF07EFF7B8A}"/>
              </a:ext>
            </a:extLst>
          </p:cNvPr>
          <p:cNvSpPr>
            <a:spLocks noGrp="1"/>
          </p:cNvSpPr>
          <p:nvPr/>
        </p:nvSpPr>
        <p:spPr>
          <a:xfrm>
            <a:off x="9930342" y="3364442"/>
            <a:ext cx="60590" cy="70115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" name="real-target-spectrogram-r11-c6">
            <a:extLst>
              <a:ext uri="{FF2B5EF4-FFF2-40B4-BE49-F238E27FC236}">
                <a16:creationId xmlns:a16="http://schemas.microsoft.com/office/drawing/2014/main" id="{7D4692E0-4ED7-4CD9-B374-98262E205F1D}"/>
              </a:ext>
            </a:extLst>
          </p:cNvPr>
          <p:cNvSpPr>
            <a:spLocks noGrp="1"/>
          </p:cNvSpPr>
          <p:nvPr/>
        </p:nvSpPr>
        <p:spPr>
          <a:xfrm>
            <a:off x="9988550" y="3364442"/>
            <a:ext cx="60590" cy="70115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" name="real-target-spectrogram-r11-c7">
            <a:extLst>
              <a:ext uri="{FF2B5EF4-FFF2-40B4-BE49-F238E27FC236}">
                <a16:creationId xmlns:a16="http://schemas.microsoft.com/office/drawing/2014/main" id="{AF9BDA40-7FD8-441B-BC8A-1E26269DB003}"/>
              </a:ext>
            </a:extLst>
          </p:cNvPr>
          <p:cNvSpPr>
            <a:spLocks noGrp="1"/>
          </p:cNvSpPr>
          <p:nvPr/>
        </p:nvSpPr>
        <p:spPr>
          <a:xfrm>
            <a:off x="10046758" y="3364442"/>
            <a:ext cx="60590" cy="70115"/>
          </a:xfrm>
          <a:prstGeom prst="rect">
            <a:avLst/>
          </a:prstGeom>
          <a:solidFill>
            <a:srgbClr val="84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" name="real-target-spectrogram-r11-c8">
            <a:extLst>
              <a:ext uri="{FF2B5EF4-FFF2-40B4-BE49-F238E27FC236}">
                <a16:creationId xmlns:a16="http://schemas.microsoft.com/office/drawing/2014/main" id="{A1E4D22D-41A7-483E-82DE-F4AED678BF4B}"/>
              </a:ext>
            </a:extLst>
          </p:cNvPr>
          <p:cNvSpPr>
            <a:spLocks noGrp="1"/>
          </p:cNvSpPr>
          <p:nvPr/>
        </p:nvSpPr>
        <p:spPr>
          <a:xfrm>
            <a:off x="10104967" y="3364442"/>
            <a:ext cx="60590" cy="70115"/>
          </a:xfrm>
          <a:prstGeom prst="rect">
            <a:avLst/>
          </a:prstGeom>
          <a:solidFill>
            <a:srgbClr val="9E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" name="real-target-spectrogram-r11-c9">
            <a:extLst>
              <a:ext uri="{FF2B5EF4-FFF2-40B4-BE49-F238E27FC236}">
                <a16:creationId xmlns:a16="http://schemas.microsoft.com/office/drawing/2014/main" id="{04810C5A-BD8A-464B-84F9-21B409314E40}"/>
              </a:ext>
            </a:extLst>
          </p:cNvPr>
          <p:cNvSpPr>
            <a:spLocks noGrp="1"/>
          </p:cNvSpPr>
          <p:nvPr/>
        </p:nvSpPr>
        <p:spPr>
          <a:xfrm>
            <a:off x="10163175" y="3364442"/>
            <a:ext cx="60590" cy="70115"/>
          </a:xfrm>
          <a:prstGeom prst="rect">
            <a:avLst/>
          </a:prstGeom>
          <a:solidFill>
            <a:srgbClr val="B2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" name="real-target-spectrogram-r11-c10">
            <a:extLst>
              <a:ext uri="{FF2B5EF4-FFF2-40B4-BE49-F238E27FC236}">
                <a16:creationId xmlns:a16="http://schemas.microsoft.com/office/drawing/2014/main" id="{F86C4091-79E6-467E-B1F7-B4019F5D38CC}"/>
              </a:ext>
            </a:extLst>
          </p:cNvPr>
          <p:cNvSpPr>
            <a:spLocks noGrp="1"/>
          </p:cNvSpPr>
          <p:nvPr/>
        </p:nvSpPr>
        <p:spPr>
          <a:xfrm>
            <a:off x="10221383" y="3364442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" name="real-target-spectrogram-r11-c11">
            <a:extLst>
              <a:ext uri="{FF2B5EF4-FFF2-40B4-BE49-F238E27FC236}">
                <a16:creationId xmlns:a16="http://schemas.microsoft.com/office/drawing/2014/main" id="{2EE34251-A74E-460A-9E46-C93495CFC4AA}"/>
              </a:ext>
            </a:extLst>
          </p:cNvPr>
          <p:cNvSpPr>
            <a:spLocks noGrp="1"/>
          </p:cNvSpPr>
          <p:nvPr/>
        </p:nvSpPr>
        <p:spPr>
          <a:xfrm>
            <a:off x="10279592" y="3364442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" name="real-target-spectrogram-r11-c12">
            <a:extLst>
              <a:ext uri="{FF2B5EF4-FFF2-40B4-BE49-F238E27FC236}">
                <a16:creationId xmlns:a16="http://schemas.microsoft.com/office/drawing/2014/main" id="{270ED859-A102-46AB-8ABC-936FCD8A3117}"/>
              </a:ext>
            </a:extLst>
          </p:cNvPr>
          <p:cNvSpPr>
            <a:spLocks noGrp="1"/>
          </p:cNvSpPr>
          <p:nvPr/>
        </p:nvSpPr>
        <p:spPr>
          <a:xfrm>
            <a:off x="10337800" y="3364442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" name="real-target-spectrogram-r11-c13">
            <a:extLst>
              <a:ext uri="{FF2B5EF4-FFF2-40B4-BE49-F238E27FC236}">
                <a16:creationId xmlns:a16="http://schemas.microsoft.com/office/drawing/2014/main" id="{1152FCF5-8747-456A-B3C1-E757A5AD804A}"/>
              </a:ext>
            </a:extLst>
          </p:cNvPr>
          <p:cNvSpPr>
            <a:spLocks noGrp="1"/>
          </p:cNvSpPr>
          <p:nvPr/>
        </p:nvSpPr>
        <p:spPr>
          <a:xfrm>
            <a:off x="10396008" y="3364442"/>
            <a:ext cx="60590" cy="70115"/>
          </a:xfrm>
          <a:prstGeom prst="rect">
            <a:avLst/>
          </a:prstGeom>
          <a:solidFill>
            <a:srgbClr val="47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4" name="real-target-spectrogram-r11-c14">
            <a:extLst>
              <a:ext uri="{FF2B5EF4-FFF2-40B4-BE49-F238E27FC236}">
                <a16:creationId xmlns:a16="http://schemas.microsoft.com/office/drawing/2014/main" id="{C01D8750-07C0-4D97-8960-043AA5AB4921}"/>
              </a:ext>
            </a:extLst>
          </p:cNvPr>
          <p:cNvSpPr>
            <a:spLocks noGrp="1"/>
          </p:cNvSpPr>
          <p:nvPr/>
        </p:nvSpPr>
        <p:spPr>
          <a:xfrm>
            <a:off x="10454217" y="3364442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5" name="real-target-spectrogram-r11-c15">
            <a:extLst>
              <a:ext uri="{FF2B5EF4-FFF2-40B4-BE49-F238E27FC236}">
                <a16:creationId xmlns:a16="http://schemas.microsoft.com/office/drawing/2014/main" id="{828C7208-9F96-4404-85A9-29C0E7AFBBB9}"/>
              </a:ext>
            </a:extLst>
          </p:cNvPr>
          <p:cNvSpPr>
            <a:spLocks noGrp="1"/>
          </p:cNvSpPr>
          <p:nvPr/>
        </p:nvSpPr>
        <p:spPr>
          <a:xfrm>
            <a:off x="10512425" y="3364442"/>
            <a:ext cx="60590" cy="70115"/>
          </a:xfrm>
          <a:prstGeom prst="rect">
            <a:avLst/>
          </a:prstGeom>
          <a:solidFill>
            <a:srgbClr val="AE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6" name="real-target-spectrogram-r11-c16">
            <a:extLst>
              <a:ext uri="{FF2B5EF4-FFF2-40B4-BE49-F238E27FC236}">
                <a16:creationId xmlns:a16="http://schemas.microsoft.com/office/drawing/2014/main" id="{DDDB6DC8-7F0D-49FA-BA98-176E9146680B}"/>
              </a:ext>
            </a:extLst>
          </p:cNvPr>
          <p:cNvSpPr>
            <a:spLocks noGrp="1"/>
          </p:cNvSpPr>
          <p:nvPr/>
        </p:nvSpPr>
        <p:spPr>
          <a:xfrm>
            <a:off x="10570633" y="3364442"/>
            <a:ext cx="60590" cy="70115"/>
          </a:xfrm>
          <a:prstGeom prst="rect">
            <a:avLst/>
          </a:prstGeom>
          <a:solidFill>
            <a:srgbClr val="71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7" name="real-target-spectrogram-r11-c17">
            <a:extLst>
              <a:ext uri="{FF2B5EF4-FFF2-40B4-BE49-F238E27FC236}">
                <a16:creationId xmlns:a16="http://schemas.microsoft.com/office/drawing/2014/main" id="{C34F9D71-5C37-4E53-AE44-2497221EB38B}"/>
              </a:ext>
            </a:extLst>
          </p:cNvPr>
          <p:cNvSpPr>
            <a:spLocks noGrp="1"/>
          </p:cNvSpPr>
          <p:nvPr/>
        </p:nvSpPr>
        <p:spPr>
          <a:xfrm>
            <a:off x="10628842" y="3364442"/>
            <a:ext cx="60590" cy="70115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8" name="real-target-spectrogram-r12-c0">
            <a:extLst>
              <a:ext uri="{FF2B5EF4-FFF2-40B4-BE49-F238E27FC236}">
                <a16:creationId xmlns:a16="http://schemas.microsoft.com/office/drawing/2014/main" id="{E8D80303-E869-4462-AD66-A584BA7F7904}"/>
              </a:ext>
            </a:extLst>
          </p:cNvPr>
          <p:cNvSpPr>
            <a:spLocks noGrp="1"/>
          </p:cNvSpPr>
          <p:nvPr/>
        </p:nvSpPr>
        <p:spPr>
          <a:xfrm>
            <a:off x="9639300" y="3432175"/>
            <a:ext cx="60590" cy="70115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9" name="real-target-spectrogram-r12-c1">
            <a:extLst>
              <a:ext uri="{FF2B5EF4-FFF2-40B4-BE49-F238E27FC236}">
                <a16:creationId xmlns:a16="http://schemas.microsoft.com/office/drawing/2014/main" id="{7932143B-BD6A-4569-92DB-44344B572B97}"/>
              </a:ext>
            </a:extLst>
          </p:cNvPr>
          <p:cNvSpPr>
            <a:spLocks noGrp="1"/>
          </p:cNvSpPr>
          <p:nvPr/>
        </p:nvSpPr>
        <p:spPr>
          <a:xfrm>
            <a:off x="9697508" y="3432175"/>
            <a:ext cx="60590" cy="70115"/>
          </a:xfrm>
          <a:prstGeom prst="rect">
            <a:avLst/>
          </a:prstGeom>
          <a:solidFill>
            <a:srgbClr val="A7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0" name="real-target-spectrogram-r12-c2">
            <a:extLst>
              <a:ext uri="{FF2B5EF4-FFF2-40B4-BE49-F238E27FC236}">
                <a16:creationId xmlns:a16="http://schemas.microsoft.com/office/drawing/2014/main" id="{31322E58-5CC5-4730-9847-3210419A24F9}"/>
              </a:ext>
            </a:extLst>
          </p:cNvPr>
          <p:cNvSpPr>
            <a:spLocks noGrp="1"/>
          </p:cNvSpPr>
          <p:nvPr/>
        </p:nvSpPr>
        <p:spPr>
          <a:xfrm>
            <a:off x="9755717" y="3432175"/>
            <a:ext cx="60590" cy="70115"/>
          </a:xfrm>
          <a:prstGeom prst="rect">
            <a:avLst/>
          </a:prstGeom>
          <a:solidFill>
            <a:srgbClr val="F17C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1" name="real-target-spectrogram-r12-c3">
            <a:extLst>
              <a:ext uri="{FF2B5EF4-FFF2-40B4-BE49-F238E27FC236}">
                <a16:creationId xmlns:a16="http://schemas.microsoft.com/office/drawing/2014/main" id="{70E0FEC4-5A82-4BDE-99DB-2B197E65D3AD}"/>
              </a:ext>
            </a:extLst>
          </p:cNvPr>
          <p:cNvSpPr>
            <a:spLocks noGrp="1"/>
          </p:cNvSpPr>
          <p:nvPr/>
        </p:nvSpPr>
        <p:spPr>
          <a:xfrm>
            <a:off x="9813925" y="3432175"/>
            <a:ext cx="60590" cy="70115"/>
          </a:xfrm>
          <a:prstGeom prst="rect">
            <a:avLst/>
          </a:prstGeom>
          <a:solidFill>
            <a:srgbClr val="C242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2" name="real-target-spectrogram-r12-c4">
            <a:extLst>
              <a:ext uri="{FF2B5EF4-FFF2-40B4-BE49-F238E27FC236}">
                <a16:creationId xmlns:a16="http://schemas.microsoft.com/office/drawing/2014/main" id="{25EF2C6F-0D50-4448-9BE2-54F87A8CCC89}"/>
              </a:ext>
            </a:extLst>
          </p:cNvPr>
          <p:cNvSpPr>
            <a:spLocks noGrp="1"/>
          </p:cNvSpPr>
          <p:nvPr/>
        </p:nvSpPr>
        <p:spPr>
          <a:xfrm>
            <a:off x="9872133" y="3432175"/>
            <a:ext cx="60590" cy="70115"/>
          </a:xfrm>
          <a:prstGeom prst="rect">
            <a:avLst/>
          </a:prstGeom>
          <a:solidFill>
            <a:srgbClr val="FDD2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3" name="real-target-spectrogram-r12-c5">
            <a:extLst>
              <a:ext uri="{FF2B5EF4-FFF2-40B4-BE49-F238E27FC236}">
                <a16:creationId xmlns:a16="http://schemas.microsoft.com/office/drawing/2014/main" id="{B7311CEE-BCD2-4D2C-BEDE-AC8E069251AF}"/>
              </a:ext>
            </a:extLst>
          </p:cNvPr>
          <p:cNvSpPr>
            <a:spLocks noGrp="1"/>
          </p:cNvSpPr>
          <p:nvPr/>
        </p:nvSpPr>
        <p:spPr>
          <a:xfrm>
            <a:off x="9930342" y="3432175"/>
            <a:ext cx="60590" cy="70115"/>
          </a:xfrm>
          <a:prstGeom prst="rect">
            <a:avLst/>
          </a:prstGeom>
          <a:solidFill>
            <a:srgbClr val="C746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4" name="real-target-spectrogram-r12-c6">
            <a:extLst>
              <a:ext uri="{FF2B5EF4-FFF2-40B4-BE49-F238E27FC236}">
                <a16:creationId xmlns:a16="http://schemas.microsoft.com/office/drawing/2014/main" id="{F3A413FB-3505-4810-8AE6-EEB343A37251}"/>
              </a:ext>
            </a:extLst>
          </p:cNvPr>
          <p:cNvSpPr>
            <a:spLocks noGrp="1"/>
          </p:cNvSpPr>
          <p:nvPr/>
        </p:nvSpPr>
        <p:spPr>
          <a:xfrm>
            <a:off x="9988550" y="3432175"/>
            <a:ext cx="60590" cy="70115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5" name="real-target-spectrogram-r12-c7">
            <a:extLst>
              <a:ext uri="{FF2B5EF4-FFF2-40B4-BE49-F238E27FC236}">
                <a16:creationId xmlns:a16="http://schemas.microsoft.com/office/drawing/2014/main" id="{9BFBFBA5-E849-4DCA-8911-6DCF4B9217F7}"/>
              </a:ext>
            </a:extLst>
          </p:cNvPr>
          <p:cNvSpPr>
            <a:spLocks noGrp="1"/>
          </p:cNvSpPr>
          <p:nvPr/>
        </p:nvSpPr>
        <p:spPr>
          <a:xfrm>
            <a:off x="10046758" y="3432175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6" name="real-target-spectrogram-r12-c8">
            <a:extLst>
              <a:ext uri="{FF2B5EF4-FFF2-40B4-BE49-F238E27FC236}">
                <a16:creationId xmlns:a16="http://schemas.microsoft.com/office/drawing/2014/main" id="{761D6681-482F-4875-9879-CB4A40E86CF0}"/>
              </a:ext>
            </a:extLst>
          </p:cNvPr>
          <p:cNvSpPr>
            <a:spLocks noGrp="1"/>
          </p:cNvSpPr>
          <p:nvPr/>
        </p:nvSpPr>
        <p:spPr>
          <a:xfrm>
            <a:off x="10104967" y="3432175"/>
            <a:ext cx="60590" cy="70115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7" name="real-target-spectrogram-r12-c9">
            <a:extLst>
              <a:ext uri="{FF2B5EF4-FFF2-40B4-BE49-F238E27FC236}">
                <a16:creationId xmlns:a16="http://schemas.microsoft.com/office/drawing/2014/main" id="{44C6F4CB-587F-4F8F-B7CD-1148941D12FA}"/>
              </a:ext>
            </a:extLst>
          </p:cNvPr>
          <p:cNvSpPr>
            <a:spLocks noGrp="1"/>
          </p:cNvSpPr>
          <p:nvPr/>
        </p:nvSpPr>
        <p:spPr>
          <a:xfrm>
            <a:off x="10163175" y="3432175"/>
            <a:ext cx="60590" cy="70115"/>
          </a:xfrm>
          <a:prstGeom prst="rect">
            <a:avLst/>
          </a:prstGeom>
          <a:solidFill>
            <a:srgbClr val="B93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8" name="real-target-spectrogram-r12-c10">
            <a:extLst>
              <a:ext uri="{FF2B5EF4-FFF2-40B4-BE49-F238E27FC236}">
                <a16:creationId xmlns:a16="http://schemas.microsoft.com/office/drawing/2014/main" id="{5B3002E2-4482-4F80-96BF-918B31A6B8DE}"/>
              </a:ext>
            </a:extLst>
          </p:cNvPr>
          <p:cNvSpPr>
            <a:spLocks noGrp="1"/>
          </p:cNvSpPr>
          <p:nvPr/>
        </p:nvSpPr>
        <p:spPr>
          <a:xfrm>
            <a:off x="10221383" y="3432175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9" name="real-target-spectrogram-r12-c11">
            <a:extLst>
              <a:ext uri="{FF2B5EF4-FFF2-40B4-BE49-F238E27FC236}">
                <a16:creationId xmlns:a16="http://schemas.microsoft.com/office/drawing/2014/main" id="{29BACF82-376B-4B77-84A6-6307ACE2A1FA}"/>
              </a:ext>
            </a:extLst>
          </p:cNvPr>
          <p:cNvSpPr>
            <a:spLocks noGrp="1"/>
          </p:cNvSpPr>
          <p:nvPr/>
        </p:nvSpPr>
        <p:spPr>
          <a:xfrm>
            <a:off x="10279592" y="3432175"/>
            <a:ext cx="60590" cy="70115"/>
          </a:xfrm>
          <a:prstGeom prst="rect">
            <a:avLst/>
          </a:prstGeom>
          <a:solidFill>
            <a:srgbClr val="AC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0" name="real-target-spectrogram-r12-c12">
            <a:extLst>
              <a:ext uri="{FF2B5EF4-FFF2-40B4-BE49-F238E27FC236}">
                <a16:creationId xmlns:a16="http://schemas.microsoft.com/office/drawing/2014/main" id="{09B500AA-F01B-4D67-8574-3219F19B5F94}"/>
              </a:ext>
            </a:extLst>
          </p:cNvPr>
          <p:cNvSpPr>
            <a:spLocks noGrp="1"/>
          </p:cNvSpPr>
          <p:nvPr/>
        </p:nvSpPr>
        <p:spPr>
          <a:xfrm>
            <a:off x="10337800" y="3432175"/>
            <a:ext cx="60590" cy="70115"/>
          </a:xfrm>
          <a:prstGeom prst="rect">
            <a:avLst/>
          </a:prstGeom>
          <a:solidFill>
            <a:srgbClr val="D553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1" name="real-target-spectrogram-r12-c13">
            <a:extLst>
              <a:ext uri="{FF2B5EF4-FFF2-40B4-BE49-F238E27FC236}">
                <a16:creationId xmlns:a16="http://schemas.microsoft.com/office/drawing/2014/main" id="{0321145D-6FCB-4411-9BA0-C40D46E0A050}"/>
              </a:ext>
            </a:extLst>
          </p:cNvPr>
          <p:cNvSpPr>
            <a:spLocks noGrp="1"/>
          </p:cNvSpPr>
          <p:nvPr/>
        </p:nvSpPr>
        <p:spPr>
          <a:xfrm>
            <a:off x="10396008" y="3432175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2" name="real-target-spectrogram-r12-c14">
            <a:extLst>
              <a:ext uri="{FF2B5EF4-FFF2-40B4-BE49-F238E27FC236}">
                <a16:creationId xmlns:a16="http://schemas.microsoft.com/office/drawing/2014/main" id="{CB8434F2-0D3D-4FAC-A8A2-3EA66619AA42}"/>
              </a:ext>
            </a:extLst>
          </p:cNvPr>
          <p:cNvSpPr>
            <a:spLocks noGrp="1"/>
          </p:cNvSpPr>
          <p:nvPr/>
        </p:nvSpPr>
        <p:spPr>
          <a:xfrm>
            <a:off x="10454217" y="3432175"/>
            <a:ext cx="60590" cy="70115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3" name="real-target-spectrogram-r12-c15">
            <a:extLst>
              <a:ext uri="{FF2B5EF4-FFF2-40B4-BE49-F238E27FC236}">
                <a16:creationId xmlns:a16="http://schemas.microsoft.com/office/drawing/2014/main" id="{507ECFED-33D0-4450-9579-0287F29024AA}"/>
              </a:ext>
            </a:extLst>
          </p:cNvPr>
          <p:cNvSpPr>
            <a:spLocks noGrp="1"/>
          </p:cNvSpPr>
          <p:nvPr/>
        </p:nvSpPr>
        <p:spPr>
          <a:xfrm>
            <a:off x="10512425" y="3432175"/>
            <a:ext cx="60590" cy="70115"/>
          </a:xfrm>
          <a:prstGeom prst="rect">
            <a:avLst/>
          </a:prstGeom>
          <a:solidFill>
            <a:srgbClr val="95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4" name="real-target-spectrogram-r12-c16">
            <a:extLst>
              <a:ext uri="{FF2B5EF4-FFF2-40B4-BE49-F238E27FC236}">
                <a16:creationId xmlns:a16="http://schemas.microsoft.com/office/drawing/2014/main" id="{8ADC82F6-DB58-468A-B470-C5AD2CF0FD91}"/>
              </a:ext>
            </a:extLst>
          </p:cNvPr>
          <p:cNvSpPr>
            <a:spLocks noGrp="1"/>
          </p:cNvSpPr>
          <p:nvPr/>
        </p:nvSpPr>
        <p:spPr>
          <a:xfrm>
            <a:off x="10570633" y="3432175"/>
            <a:ext cx="60590" cy="70115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5" name="real-target-spectrogram-r12-c17">
            <a:extLst>
              <a:ext uri="{FF2B5EF4-FFF2-40B4-BE49-F238E27FC236}">
                <a16:creationId xmlns:a16="http://schemas.microsoft.com/office/drawing/2014/main" id="{8FBE18FE-C8D8-4810-83AE-D3824262DBFC}"/>
              </a:ext>
            </a:extLst>
          </p:cNvPr>
          <p:cNvSpPr>
            <a:spLocks noGrp="1"/>
          </p:cNvSpPr>
          <p:nvPr/>
        </p:nvSpPr>
        <p:spPr>
          <a:xfrm>
            <a:off x="10628842" y="3432175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6" name="real-target-spectrogram-r13-c0">
            <a:extLst>
              <a:ext uri="{FF2B5EF4-FFF2-40B4-BE49-F238E27FC236}">
                <a16:creationId xmlns:a16="http://schemas.microsoft.com/office/drawing/2014/main" id="{DC09BC01-6625-49A2-AE43-CE30635D8456}"/>
              </a:ext>
            </a:extLst>
          </p:cNvPr>
          <p:cNvSpPr>
            <a:spLocks noGrp="1"/>
          </p:cNvSpPr>
          <p:nvPr/>
        </p:nvSpPr>
        <p:spPr>
          <a:xfrm>
            <a:off x="9639300" y="3499908"/>
            <a:ext cx="60590" cy="70115"/>
          </a:xfrm>
          <a:prstGeom prst="rect">
            <a:avLst/>
          </a:prstGeom>
          <a:solidFill>
            <a:srgbClr val="6D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7" name="real-target-spectrogram-r13-c1">
            <a:extLst>
              <a:ext uri="{FF2B5EF4-FFF2-40B4-BE49-F238E27FC236}">
                <a16:creationId xmlns:a16="http://schemas.microsoft.com/office/drawing/2014/main" id="{C7A98080-836E-4F97-90D1-8E2D6A93513C}"/>
              </a:ext>
            </a:extLst>
          </p:cNvPr>
          <p:cNvSpPr>
            <a:spLocks noGrp="1"/>
          </p:cNvSpPr>
          <p:nvPr/>
        </p:nvSpPr>
        <p:spPr>
          <a:xfrm>
            <a:off x="9697508" y="3499908"/>
            <a:ext cx="60590" cy="70115"/>
          </a:xfrm>
          <a:prstGeom prst="rect">
            <a:avLst/>
          </a:prstGeom>
          <a:solidFill>
            <a:srgbClr val="91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8" name="real-target-spectrogram-r13-c2">
            <a:extLst>
              <a:ext uri="{FF2B5EF4-FFF2-40B4-BE49-F238E27FC236}">
                <a16:creationId xmlns:a16="http://schemas.microsoft.com/office/drawing/2014/main" id="{9D46FC1C-925C-4456-B290-AB9430E094E6}"/>
              </a:ext>
            </a:extLst>
          </p:cNvPr>
          <p:cNvSpPr>
            <a:spLocks noGrp="1"/>
          </p:cNvSpPr>
          <p:nvPr/>
        </p:nvSpPr>
        <p:spPr>
          <a:xfrm>
            <a:off x="9755717" y="3499908"/>
            <a:ext cx="60590" cy="70115"/>
          </a:xfrm>
          <a:prstGeom prst="rect">
            <a:avLst/>
          </a:prstGeom>
          <a:solidFill>
            <a:srgbClr val="EF6D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9" name="real-target-spectrogram-r13-c3">
            <a:extLst>
              <a:ext uri="{FF2B5EF4-FFF2-40B4-BE49-F238E27FC236}">
                <a16:creationId xmlns:a16="http://schemas.microsoft.com/office/drawing/2014/main" id="{4C7EFA02-3E9A-4871-A0AB-94902C6F8C33}"/>
              </a:ext>
            </a:extLst>
          </p:cNvPr>
          <p:cNvSpPr>
            <a:spLocks noGrp="1"/>
          </p:cNvSpPr>
          <p:nvPr/>
        </p:nvSpPr>
        <p:spPr>
          <a:xfrm>
            <a:off x="9813925" y="3499908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0" name="real-target-spectrogram-r13-c4">
            <a:extLst>
              <a:ext uri="{FF2B5EF4-FFF2-40B4-BE49-F238E27FC236}">
                <a16:creationId xmlns:a16="http://schemas.microsoft.com/office/drawing/2014/main" id="{8086CF1B-25F1-4511-BC07-84E796761DCA}"/>
              </a:ext>
            </a:extLst>
          </p:cNvPr>
          <p:cNvSpPr>
            <a:spLocks noGrp="1"/>
          </p:cNvSpPr>
          <p:nvPr/>
        </p:nvSpPr>
        <p:spPr>
          <a:xfrm>
            <a:off x="9872133" y="3499908"/>
            <a:ext cx="60590" cy="70115"/>
          </a:xfrm>
          <a:prstGeom prst="rect">
            <a:avLst/>
          </a:prstGeom>
          <a:solidFill>
            <a:srgbClr val="FDD99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1" name="real-target-spectrogram-r13-c5">
            <a:extLst>
              <a:ext uri="{FF2B5EF4-FFF2-40B4-BE49-F238E27FC236}">
                <a16:creationId xmlns:a16="http://schemas.microsoft.com/office/drawing/2014/main" id="{EEBBF2BF-8DED-4D0F-9AD8-B733E59AFB2B}"/>
              </a:ext>
            </a:extLst>
          </p:cNvPr>
          <p:cNvSpPr>
            <a:spLocks noGrp="1"/>
          </p:cNvSpPr>
          <p:nvPr/>
        </p:nvSpPr>
        <p:spPr>
          <a:xfrm>
            <a:off x="9930342" y="3499908"/>
            <a:ext cx="60590" cy="70115"/>
          </a:xfrm>
          <a:prstGeom prst="rect">
            <a:avLst/>
          </a:prstGeom>
          <a:solidFill>
            <a:srgbClr val="D654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2" name="real-target-spectrogram-r13-c6">
            <a:extLst>
              <a:ext uri="{FF2B5EF4-FFF2-40B4-BE49-F238E27FC236}">
                <a16:creationId xmlns:a16="http://schemas.microsoft.com/office/drawing/2014/main" id="{5EAEFE64-0310-4C25-A548-DDD42D301968}"/>
              </a:ext>
            </a:extLst>
          </p:cNvPr>
          <p:cNvSpPr>
            <a:spLocks noGrp="1"/>
          </p:cNvSpPr>
          <p:nvPr/>
        </p:nvSpPr>
        <p:spPr>
          <a:xfrm>
            <a:off x="9988550" y="3499908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3" name="real-target-spectrogram-r13-c7">
            <a:extLst>
              <a:ext uri="{FF2B5EF4-FFF2-40B4-BE49-F238E27FC236}">
                <a16:creationId xmlns:a16="http://schemas.microsoft.com/office/drawing/2014/main" id="{346AA3A0-A140-472C-978A-C51DFA63060F}"/>
              </a:ext>
            </a:extLst>
          </p:cNvPr>
          <p:cNvSpPr>
            <a:spLocks noGrp="1"/>
          </p:cNvSpPr>
          <p:nvPr/>
        </p:nvSpPr>
        <p:spPr>
          <a:xfrm>
            <a:off x="10046758" y="3499908"/>
            <a:ext cx="60590" cy="70115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4" name="real-target-spectrogram-r13-c8">
            <a:extLst>
              <a:ext uri="{FF2B5EF4-FFF2-40B4-BE49-F238E27FC236}">
                <a16:creationId xmlns:a16="http://schemas.microsoft.com/office/drawing/2014/main" id="{CE15D618-ADBF-4E5A-A84D-97C94CE1FC31}"/>
              </a:ext>
            </a:extLst>
          </p:cNvPr>
          <p:cNvSpPr>
            <a:spLocks noGrp="1"/>
          </p:cNvSpPr>
          <p:nvPr/>
        </p:nvSpPr>
        <p:spPr>
          <a:xfrm>
            <a:off x="10104967" y="3499908"/>
            <a:ext cx="60590" cy="70115"/>
          </a:xfrm>
          <a:prstGeom prst="rect">
            <a:avLst/>
          </a:prstGeom>
          <a:solidFill>
            <a:srgbClr val="51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5" name="real-target-spectrogram-r13-c9">
            <a:extLst>
              <a:ext uri="{FF2B5EF4-FFF2-40B4-BE49-F238E27FC236}">
                <a16:creationId xmlns:a16="http://schemas.microsoft.com/office/drawing/2014/main" id="{7DA93581-5630-4B97-B2F7-584F9EB25190}"/>
              </a:ext>
            </a:extLst>
          </p:cNvPr>
          <p:cNvSpPr>
            <a:spLocks noGrp="1"/>
          </p:cNvSpPr>
          <p:nvPr/>
        </p:nvSpPr>
        <p:spPr>
          <a:xfrm>
            <a:off x="10163175" y="3499908"/>
            <a:ext cx="60590" cy="70115"/>
          </a:xfrm>
          <a:prstGeom prst="rect">
            <a:avLst/>
          </a:prstGeom>
          <a:solidFill>
            <a:srgbClr val="BD3D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6" name="real-target-spectrogram-r13-c10">
            <a:extLst>
              <a:ext uri="{FF2B5EF4-FFF2-40B4-BE49-F238E27FC236}">
                <a16:creationId xmlns:a16="http://schemas.microsoft.com/office/drawing/2014/main" id="{1B0948ED-7050-4A2C-A329-C7FE0B1B2D08}"/>
              </a:ext>
            </a:extLst>
          </p:cNvPr>
          <p:cNvSpPr>
            <a:spLocks noGrp="1"/>
          </p:cNvSpPr>
          <p:nvPr/>
        </p:nvSpPr>
        <p:spPr>
          <a:xfrm>
            <a:off x="10221383" y="3499908"/>
            <a:ext cx="60590" cy="70115"/>
          </a:xfrm>
          <a:prstGeom prst="rect">
            <a:avLst/>
          </a:prstGeom>
          <a:solidFill>
            <a:srgbClr val="C544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7" name="real-target-spectrogram-r13-c11">
            <a:extLst>
              <a:ext uri="{FF2B5EF4-FFF2-40B4-BE49-F238E27FC236}">
                <a16:creationId xmlns:a16="http://schemas.microsoft.com/office/drawing/2014/main" id="{30FC8525-7AF3-43CE-896A-7D6D7E79FD13}"/>
              </a:ext>
            </a:extLst>
          </p:cNvPr>
          <p:cNvSpPr>
            <a:spLocks noGrp="1"/>
          </p:cNvSpPr>
          <p:nvPr/>
        </p:nvSpPr>
        <p:spPr>
          <a:xfrm>
            <a:off x="10279592" y="3499908"/>
            <a:ext cx="60590" cy="70115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8" name="real-target-spectrogram-r13-c12">
            <a:extLst>
              <a:ext uri="{FF2B5EF4-FFF2-40B4-BE49-F238E27FC236}">
                <a16:creationId xmlns:a16="http://schemas.microsoft.com/office/drawing/2014/main" id="{00D58822-F5DF-4D00-843D-0D6247EEF442}"/>
              </a:ext>
            </a:extLst>
          </p:cNvPr>
          <p:cNvSpPr>
            <a:spLocks noGrp="1"/>
          </p:cNvSpPr>
          <p:nvPr/>
        </p:nvSpPr>
        <p:spPr>
          <a:xfrm>
            <a:off x="10337800" y="3499908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9" name="real-target-spectrogram-r13-c13">
            <a:extLst>
              <a:ext uri="{FF2B5EF4-FFF2-40B4-BE49-F238E27FC236}">
                <a16:creationId xmlns:a16="http://schemas.microsoft.com/office/drawing/2014/main" id="{57A017A0-AE41-4E7F-8EBB-217DED44A166}"/>
              </a:ext>
            </a:extLst>
          </p:cNvPr>
          <p:cNvSpPr>
            <a:spLocks noGrp="1"/>
          </p:cNvSpPr>
          <p:nvPr/>
        </p:nvSpPr>
        <p:spPr>
          <a:xfrm>
            <a:off x="10396008" y="3499908"/>
            <a:ext cx="60590" cy="70115"/>
          </a:xfrm>
          <a:prstGeom prst="rect">
            <a:avLst/>
          </a:prstGeom>
          <a:solidFill>
            <a:srgbClr val="7C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0" name="real-target-spectrogram-r13-c14">
            <a:extLst>
              <a:ext uri="{FF2B5EF4-FFF2-40B4-BE49-F238E27FC236}">
                <a16:creationId xmlns:a16="http://schemas.microsoft.com/office/drawing/2014/main" id="{E4E8FB26-E908-459E-A780-D7F7D92594B0}"/>
              </a:ext>
            </a:extLst>
          </p:cNvPr>
          <p:cNvSpPr>
            <a:spLocks noGrp="1"/>
          </p:cNvSpPr>
          <p:nvPr/>
        </p:nvSpPr>
        <p:spPr>
          <a:xfrm>
            <a:off x="10454217" y="3499908"/>
            <a:ext cx="60590" cy="70115"/>
          </a:xfrm>
          <a:prstGeom prst="rect">
            <a:avLst/>
          </a:prstGeom>
          <a:solidFill>
            <a:srgbClr val="BD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1" name="real-target-spectrogram-r13-c15">
            <a:extLst>
              <a:ext uri="{FF2B5EF4-FFF2-40B4-BE49-F238E27FC236}">
                <a16:creationId xmlns:a16="http://schemas.microsoft.com/office/drawing/2014/main" id="{49D17DF9-1BE5-46FA-AEED-5F95B21D86DC}"/>
              </a:ext>
            </a:extLst>
          </p:cNvPr>
          <p:cNvSpPr>
            <a:spLocks noGrp="1"/>
          </p:cNvSpPr>
          <p:nvPr/>
        </p:nvSpPr>
        <p:spPr>
          <a:xfrm>
            <a:off x="10512425" y="3499908"/>
            <a:ext cx="60590" cy="70115"/>
          </a:xfrm>
          <a:prstGeom prst="rect">
            <a:avLst/>
          </a:prstGeom>
          <a:solidFill>
            <a:srgbClr val="CE4D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2" name="real-target-spectrogram-r13-c16">
            <a:extLst>
              <a:ext uri="{FF2B5EF4-FFF2-40B4-BE49-F238E27FC236}">
                <a16:creationId xmlns:a16="http://schemas.microsoft.com/office/drawing/2014/main" id="{CA873A40-E49F-44D0-81F8-EC0AFABFB1C7}"/>
              </a:ext>
            </a:extLst>
          </p:cNvPr>
          <p:cNvSpPr>
            <a:spLocks noGrp="1"/>
          </p:cNvSpPr>
          <p:nvPr/>
        </p:nvSpPr>
        <p:spPr>
          <a:xfrm>
            <a:off x="10570633" y="3499908"/>
            <a:ext cx="60590" cy="70115"/>
          </a:xfrm>
          <a:prstGeom prst="rect">
            <a:avLst/>
          </a:prstGeom>
          <a:solidFill>
            <a:srgbClr val="5C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3" name="real-target-spectrogram-r13-c17">
            <a:extLst>
              <a:ext uri="{FF2B5EF4-FFF2-40B4-BE49-F238E27FC236}">
                <a16:creationId xmlns:a16="http://schemas.microsoft.com/office/drawing/2014/main" id="{186B5EBC-4CBC-45DE-962A-F4069EDDE680}"/>
              </a:ext>
            </a:extLst>
          </p:cNvPr>
          <p:cNvSpPr>
            <a:spLocks noGrp="1"/>
          </p:cNvSpPr>
          <p:nvPr/>
        </p:nvSpPr>
        <p:spPr>
          <a:xfrm>
            <a:off x="10628842" y="3499908"/>
            <a:ext cx="60590" cy="70115"/>
          </a:xfrm>
          <a:prstGeom prst="rect">
            <a:avLst/>
          </a:prstGeom>
          <a:solidFill>
            <a:srgbClr val="1F0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4" name="real-target-spectrogram-r14-c0">
            <a:extLst>
              <a:ext uri="{FF2B5EF4-FFF2-40B4-BE49-F238E27FC236}">
                <a16:creationId xmlns:a16="http://schemas.microsoft.com/office/drawing/2014/main" id="{2FD204AC-7B67-4B1B-9743-BC8E74435BE2}"/>
              </a:ext>
            </a:extLst>
          </p:cNvPr>
          <p:cNvSpPr>
            <a:spLocks noGrp="1"/>
          </p:cNvSpPr>
          <p:nvPr/>
        </p:nvSpPr>
        <p:spPr>
          <a:xfrm>
            <a:off x="9639300" y="3567642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5" name="real-target-spectrogram-r14-c1">
            <a:extLst>
              <a:ext uri="{FF2B5EF4-FFF2-40B4-BE49-F238E27FC236}">
                <a16:creationId xmlns:a16="http://schemas.microsoft.com/office/drawing/2014/main" id="{005C4BC4-5637-44B2-95BC-72049486B1E4}"/>
              </a:ext>
            </a:extLst>
          </p:cNvPr>
          <p:cNvSpPr>
            <a:spLocks noGrp="1"/>
          </p:cNvSpPr>
          <p:nvPr/>
        </p:nvSpPr>
        <p:spPr>
          <a:xfrm>
            <a:off x="9697508" y="3567642"/>
            <a:ext cx="60590" cy="70115"/>
          </a:xfrm>
          <a:prstGeom prst="rect">
            <a:avLst/>
          </a:prstGeom>
          <a:solidFill>
            <a:srgbClr val="F383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6" name="real-target-spectrogram-r14-c2">
            <a:extLst>
              <a:ext uri="{FF2B5EF4-FFF2-40B4-BE49-F238E27FC236}">
                <a16:creationId xmlns:a16="http://schemas.microsoft.com/office/drawing/2014/main" id="{19CE85B0-4742-4407-8F10-54A1FE968F76}"/>
              </a:ext>
            </a:extLst>
          </p:cNvPr>
          <p:cNvSpPr>
            <a:spLocks noGrp="1"/>
          </p:cNvSpPr>
          <p:nvPr/>
        </p:nvSpPr>
        <p:spPr>
          <a:xfrm>
            <a:off x="9755717" y="3567642"/>
            <a:ext cx="60590" cy="70115"/>
          </a:xfrm>
          <a:prstGeom prst="rect">
            <a:avLst/>
          </a:prstGeom>
          <a:solidFill>
            <a:srgbClr val="EA66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7" name="real-target-spectrogram-r14-c3">
            <a:extLst>
              <a:ext uri="{FF2B5EF4-FFF2-40B4-BE49-F238E27FC236}">
                <a16:creationId xmlns:a16="http://schemas.microsoft.com/office/drawing/2014/main" id="{09532AA3-EDFC-45EA-8DD3-85C3704F3AC6}"/>
              </a:ext>
            </a:extLst>
          </p:cNvPr>
          <p:cNvSpPr>
            <a:spLocks noGrp="1"/>
          </p:cNvSpPr>
          <p:nvPr/>
        </p:nvSpPr>
        <p:spPr>
          <a:xfrm>
            <a:off x="9813925" y="3567642"/>
            <a:ext cx="60590" cy="70115"/>
          </a:xfrm>
          <a:prstGeom prst="rect">
            <a:avLst/>
          </a:prstGeom>
          <a:solidFill>
            <a:srgbClr val="FCFA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8" name="real-target-spectrogram-r14-c4">
            <a:extLst>
              <a:ext uri="{FF2B5EF4-FFF2-40B4-BE49-F238E27FC236}">
                <a16:creationId xmlns:a16="http://schemas.microsoft.com/office/drawing/2014/main" id="{C6047D28-7DB4-4DCB-A741-54A217E10910}"/>
              </a:ext>
            </a:extLst>
          </p:cNvPr>
          <p:cNvSpPr>
            <a:spLocks noGrp="1"/>
          </p:cNvSpPr>
          <p:nvPr/>
        </p:nvSpPr>
        <p:spPr>
          <a:xfrm>
            <a:off x="9872133" y="3567642"/>
            <a:ext cx="60590" cy="70115"/>
          </a:xfrm>
          <a:prstGeom prst="rect">
            <a:avLst/>
          </a:prstGeom>
          <a:solidFill>
            <a:srgbClr val="FCF7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9" name="real-target-spectrogram-r14-c5">
            <a:extLst>
              <a:ext uri="{FF2B5EF4-FFF2-40B4-BE49-F238E27FC236}">
                <a16:creationId xmlns:a16="http://schemas.microsoft.com/office/drawing/2014/main" id="{E229CBA3-87DD-4003-BF3F-CC2DAF0AA42A}"/>
              </a:ext>
            </a:extLst>
          </p:cNvPr>
          <p:cNvSpPr>
            <a:spLocks noGrp="1"/>
          </p:cNvSpPr>
          <p:nvPr/>
        </p:nvSpPr>
        <p:spPr>
          <a:xfrm>
            <a:off x="9930342" y="3567642"/>
            <a:ext cx="60590" cy="70115"/>
          </a:xfrm>
          <a:prstGeom prst="rect">
            <a:avLst/>
          </a:prstGeom>
          <a:solidFill>
            <a:srgbClr val="F488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0" name="real-target-spectrogram-r14-c6">
            <a:extLst>
              <a:ext uri="{FF2B5EF4-FFF2-40B4-BE49-F238E27FC236}">
                <a16:creationId xmlns:a16="http://schemas.microsoft.com/office/drawing/2014/main" id="{803949CF-691C-4AB5-811B-224802F58EDC}"/>
              </a:ext>
            </a:extLst>
          </p:cNvPr>
          <p:cNvSpPr>
            <a:spLocks noGrp="1"/>
          </p:cNvSpPr>
          <p:nvPr/>
        </p:nvSpPr>
        <p:spPr>
          <a:xfrm>
            <a:off x="9988550" y="3567642"/>
            <a:ext cx="60590" cy="70115"/>
          </a:xfrm>
          <a:prstGeom prst="rect">
            <a:avLst/>
          </a:prstGeom>
          <a:solidFill>
            <a:srgbClr val="DB58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1" name="real-target-spectrogram-r14-c7">
            <a:extLst>
              <a:ext uri="{FF2B5EF4-FFF2-40B4-BE49-F238E27FC236}">
                <a16:creationId xmlns:a16="http://schemas.microsoft.com/office/drawing/2014/main" id="{E2985A4D-9F12-48CC-8399-721254E2E886}"/>
              </a:ext>
            </a:extLst>
          </p:cNvPr>
          <p:cNvSpPr>
            <a:spLocks noGrp="1"/>
          </p:cNvSpPr>
          <p:nvPr/>
        </p:nvSpPr>
        <p:spPr>
          <a:xfrm>
            <a:off x="10046758" y="3567642"/>
            <a:ext cx="60590" cy="70115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2" name="real-target-spectrogram-r14-c8">
            <a:extLst>
              <a:ext uri="{FF2B5EF4-FFF2-40B4-BE49-F238E27FC236}">
                <a16:creationId xmlns:a16="http://schemas.microsoft.com/office/drawing/2014/main" id="{E9F250E6-3A1F-4F18-83B1-1C15915DE9D6}"/>
              </a:ext>
            </a:extLst>
          </p:cNvPr>
          <p:cNvSpPr>
            <a:spLocks noGrp="1"/>
          </p:cNvSpPr>
          <p:nvPr/>
        </p:nvSpPr>
        <p:spPr>
          <a:xfrm>
            <a:off x="10104967" y="3567642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3" name="real-target-spectrogram-r14-c9">
            <a:extLst>
              <a:ext uri="{FF2B5EF4-FFF2-40B4-BE49-F238E27FC236}">
                <a16:creationId xmlns:a16="http://schemas.microsoft.com/office/drawing/2014/main" id="{8A377389-5111-4CEC-9319-34B3C960CE23}"/>
              </a:ext>
            </a:extLst>
          </p:cNvPr>
          <p:cNvSpPr>
            <a:spLocks noGrp="1"/>
          </p:cNvSpPr>
          <p:nvPr/>
        </p:nvSpPr>
        <p:spPr>
          <a:xfrm>
            <a:off x="10163175" y="3567642"/>
            <a:ext cx="60590" cy="70115"/>
          </a:xfrm>
          <a:prstGeom prst="rect">
            <a:avLst/>
          </a:prstGeom>
          <a:solidFill>
            <a:srgbClr val="BC3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4" name="real-target-spectrogram-r14-c10">
            <a:extLst>
              <a:ext uri="{FF2B5EF4-FFF2-40B4-BE49-F238E27FC236}">
                <a16:creationId xmlns:a16="http://schemas.microsoft.com/office/drawing/2014/main" id="{8B640C3E-130A-477E-B2E9-6E1188A390C0}"/>
              </a:ext>
            </a:extLst>
          </p:cNvPr>
          <p:cNvSpPr>
            <a:spLocks noGrp="1"/>
          </p:cNvSpPr>
          <p:nvPr/>
        </p:nvSpPr>
        <p:spPr>
          <a:xfrm>
            <a:off x="10221383" y="3567642"/>
            <a:ext cx="60590" cy="70115"/>
          </a:xfrm>
          <a:prstGeom prst="rect">
            <a:avLst/>
          </a:prstGeom>
          <a:solidFill>
            <a:srgbClr val="DD5B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5" name="real-target-spectrogram-r14-c11">
            <a:extLst>
              <a:ext uri="{FF2B5EF4-FFF2-40B4-BE49-F238E27FC236}">
                <a16:creationId xmlns:a16="http://schemas.microsoft.com/office/drawing/2014/main" id="{4BE5AED0-B833-4CF4-8651-9F828A6F9DC1}"/>
              </a:ext>
            </a:extLst>
          </p:cNvPr>
          <p:cNvSpPr>
            <a:spLocks noGrp="1"/>
          </p:cNvSpPr>
          <p:nvPr/>
        </p:nvSpPr>
        <p:spPr>
          <a:xfrm>
            <a:off x="10279592" y="3567642"/>
            <a:ext cx="60590" cy="70115"/>
          </a:xfrm>
          <a:prstGeom prst="rect">
            <a:avLst/>
          </a:prstGeom>
          <a:solidFill>
            <a:srgbClr val="9C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6" name="real-target-spectrogram-r14-c12">
            <a:extLst>
              <a:ext uri="{FF2B5EF4-FFF2-40B4-BE49-F238E27FC236}">
                <a16:creationId xmlns:a16="http://schemas.microsoft.com/office/drawing/2014/main" id="{3C551291-8817-4A98-B29F-DFCE0B057558}"/>
              </a:ext>
            </a:extLst>
          </p:cNvPr>
          <p:cNvSpPr>
            <a:spLocks noGrp="1"/>
          </p:cNvSpPr>
          <p:nvPr/>
        </p:nvSpPr>
        <p:spPr>
          <a:xfrm>
            <a:off x="10337800" y="3567642"/>
            <a:ext cx="60590" cy="70115"/>
          </a:xfrm>
          <a:prstGeom prst="rect">
            <a:avLst/>
          </a:prstGeom>
          <a:solidFill>
            <a:srgbClr val="A8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7" name="real-target-spectrogram-r14-c13">
            <a:extLst>
              <a:ext uri="{FF2B5EF4-FFF2-40B4-BE49-F238E27FC236}">
                <a16:creationId xmlns:a16="http://schemas.microsoft.com/office/drawing/2014/main" id="{B2BC506E-B9CE-4962-8CFF-C0904233343D}"/>
              </a:ext>
            </a:extLst>
          </p:cNvPr>
          <p:cNvSpPr>
            <a:spLocks noGrp="1"/>
          </p:cNvSpPr>
          <p:nvPr/>
        </p:nvSpPr>
        <p:spPr>
          <a:xfrm>
            <a:off x="10396008" y="3567642"/>
            <a:ext cx="60590" cy="70115"/>
          </a:xfrm>
          <a:prstGeom prst="rect">
            <a:avLst/>
          </a:prstGeom>
          <a:solidFill>
            <a:srgbClr val="B7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8" name="real-target-spectrogram-r14-c14">
            <a:extLst>
              <a:ext uri="{FF2B5EF4-FFF2-40B4-BE49-F238E27FC236}">
                <a16:creationId xmlns:a16="http://schemas.microsoft.com/office/drawing/2014/main" id="{A5D4259A-C751-4A27-9D5C-254C6001A61A}"/>
              </a:ext>
            </a:extLst>
          </p:cNvPr>
          <p:cNvSpPr>
            <a:spLocks noGrp="1"/>
          </p:cNvSpPr>
          <p:nvPr/>
        </p:nvSpPr>
        <p:spPr>
          <a:xfrm>
            <a:off x="10454217" y="3567642"/>
            <a:ext cx="60590" cy="70115"/>
          </a:xfrm>
          <a:prstGeom prst="rect">
            <a:avLst/>
          </a:prstGeom>
          <a:solidFill>
            <a:srgbClr val="97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9" name="real-target-spectrogram-r14-c15">
            <a:extLst>
              <a:ext uri="{FF2B5EF4-FFF2-40B4-BE49-F238E27FC236}">
                <a16:creationId xmlns:a16="http://schemas.microsoft.com/office/drawing/2014/main" id="{923CE44D-7F55-4060-BE88-BE6C80AB0CFE}"/>
              </a:ext>
            </a:extLst>
          </p:cNvPr>
          <p:cNvSpPr>
            <a:spLocks noGrp="1"/>
          </p:cNvSpPr>
          <p:nvPr/>
        </p:nvSpPr>
        <p:spPr>
          <a:xfrm>
            <a:off x="10512425" y="3567642"/>
            <a:ext cx="60590" cy="70115"/>
          </a:xfrm>
          <a:prstGeom prst="rect">
            <a:avLst/>
          </a:prstGeom>
          <a:solidFill>
            <a:srgbClr val="AB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0" name="real-target-spectrogram-r14-c16">
            <a:extLst>
              <a:ext uri="{FF2B5EF4-FFF2-40B4-BE49-F238E27FC236}">
                <a16:creationId xmlns:a16="http://schemas.microsoft.com/office/drawing/2014/main" id="{333A2167-1D35-4566-8802-11E419570934}"/>
              </a:ext>
            </a:extLst>
          </p:cNvPr>
          <p:cNvSpPr>
            <a:spLocks noGrp="1"/>
          </p:cNvSpPr>
          <p:nvPr/>
        </p:nvSpPr>
        <p:spPr>
          <a:xfrm>
            <a:off x="10570633" y="3567642"/>
            <a:ext cx="60590" cy="70115"/>
          </a:xfrm>
          <a:prstGeom prst="rect">
            <a:avLst/>
          </a:prstGeom>
          <a:solidFill>
            <a:srgbClr val="8C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1" name="real-target-spectrogram-r14-c17">
            <a:extLst>
              <a:ext uri="{FF2B5EF4-FFF2-40B4-BE49-F238E27FC236}">
                <a16:creationId xmlns:a16="http://schemas.microsoft.com/office/drawing/2014/main" id="{5D7F2411-3783-419D-8D79-B6FDEFF665A0}"/>
              </a:ext>
            </a:extLst>
          </p:cNvPr>
          <p:cNvSpPr>
            <a:spLocks noGrp="1"/>
          </p:cNvSpPr>
          <p:nvPr/>
        </p:nvSpPr>
        <p:spPr>
          <a:xfrm>
            <a:off x="10628842" y="3567642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2" name="real-target-spectrogram-r15-c0">
            <a:extLst>
              <a:ext uri="{FF2B5EF4-FFF2-40B4-BE49-F238E27FC236}">
                <a16:creationId xmlns:a16="http://schemas.microsoft.com/office/drawing/2014/main" id="{CE6B6B6C-C14A-45BE-96BB-3B37B6EF7288}"/>
              </a:ext>
            </a:extLst>
          </p:cNvPr>
          <p:cNvSpPr>
            <a:spLocks noGrp="1"/>
          </p:cNvSpPr>
          <p:nvPr/>
        </p:nvSpPr>
        <p:spPr>
          <a:xfrm>
            <a:off x="9639300" y="3635375"/>
            <a:ext cx="60590" cy="70115"/>
          </a:xfrm>
          <a:prstGeom prst="rect">
            <a:avLst/>
          </a:prstGeom>
          <a:solidFill>
            <a:srgbClr val="71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3" name="real-target-spectrogram-r15-c1">
            <a:extLst>
              <a:ext uri="{FF2B5EF4-FFF2-40B4-BE49-F238E27FC236}">
                <a16:creationId xmlns:a16="http://schemas.microsoft.com/office/drawing/2014/main" id="{CB302151-B04C-4E91-A9DB-66672068B3B8}"/>
              </a:ext>
            </a:extLst>
          </p:cNvPr>
          <p:cNvSpPr>
            <a:spLocks noGrp="1"/>
          </p:cNvSpPr>
          <p:nvPr/>
        </p:nvSpPr>
        <p:spPr>
          <a:xfrm>
            <a:off x="9697508" y="3635375"/>
            <a:ext cx="60590" cy="70115"/>
          </a:xfrm>
          <a:prstGeom prst="rect">
            <a:avLst/>
          </a:prstGeom>
          <a:solidFill>
            <a:srgbClr val="FDBD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4" name="real-target-spectrogram-r15-c2">
            <a:extLst>
              <a:ext uri="{FF2B5EF4-FFF2-40B4-BE49-F238E27FC236}">
                <a16:creationId xmlns:a16="http://schemas.microsoft.com/office/drawing/2014/main" id="{185B4AE1-40A9-485E-A65F-CE6F256F5CB4}"/>
              </a:ext>
            </a:extLst>
          </p:cNvPr>
          <p:cNvSpPr>
            <a:spLocks noGrp="1"/>
          </p:cNvSpPr>
          <p:nvPr/>
        </p:nvSpPr>
        <p:spPr>
          <a:xfrm>
            <a:off x="9755717" y="3635375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5" name="real-target-spectrogram-r15-c3">
            <a:extLst>
              <a:ext uri="{FF2B5EF4-FFF2-40B4-BE49-F238E27FC236}">
                <a16:creationId xmlns:a16="http://schemas.microsoft.com/office/drawing/2014/main" id="{7B0251B9-DB5A-4292-A1D1-1FB7E1438DDD}"/>
              </a:ext>
            </a:extLst>
          </p:cNvPr>
          <p:cNvSpPr>
            <a:spLocks noGrp="1"/>
          </p:cNvSpPr>
          <p:nvPr/>
        </p:nvSpPr>
        <p:spPr>
          <a:xfrm>
            <a:off x="9813925" y="3635375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6" name="real-target-spectrogram-r15-c4">
            <a:extLst>
              <a:ext uri="{FF2B5EF4-FFF2-40B4-BE49-F238E27FC236}">
                <a16:creationId xmlns:a16="http://schemas.microsoft.com/office/drawing/2014/main" id="{B16E171A-8FE0-4BEA-902D-14C58A4C2678}"/>
              </a:ext>
            </a:extLst>
          </p:cNvPr>
          <p:cNvSpPr>
            <a:spLocks noGrp="1"/>
          </p:cNvSpPr>
          <p:nvPr/>
        </p:nvSpPr>
        <p:spPr>
          <a:xfrm>
            <a:off x="9872133" y="3635375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7" name="real-target-spectrogram-r15-c5">
            <a:extLst>
              <a:ext uri="{FF2B5EF4-FFF2-40B4-BE49-F238E27FC236}">
                <a16:creationId xmlns:a16="http://schemas.microsoft.com/office/drawing/2014/main" id="{04FB2EB1-8C6E-4C2E-A083-ED826DA7FF2B}"/>
              </a:ext>
            </a:extLst>
          </p:cNvPr>
          <p:cNvSpPr>
            <a:spLocks noGrp="1"/>
          </p:cNvSpPr>
          <p:nvPr/>
        </p:nvSpPr>
        <p:spPr>
          <a:xfrm>
            <a:off x="9930342" y="3635375"/>
            <a:ext cx="60590" cy="70115"/>
          </a:xfrm>
          <a:prstGeom prst="rect">
            <a:avLst/>
          </a:prstGeom>
          <a:solidFill>
            <a:srgbClr val="F17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8" name="real-target-spectrogram-r15-c6">
            <a:extLst>
              <a:ext uri="{FF2B5EF4-FFF2-40B4-BE49-F238E27FC236}">
                <a16:creationId xmlns:a16="http://schemas.microsoft.com/office/drawing/2014/main" id="{0F2D5C22-D141-40FF-8552-13CCF26A1326}"/>
              </a:ext>
            </a:extLst>
          </p:cNvPr>
          <p:cNvSpPr>
            <a:spLocks noGrp="1"/>
          </p:cNvSpPr>
          <p:nvPr/>
        </p:nvSpPr>
        <p:spPr>
          <a:xfrm>
            <a:off x="9988550" y="3635375"/>
            <a:ext cx="60590" cy="70115"/>
          </a:xfrm>
          <a:prstGeom prst="rect">
            <a:avLst/>
          </a:prstGeom>
          <a:solidFill>
            <a:srgbClr val="E66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9" name="real-target-spectrogram-r15-c7">
            <a:extLst>
              <a:ext uri="{FF2B5EF4-FFF2-40B4-BE49-F238E27FC236}">
                <a16:creationId xmlns:a16="http://schemas.microsoft.com/office/drawing/2014/main" id="{CB1C3B05-D74C-4CA2-A313-4FAEFF803E95}"/>
              </a:ext>
            </a:extLst>
          </p:cNvPr>
          <p:cNvSpPr>
            <a:spLocks noGrp="1"/>
          </p:cNvSpPr>
          <p:nvPr/>
        </p:nvSpPr>
        <p:spPr>
          <a:xfrm>
            <a:off x="10046758" y="3635375"/>
            <a:ext cx="60590" cy="70115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0" name="real-target-spectrogram-r15-c8">
            <a:extLst>
              <a:ext uri="{FF2B5EF4-FFF2-40B4-BE49-F238E27FC236}">
                <a16:creationId xmlns:a16="http://schemas.microsoft.com/office/drawing/2014/main" id="{555ED990-6BE2-4416-9755-D11AD1B16DD7}"/>
              </a:ext>
            </a:extLst>
          </p:cNvPr>
          <p:cNvSpPr>
            <a:spLocks noGrp="1"/>
          </p:cNvSpPr>
          <p:nvPr/>
        </p:nvSpPr>
        <p:spPr>
          <a:xfrm>
            <a:off x="10104967" y="3635375"/>
            <a:ext cx="60590" cy="70115"/>
          </a:xfrm>
          <a:prstGeom prst="rect">
            <a:avLst/>
          </a:prstGeom>
          <a:solidFill>
            <a:srgbClr val="B6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1" name="real-target-spectrogram-r15-c9">
            <a:extLst>
              <a:ext uri="{FF2B5EF4-FFF2-40B4-BE49-F238E27FC236}">
                <a16:creationId xmlns:a16="http://schemas.microsoft.com/office/drawing/2014/main" id="{84170081-20F0-498E-96B7-993AF52135B4}"/>
              </a:ext>
            </a:extLst>
          </p:cNvPr>
          <p:cNvSpPr>
            <a:spLocks noGrp="1"/>
          </p:cNvSpPr>
          <p:nvPr/>
        </p:nvSpPr>
        <p:spPr>
          <a:xfrm>
            <a:off x="10163175" y="3635375"/>
            <a:ext cx="60590" cy="70115"/>
          </a:xfrm>
          <a:prstGeom prst="rect">
            <a:avLst/>
          </a:prstGeom>
          <a:solidFill>
            <a:srgbClr val="E05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2" name="real-target-spectrogram-r15-c10">
            <a:extLst>
              <a:ext uri="{FF2B5EF4-FFF2-40B4-BE49-F238E27FC236}">
                <a16:creationId xmlns:a16="http://schemas.microsoft.com/office/drawing/2014/main" id="{10808507-20EC-4F55-BD98-53048BA8E77E}"/>
              </a:ext>
            </a:extLst>
          </p:cNvPr>
          <p:cNvSpPr>
            <a:spLocks noGrp="1"/>
          </p:cNvSpPr>
          <p:nvPr/>
        </p:nvSpPr>
        <p:spPr>
          <a:xfrm>
            <a:off x="10221383" y="3635375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3" name="real-target-spectrogram-r15-c11">
            <a:extLst>
              <a:ext uri="{FF2B5EF4-FFF2-40B4-BE49-F238E27FC236}">
                <a16:creationId xmlns:a16="http://schemas.microsoft.com/office/drawing/2014/main" id="{653B65CE-06F4-451B-8CB4-A27BB4ED9941}"/>
              </a:ext>
            </a:extLst>
          </p:cNvPr>
          <p:cNvSpPr>
            <a:spLocks noGrp="1"/>
          </p:cNvSpPr>
          <p:nvPr/>
        </p:nvSpPr>
        <p:spPr>
          <a:xfrm>
            <a:off x="10279592" y="3635375"/>
            <a:ext cx="60590" cy="70115"/>
          </a:xfrm>
          <a:prstGeom prst="rect">
            <a:avLst/>
          </a:prstGeom>
          <a:solidFill>
            <a:srgbClr val="F79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4" name="real-target-spectrogram-r15-c12">
            <a:extLst>
              <a:ext uri="{FF2B5EF4-FFF2-40B4-BE49-F238E27FC236}">
                <a16:creationId xmlns:a16="http://schemas.microsoft.com/office/drawing/2014/main" id="{F28A783A-A6B8-467C-95ED-183122D74B36}"/>
              </a:ext>
            </a:extLst>
          </p:cNvPr>
          <p:cNvSpPr>
            <a:spLocks noGrp="1"/>
          </p:cNvSpPr>
          <p:nvPr/>
        </p:nvSpPr>
        <p:spPr>
          <a:xfrm>
            <a:off x="10337800" y="3635375"/>
            <a:ext cx="60590" cy="70115"/>
          </a:xfrm>
          <a:prstGeom prst="rect">
            <a:avLst/>
          </a:prstGeom>
          <a:solidFill>
            <a:srgbClr val="E15E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5" name="real-target-spectrogram-r15-c13">
            <a:extLst>
              <a:ext uri="{FF2B5EF4-FFF2-40B4-BE49-F238E27FC236}">
                <a16:creationId xmlns:a16="http://schemas.microsoft.com/office/drawing/2014/main" id="{75EB527E-DAC8-4737-8737-25C326AF8AB6}"/>
              </a:ext>
            </a:extLst>
          </p:cNvPr>
          <p:cNvSpPr>
            <a:spLocks noGrp="1"/>
          </p:cNvSpPr>
          <p:nvPr/>
        </p:nvSpPr>
        <p:spPr>
          <a:xfrm>
            <a:off x="10396008" y="3635375"/>
            <a:ext cx="60590" cy="70115"/>
          </a:xfrm>
          <a:prstGeom prst="rect">
            <a:avLst/>
          </a:prstGeom>
          <a:solidFill>
            <a:srgbClr val="EF71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6" name="real-target-spectrogram-r15-c14">
            <a:extLst>
              <a:ext uri="{FF2B5EF4-FFF2-40B4-BE49-F238E27FC236}">
                <a16:creationId xmlns:a16="http://schemas.microsoft.com/office/drawing/2014/main" id="{DFB68D37-B73C-4ED1-AAAE-90145B3F52E6}"/>
              </a:ext>
            </a:extLst>
          </p:cNvPr>
          <p:cNvSpPr>
            <a:spLocks noGrp="1"/>
          </p:cNvSpPr>
          <p:nvPr/>
        </p:nvSpPr>
        <p:spPr>
          <a:xfrm>
            <a:off x="10454217" y="3635375"/>
            <a:ext cx="60590" cy="70115"/>
          </a:xfrm>
          <a:prstGeom prst="rect">
            <a:avLst/>
          </a:prstGeom>
          <a:solidFill>
            <a:srgbClr val="FAAB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7" name="real-target-spectrogram-r15-c15">
            <a:extLst>
              <a:ext uri="{FF2B5EF4-FFF2-40B4-BE49-F238E27FC236}">
                <a16:creationId xmlns:a16="http://schemas.microsoft.com/office/drawing/2014/main" id="{A4022947-2710-4A67-8A4D-A728DB479611}"/>
              </a:ext>
            </a:extLst>
          </p:cNvPr>
          <p:cNvSpPr>
            <a:spLocks noGrp="1"/>
          </p:cNvSpPr>
          <p:nvPr/>
        </p:nvSpPr>
        <p:spPr>
          <a:xfrm>
            <a:off x="10512425" y="3635375"/>
            <a:ext cx="60590" cy="70115"/>
          </a:xfrm>
          <a:prstGeom prst="rect">
            <a:avLst/>
          </a:prstGeom>
          <a:solidFill>
            <a:srgbClr val="FBAE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8" name="real-target-spectrogram-r15-c16">
            <a:extLst>
              <a:ext uri="{FF2B5EF4-FFF2-40B4-BE49-F238E27FC236}">
                <a16:creationId xmlns:a16="http://schemas.microsoft.com/office/drawing/2014/main" id="{1DB8FDA8-D004-4E68-80E6-06736DED3DEF}"/>
              </a:ext>
            </a:extLst>
          </p:cNvPr>
          <p:cNvSpPr>
            <a:spLocks noGrp="1"/>
          </p:cNvSpPr>
          <p:nvPr/>
        </p:nvSpPr>
        <p:spPr>
          <a:xfrm>
            <a:off x="10570633" y="3635375"/>
            <a:ext cx="60590" cy="70115"/>
          </a:xfrm>
          <a:prstGeom prst="rect">
            <a:avLst/>
          </a:prstGeom>
          <a:solidFill>
            <a:srgbClr val="F8A0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9" name="real-target-spectrogram-r15-c17">
            <a:extLst>
              <a:ext uri="{FF2B5EF4-FFF2-40B4-BE49-F238E27FC236}">
                <a16:creationId xmlns:a16="http://schemas.microsoft.com/office/drawing/2014/main" id="{A5B13E5A-CEBC-46EF-8D15-90687689DA0F}"/>
              </a:ext>
            </a:extLst>
          </p:cNvPr>
          <p:cNvSpPr>
            <a:spLocks noGrp="1"/>
          </p:cNvSpPr>
          <p:nvPr/>
        </p:nvSpPr>
        <p:spPr>
          <a:xfrm>
            <a:off x="10628842" y="3635375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0" name="real-target-spectrogram-r16-c0">
            <a:extLst>
              <a:ext uri="{FF2B5EF4-FFF2-40B4-BE49-F238E27FC236}">
                <a16:creationId xmlns:a16="http://schemas.microsoft.com/office/drawing/2014/main" id="{38BFEEAB-C03E-4A8B-890D-670B8D8C1A52}"/>
              </a:ext>
            </a:extLst>
          </p:cNvPr>
          <p:cNvSpPr>
            <a:spLocks noGrp="1"/>
          </p:cNvSpPr>
          <p:nvPr/>
        </p:nvSpPr>
        <p:spPr>
          <a:xfrm>
            <a:off x="9639300" y="3703108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1" name="real-target-spectrogram-r16-c1">
            <a:extLst>
              <a:ext uri="{FF2B5EF4-FFF2-40B4-BE49-F238E27FC236}">
                <a16:creationId xmlns:a16="http://schemas.microsoft.com/office/drawing/2014/main" id="{6E5D2A17-0AB7-4392-83E0-4D8006A0AAF2}"/>
              </a:ext>
            </a:extLst>
          </p:cNvPr>
          <p:cNvSpPr>
            <a:spLocks noGrp="1"/>
          </p:cNvSpPr>
          <p:nvPr/>
        </p:nvSpPr>
        <p:spPr>
          <a:xfrm>
            <a:off x="9697508" y="3703108"/>
            <a:ext cx="60590" cy="70115"/>
          </a:xfrm>
          <a:prstGeom prst="rect">
            <a:avLst/>
          </a:prstGeom>
          <a:solidFill>
            <a:srgbClr val="AA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2" name="real-target-spectrogram-r16-c2">
            <a:extLst>
              <a:ext uri="{FF2B5EF4-FFF2-40B4-BE49-F238E27FC236}">
                <a16:creationId xmlns:a16="http://schemas.microsoft.com/office/drawing/2014/main" id="{78AF0F5B-420E-4BED-85AC-2E8D92F89F00}"/>
              </a:ext>
            </a:extLst>
          </p:cNvPr>
          <p:cNvSpPr>
            <a:spLocks noGrp="1"/>
          </p:cNvSpPr>
          <p:nvPr/>
        </p:nvSpPr>
        <p:spPr>
          <a:xfrm>
            <a:off x="9755717" y="3703108"/>
            <a:ext cx="60590" cy="70115"/>
          </a:xfrm>
          <a:prstGeom prst="rect">
            <a:avLst/>
          </a:prstGeom>
          <a:solidFill>
            <a:srgbClr val="F387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3" name="real-target-spectrogram-r16-c3">
            <a:extLst>
              <a:ext uri="{FF2B5EF4-FFF2-40B4-BE49-F238E27FC236}">
                <a16:creationId xmlns:a16="http://schemas.microsoft.com/office/drawing/2014/main" id="{F1FB843C-9A36-4703-8C1F-88FD0878FCC0}"/>
              </a:ext>
            </a:extLst>
          </p:cNvPr>
          <p:cNvSpPr>
            <a:spLocks noGrp="1"/>
          </p:cNvSpPr>
          <p:nvPr/>
        </p:nvSpPr>
        <p:spPr>
          <a:xfrm>
            <a:off x="9813925" y="3703108"/>
            <a:ext cx="60590" cy="70115"/>
          </a:xfrm>
          <a:prstGeom prst="rect">
            <a:avLst/>
          </a:prstGeom>
          <a:solidFill>
            <a:srgbClr val="CD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4" name="real-target-spectrogram-r16-c4">
            <a:extLst>
              <a:ext uri="{FF2B5EF4-FFF2-40B4-BE49-F238E27FC236}">
                <a16:creationId xmlns:a16="http://schemas.microsoft.com/office/drawing/2014/main" id="{2924FE65-E538-4DFD-8A6E-BB5455F1D79D}"/>
              </a:ext>
            </a:extLst>
          </p:cNvPr>
          <p:cNvSpPr>
            <a:spLocks noGrp="1"/>
          </p:cNvSpPr>
          <p:nvPr/>
        </p:nvSpPr>
        <p:spPr>
          <a:xfrm>
            <a:off x="9872133" y="3703108"/>
            <a:ext cx="60590" cy="70115"/>
          </a:xfrm>
          <a:prstGeom prst="rect">
            <a:avLst/>
          </a:prstGeom>
          <a:solidFill>
            <a:srgbClr val="F8A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5" name="real-target-spectrogram-r16-c5">
            <a:extLst>
              <a:ext uri="{FF2B5EF4-FFF2-40B4-BE49-F238E27FC236}">
                <a16:creationId xmlns:a16="http://schemas.microsoft.com/office/drawing/2014/main" id="{394A83C0-515E-4C25-84E5-8E2938C83377}"/>
              </a:ext>
            </a:extLst>
          </p:cNvPr>
          <p:cNvSpPr>
            <a:spLocks noGrp="1"/>
          </p:cNvSpPr>
          <p:nvPr/>
        </p:nvSpPr>
        <p:spPr>
          <a:xfrm>
            <a:off x="9930342" y="3703108"/>
            <a:ext cx="60590" cy="70115"/>
          </a:xfrm>
          <a:prstGeom prst="rect">
            <a:avLst/>
          </a:prstGeom>
          <a:solidFill>
            <a:srgbClr val="EE6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6" name="real-target-spectrogram-r16-c6">
            <a:extLst>
              <a:ext uri="{FF2B5EF4-FFF2-40B4-BE49-F238E27FC236}">
                <a16:creationId xmlns:a16="http://schemas.microsoft.com/office/drawing/2014/main" id="{57CEB8B9-2EAD-4E03-8A42-9A44D61E337A}"/>
              </a:ext>
            </a:extLst>
          </p:cNvPr>
          <p:cNvSpPr>
            <a:spLocks noGrp="1"/>
          </p:cNvSpPr>
          <p:nvPr/>
        </p:nvSpPr>
        <p:spPr>
          <a:xfrm>
            <a:off x="9988550" y="3703108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7" name="real-target-spectrogram-r16-c7">
            <a:extLst>
              <a:ext uri="{FF2B5EF4-FFF2-40B4-BE49-F238E27FC236}">
                <a16:creationId xmlns:a16="http://schemas.microsoft.com/office/drawing/2014/main" id="{3F700029-1050-43A9-9AFE-F97E41F1A842}"/>
              </a:ext>
            </a:extLst>
          </p:cNvPr>
          <p:cNvSpPr>
            <a:spLocks noGrp="1"/>
          </p:cNvSpPr>
          <p:nvPr/>
        </p:nvSpPr>
        <p:spPr>
          <a:xfrm>
            <a:off x="10046758" y="3703108"/>
            <a:ext cx="60590" cy="70115"/>
          </a:xfrm>
          <a:prstGeom prst="rect">
            <a:avLst/>
          </a:prstGeom>
          <a:solidFill>
            <a:srgbClr val="F383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8" name="real-target-spectrogram-r16-c8">
            <a:extLst>
              <a:ext uri="{FF2B5EF4-FFF2-40B4-BE49-F238E27FC236}">
                <a16:creationId xmlns:a16="http://schemas.microsoft.com/office/drawing/2014/main" id="{CF7B8378-8F57-4225-84DE-18406854D6D5}"/>
              </a:ext>
            </a:extLst>
          </p:cNvPr>
          <p:cNvSpPr>
            <a:spLocks noGrp="1"/>
          </p:cNvSpPr>
          <p:nvPr/>
        </p:nvSpPr>
        <p:spPr>
          <a:xfrm>
            <a:off x="10104967" y="3703108"/>
            <a:ext cx="60590" cy="70115"/>
          </a:xfrm>
          <a:prstGeom prst="rect">
            <a:avLst/>
          </a:prstGeom>
          <a:solidFill>
            <a:srgbClr val="FDD0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9" name="real-target-spectrogram-r16-c9">
            <a:extLst>
              <a:ext uri="{FF2B5EF4-FFF2-40B4-BE49-F238E27FC236}">
                <a16:creationId xmlns:a16="http://schemas.microsoft.com/office/drawing/2014/main" id="{0EFF0A84-8F3D-4CBF-99F6-2AC262DD7BB6}"/>
              </a:ext>
            </a:extLst>
          </p:cNvPr>
          <p:cNvSpPr>
            <a:spLocks noGrp="1"/>
          </p:cNvSpPr>
          <p:nvPr/>
        </p:nvSpPr>
        <p:spPr>
          <a:xfrm>
            <a:off x="10163175" y="3703108"/>
            <a:ext cx="60590" cy="70115"/>
          </a:xfrm>
          <a:prstGeom prst="rect">
            <a:avLst/>
          </a:prstGeom>
          <a:solidFill>
            <a:srgbClr val="FCF8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0" name="real-target-spectrogram-r16-c10">
            <a:extLst>
              <a:ext uri="{FF2B5EF4-FFF2-40B4-BE49-F238E27FC236}">
                <a16:creationId xmlns:a16="http://schemas.microsoft.com/office/drawing/2014/main" id="{FB1E284F-D3CF-49FB-8168-2835853381BC}"/>
              </a:ext>
            </a:extLst>
          </p:cNvPr>
          <p:cNvSpPr>
            <a:spLocks noGrp="1"/>
          </p:cNvSpPr>
          <p:nvPr/>
        </p:nvSpPr>
        <p:spPr>
          <a:xfrm>
            <a:off x="10221383" y="3703108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1" name="real-target-spectrogram-r16-c11">
            <a:extLst>
              <a:ext uri="{FF2B5EF4-FFF2-40B4-BE49-F238E27FC236}">
                <a16:creationId xmlns:a16="http://schemas.microsoft.com/office/drawing/2014/main" id="{FF0717BC-DE73-4FDB-B4BC-74D269E7E121}"/>
              </a:ext>
            </a:extLst>
          </p:cNvPr>
          <p:cNvSpPr>
            <a:spLocks noGrp="1"/>
          </p:cNvSpPr>
          <p:nvPr/>
        </p:nvSpPr>
        <p:spPr>
          <a:xfrm>
            <a:off x="10279592" y="3703108"/>
            <a:ext cx="60590" cy="70115"/>
          </a:xfrm>
          <a:prstGeom prst="rect">
            <a:avLst/>
          </a:prstGeom>
          <a:solidFill>
            <a:srgbClr val="FDC5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2" name="real-target-spectrogram-r16-c12">
            <a:extLst>
              <a:ext uri="{FF2B5EF4-FFF2-40B4-BE49-F238E27FC236}">
                <a16:creationId xmlns:a16="http://schemas.microsoft.com/office/drawing/2014/main" id="{57F1529B-500A-4BB1-B004-E2EFD4474AE5}"/>
              </a:ext>
            </a:extLst>
          </p:cNvPr>
          <p:cNvSpPr>
            <a:spLocks noGrp="1"/>
          </p:cNvSpPr>
          <p:nvPr/>
        </p:nvSpPr>
        <p:spPr>
          <a:xfrm>
            <a:off x="10337800" y="3703108"/>
            <a:ext cx="60590" cy="70115"/>
          </a:xfrm>
          <a:prstGeom prst="rect">
            <a:avLst/>
          </a:prstGeom>
          <a:solidFill>
            <a:srgbClr val="F58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3" name="real-target-spectrogram-r16-c13">
            <a:extLst>
              <a:ext uri="{FF2B5EF4-FFF2-40B4-BE49-F238E27FC236}">
                <a16:creationId xmlns:a16="http://schemas.microsoft.com/office/drawing/2014/main" id="{7B8D4BAE-5DCB-449A-A23C-D6865D78CFE9}"/>
              </a:ext>
            </a:extLst>
          </p:cNvPr>
          <p:cNvSpPr>
            <a:spLocks noGrp="1"/>
          </p:cNvSpPr>
          <p:nvPr/>
        </p:nvSpPr>
        <p:spPr>
          <a:xfrm>
            <a:off x="10396008" y="3703108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4" name="real-target-spectrogram-r16-c14">
            <a:extLst>
              <a:ext uri="{FF2B5EF4-FFF2-40B4-BE49-F238E27FC236}">
                <a16:creationId xmlns:a16="http://schemas.microsoft.com/office/drawing/2014/main" id="{8A844591-CB97-46C4-8CD7-12387F0B277D}"/>
              </a:ext>
            </a:extLst>
          </p:cNvPr>
          <p:cNvSpPr>
            <a:spLocks noGrp="1"/>
          </p:cNvSpPr>
          <p:nvPr/>
        </p:nvSpPr>
        <p:spPr>
          <a:xfrm>
            <a:off x="10454217" y="3703108"/>
            <a:ext cx="60590" cy="70115"/>
          </a:xfrm>
          <a:prstGeom prst="rect">
            <a:avLst/>
          </a:prstGeom>
          <a:solidFill>
            <a:srgbClr val="FDB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5" name="real-target-spectrogram-r16-c15">
            <a:extLst>
              <a:ext uri="{FF2B5EF4-FFF2-40B4-BE49-F238E27FC236}">
                <a16:creationId xmlns:a16="http://schemas.microsoft.com/office/drawing/2014/main" id="{F42F35A1-DF2F-4A7C-B5FF-B2D73201B1D5}"/>
              </a:ext>
            </a:extLst>
          </p:cNvPr>
          <p:cNvSpPr>
            <a:spLocks noGrp="1"/>
          </p:cNvSpPr>
          <p:nvPr/>
        </p:nvSpPr>
        <p:spPr>
          <a:xfrm>
            <a:off x="10512425" y="3703108"/>
            <a:ext cx="60590" cy="70115"/>
          </a:xfrm>
          <a:prstGeom prst="rect">
            <a:avLst/>
          </a:prstGeom>
          <a:solidFill>
            <a:srgbClr val="FCB3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6" name="real-target-spectrogram-r16-c16">
            <a:extLst>
              <a:ext uri="{FF2B5EF4-FFF2-40B4-BE49-F238E27FC236}">
                <a16:creationId xmlns:a16="http://schemas.microsoft.com/office/drawing/2014/main" id="{E3EDAB89-AFE6-4B7B-9D44-40C6D376093E}"/>
              </a:ext>
            </a:extLst>
          </p:cNvPr>
          <p:cNvSpPr>
            <a:spLocks noGrp="1"/>
          </p:cNvSpPr>
          <p:nvPr/>
        </p:nvSpPr>
        <p:spPr>
          <a:xfrm>
            <a:off x="10570633" y="3703108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7" name="real-target-spectrogram-r16-c17">
            <a:extLst>
              <a:ext uri="{FF2B5EF4-FFF2-40B4-BE49-F238E27FC236}">
                <a16:creationId xmlns:a16="http://schemas.microsoft.com/office/drawing/2014/main" id="{3BE4622E-7800-44B2-BC76-BF8D9EDA7235}"/>
              </a:ext>
            </a:extLst>
          </p:cNvPr>
          <p:cNvSpPr>
            <a:spLocks noGrp="1"/>
          </p:cNvSpPr>
          <p:nvPr/>
        </p:nvSpPr>
        <p:spPr>
          <a:xfrm>
            <a:off x="10628842" y="3703108"/>
            <a:ext cx="60590" cy="70115"/>
          </a:xfrm>
          <a:prstGeom prst="rect">
            <a:avLst/>
          </a:prstGeom>
          <a:solidFill>
            <a:srgbClr val="9A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8" name="real-target-spectrogram-r17-c0">
            <a:extLst>
              <a:ext uri="{FF2B5EF4-FFF2-40B4-BE49-F238E27FC236}">
                <a16:creationId xmlns:a16="http://schemas.microsoft.com/office/drawing/2014/main" id="{23EA9823-1866-4449-BC6D-D9E5DEFD6BBC}"/>
              </a:ext>
            </a:extLst>
          </p:cNvPr>
          <p:cNvSpPr>
            <a:spLocks noGrp="1"/>
          </p:cNvSpPr>
          <p:nvPr/>
        </p:nvSpPr>
        <p:spPr>
          <a:xfrm>
            <a:off x="9639300" y="3770842"/>
            <a:ext cx="60590" cy="70115"/>
          </a:xfrm>
          <a:prstGeom prst="rect">
            <a:avLst/>
          </a:prstGeom>
          <a:solidFill>
            <a:srgbClr val="271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9" name="real-target-spectrogram-r17-c1">
            <a:extLst>
              <a:ext uri="{FF2B5EF4-FFF2-40B4-BE49-F238E27FC236}">
                <a16:creationId xmlns:a16="http://schemas.microsoft.com/office/drawing/2014/main" id="{720018B1-E285-4D0D-BDDA-12781FE0E2E3}"/>
              </a:ext>
            </a:extLst>
          </p:cNvPr>
          <p:cNvSpPr>
            <a:spLocks noGrp="1"/>
          </p:cNvSpPr>
          <p:nvPr/>
        </p:nvSpPr>
        <p:spPr>
          <a:xfrm>
            <a:off x="9697508" y="3770842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0" name="real-target-spectrogram-r17-c2">
            <a:extLst>
              <a:ext uri="{FF2B5EF4-FFF2-40B4-BE49-F238E27FC236}">
                <a16:creationId xmlns:a16="http://schemas.microsoft.com/office/drawing/2014/main" id="{399874B0-BF7E-4787-B4B6-23EA3C24ED56}"/>
              </a:ext>
            </a:extLst>
          </p:cNvPr>
          <p:cNvSpPr>
            <a:spLocks noGrp="1"/>
          </p:cNvSpPr>
          <p:nvPr/>
        </p:nvSpPr>
        <p:spPr>
          <a:xfrm>
            <a:off x="9755717" y="3770842"/>
            <a:ext cx="60590" cy="70115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1" name="real-target-spectrogram-r17-c3">
            <a:extLst>
              <a:ext uri="{FF2B5EF4-FFF2-40B4-BE49-F238E27FC236}">
                <a16:creationId xmlns:a16="http://schemas.microsoft.com/office/drawing/2014/main" id="{66507735-A5BE-41B2-BBBF-233EDC8723FF}"/>
              </a:ext>
            </a:extLst>
          </p:cNvPr>
          <p:cNvSpPr>
            <a:spLocks noGrp="1"/>
          </p:cNvSpPr>
          <p:nvPr/>
        </p:nvSpPr>
        <p:spPr>
          <a:xfrm>
            <a:off x="9813925" y="3770842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2" name="real-target-spectrogram-r17-c4">
            <a:extLst>
              <a:ext uri="{FF2B5EF4-FFF2-40B4-BE49-F238E27FC236}">
                <a16:creationId xmlns:a16="http://schemas.microsoft.com/office/drawing/2014/main" id="{F4067E54-49E2-444D-B7FE-6FD3FED6C4E3}"/>
              </a:ext>
            </a:extLst>
          </p:cNvPr>
          <p:cNvSpPr>
            <a:spLocks noGrp="1"/>
          </p:cNvSpPr>
          <p:nvPr/>
        </p:nvSpPr>
        <p:spPr>
          <a:xfrm>
            <a:off x="9872133" y="3770842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3" name="real-target-spectrogram-r17-c5">
            <a:extLst>
              <a:ext uri="{FF2B5EF4-FFF2-40B4-BE49-F238E27FC236}">
                <a16:creationId xmlns:a16="http://schemas.microsoft.com/office/drawing/2014/main" id="{5FE7CBB7-7712-47D8-8098-B90C348771A0}"/>
              </a:ext>
            </a:extLst>
          </p:cNvPr>
          <p:cNvSpPr>
            <a:spLocks noGrp="1"/>
          </p:cNvSpPr>
          <p:nvPr/>
        </p:nvSpPr>
        <p:spPr>
          <a:xfrm>
            <a:off x="9930342" y="3770842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4" name="real-target-spectrogram-r17-c6">
            <a:extLst>
              <a:ext uri="{FF2B5EF4-FFF2-40B4-BE49-F238E27FC236}">
                <a16:creationId xmlns:a16="http://schemas.microsoft.com/office/drawing/2014/main" id="{7A080112-3BC6-493A-9B91-5BF48A0C6CE6}"/>
              </a:ext>
            </a:extLst>
          </p:cNvPr>
          <p:cNvSpPr>
            <a:spLocks noGrp="1"/>
          </p:cNvSpPr>
          <p:nvPr/>
        </p:nvSpPr>
        <p:spPr>
          <a:xfrm>
            <a:off x="9988550" y="3770842"/>
            <a:ext cx="60590" cy="70115"/>
          </a:xfrm>
          <a:prstGeom prst="rect">
            <a:avLst/>
          </a:prstGeom>
          <a:solidFill>
            <a:srgbClr val="E05D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5" name="real-target-spectrogram-r17-c7">
            <a:extLst>
              <a:ext uri="{FF2B5EF4-FFF2-40B4-BE49-F238E27FC236}">
                <a16:creationId xmlns:a16="http://schemas.microsoft.com/office/drawing/2014/main" id="{4AA817B1-866D-45A0-87B2-3FE28A30584C}"/>
              </a:ext>
            </a:extLst>
          </p:cNvPr>
          <p:cNvSpPr>
            <a:spLocks noGrp="1"/>
          </p:cNvSpPr>
          <p:nvPr/>
        </p:nvSpPr>
        <p:spPr>
          <a:xfrm>
            <a:off x="10046758" y="3770842"/>
            <a:ext cx="60590" cy="70115"/>
          </a:xfrm>
          <a:prstGeom prst="rect">
            <a:avLst/>
          </a:prstGeom>
          <a:solidFill>
            <a:srgbClr val="D25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6" name="real-target-spectrogram-r17-c8">
            <a:extLst>
              <a:ext uri="{FF2B5EF4-FFF2-40B4-BE49-F238E27FC236}">
                <a16:creationId xmlns:a16="http://schemas.microsoft.com/office/drawing/2014/main" id="{B8CC823D-4A8F-4FFA-AF1B-2159BAB35AEB}"/>
              </a:ext>
            </a:extLst>
          </p:cNvPr>
          <p:cNvSpPr>
            <a:spLocks noGrp="1"/>
          </p:cNvSpPr>
          <p:nvPr/>
        </p:nvSpPr>
        <p:spPr>
          <a:xfrm>
            <a:off x="10104967" y="3770842"/>
            <a:ext cx="60590" cy="70115"/>
          </a:xfrm>
          <a:prstGeom prst="rect">
            <a:avLst/>
          </a:prstGeom>
          <a:solidFill>
            <a:srgbClr val="CC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7" name="real-target-spectrogram-r17-c9">
            <a:extLst>
              <a:ext uri="{FF2B5EF4-FFF2-40B4-BE49-F238E27FC236}">
                <a16:creationId xmlns:a16="http://schemas.microsoft.com/office/drawing/2014/main" id="{EBC886F0-C8F6-4B15-A2C6-3BE030AFEA32}"/>
              </a:ext>
            </a:extLst>
          </p:cNvPr>
          <p:cNvSpPr>
            <a:spLocks noGrp="1"/>
          </p:cNvSpPr>
          <p:nvPr/>
        </p:nvSpPr>
        <p:spPr>
          <a:xfrm>
            <a:off x="10163175" y="3770842"/>
            <a:ext cx="60590" cy="70115"/>
          </a:xfrm>
          <a:prstGeom prst="rect">
            <a:avLst/>
          </a:prstGeom>
          <a:solidFill>
            <a:srgbClr val="EF6D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8" name="real-target-spectrogram-r17-c10">
            <a:extLst>
              <a:ext uri="{FF2B5EF4-FFF2-40B4-BE49-F238E27FC236}">
                <a16:creationId xmlns:a16="http://schemas.microsoft.com/office/drawing/2014/main" id="{8903B185-4235-486A-9F4E-59E46258B35B}"/>
              </a:ext>
            </a:extLst>
          </p:cNvPr>
          <p:cNvSpPr>
            <a:spLocks noGrp="1"/>
          </p:cNvSpPr>
          <p:nvPr/>
        </p:nvSpPr>
        <p:spPr>
          <a:xfrm>
            <a:off x="10221383" y="3770842"/>
            <a:ext cx="60590" cy="70115"/>
          </a:xfrm>
          <a:prstGeom prst="rect">
            <a:avLst/>
          </a:prstGeom>
          <a:solidFill>
            <a:srgbClr val="B2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9" name="real-target-spectrogram-r17-c11">
            <a:extLst>
              <a:ext uri="{FF2B5EF4-FFF2-40B4-BE49-F238E27FC236}">
                <a16:creationId xmlns:a16="http://schemas.microsoft.com/office/drawing/2014/main" id="{678CC468-658C-4628-941F-C941E7263338}"/>
              </a:ext>
            </a:extLst>
          </p:cNvPr>
          <p:cNvSpPr>
            <a:spLocks noGrp="1"/>
          </p:cNvSpPr>
          <p:nvPr/>
        </p:nvSpPr>
        <p:spPr>
          <a:xfrm>
            <a:off x="10279592" y="3770842"/>
            <a:ext cx="60590" cy="70115"/>
          </a:xfrm>
          <a:prstGeom prst="rect">
            <a:avLst/>
          </a:prstGeom>
          <a:solidFill>
            <a:srgbClr val="100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0" name="real-target-spectrogram-r17-c12">
            <a:extLst>
              <a:ext uri="{FF2B5EF4-FFF2-40B4-BE49-F238E27FC236}">
                <a16:creationId xmlns:a16="http://schemas.microsoft.com/office/drawing/2014/main" id="{86AEA173-1B98-4A39-8C9D-30DF22993A76}"/>
              </a:ext>
            </a:extLst>
          </p:cNvPr>
          <p:cNvSpPr>
            <a:spLocks noGrp="1"/>
          </p:cNvSpPr>
          <p:nvPr/>
        </p:nvSpPr>
        <p:spPr>
          <a:xfrm>
            <a:off x="10337800" y="3770842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1" name="real-target-spectrogram-r17-c13">
            <a:extLst>
              <a:ext uri="{FF2B5EF4-FFF2-40B4-BE49-F238E27FC236}">
                <a16:creationId xmlns:a16="http://schemas.microsoft.com/office/drawing/2014/main" id="{BF3CAB81-B496-4045-ACE8-859DFE16B2F0}"/>
              </a:ext>
            </a:extLst>
          </p:cNvPr>
          <p:cNvSpPr>
            <a:spLocks noGrp="1"/>
          </p:cNvSpPr>
          <p:nvPr/>
        </p:nvSpPr>
        <p:spPr>
          <a:xfrm>
            <a:off x="10396008" y="3770842"/>
            <a:ext cx="60590" cy="70115"/>
          </a:xfrm>
          <a:prstGeom prst="rect">
            <a:avLst/>
          </a:prstGeom>
          <a:solidFill>
            <a:srgbClr val="1E0C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2" name="real-target-spectrogram-r17-c14">
            <a:extLst>
              <a:ext uri="{FF2B5EF4-FFF2-40B4-BE49-F238E27FC236}">
                <a16:creationId xmlns:a16="http://schemas.microsoft.com/office/drawing/2014/main" id="{B781D687-A2A0-4FA3-892E-1795ECBEB412}"/>
              </a:ext>
            </a:extLst>
          </p:cNvPr>
          <p:cNvSpPr>
            <a:spLocks noGrp="1"/>
          </p:cNvSpPr>
          <p:nvPr/>
        </p:nvSpPr>
        <p:spPr>
          <a:xfrm>
            <a:off x="10454217" y="3770842"/>
            <a:ext cx="60590" cy="70115"/>
          </a:xfrm>
          <a:prstGeom prst="rect">
            <a:avLst/>
          </a:prstGeom>
          <a:solidFill>
            <a:srgbClr val="AC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3" name="real-target-spectrogram-r17-c15">
            <a:extLst>
              <a:ext uri="{FF2B5EF4-FFF2-40B4-BE49-F238E27FC236}">
                <a16:creationId xmlns:a16="http://schemas.microsoft.com/office/drawing/2014/main" id="{4DB1281B-0AFB-4612-AE79-01A51F5B763C}"/>
              </a:ext>
            </a:extLst>
          </p:cNvPr>
          <p:cNvSpPr>
            <a:spLocks noGrp="1"/>
          </p:cNvSpPr>
          <p:nvPr/>
        </p:nvSpPr>
        <p:spPr>
          <a:xfrm>
            <a:off x="10512425" y="3770842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4" name="real-target-spectrogram-r17-c16">
            <a:extLst>
              <a:ext uri="{FF2B5EF4-FFF2-40B4-BE49-F238E27FC236}">
                <a16:creationId xmlns:a16="http://schemas.microsoft.com/office/drawing/2014/main" id="{77D171F8-1B28-4143-A4D5-60597F0E6A01}"/>
              </a:ext>
            </a:extLst>
          </p:cNvPr>
          <p:cNvSpPr>
            <a:spLocks noGrp="1"/>
          </p:cNvSpPr>
          <p:nvPr/>
        </p:nvSpPr>
        <p:spPr>
          <a:xfrm>
            <a:off x="10570633" y="3770842"/>
            <a:ext cx="60590" cy="70115"/>
          </a:xfrm>
          <a:prstGeom prst="rect">
            <a:avLst/>
          </a:prstGeom>
          <a:solidFill>
            <a:srgbClr val="D552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5" name="real-target-spectrogram-r17-c17">
            <a:extLst>
              <a:ext uri="{FF2B5EF4-FFF2-40B4-BE49-F238E27FC236}">
                <a16:creationId xmlns:a16="http://schemas.microsoft.com/office/drawing/2014/main" id="{B7C6951D-83CC-40F4-B51F-0F29C819BEAD}"/>
              </a:ext>
            </a:extLst>
          </p:cNvPr>
          <p:cNvSpPr>
            <a:spLocks noGrp="1"/>
          </p:cNvSpPr>
          <p:nvPr/>
        </p:nvSpPr>
        <p:spPr>
          <a:xfrm>
            <a:off x="10628842" y="3770842"/>
            <a:ext cx="60590" cy="70115"/>
          </a:xfrm>
          <a:prstGeom prst="rect">
            <a:avLst/>
          </a:prstGeom>
          <a:solidFill>
            <a:srgbClr val="A1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6" name="real-target-spectrogram-border">
            <a:extLst>
              <a:ext uri="{FF2B5EF4-FFF2-40B4-BE49-F238E27FC236}">
                <a16:creationId xmlns:a16="http://schemas.microsoft.com/office/drawing/2014/main" id="{9BC8798B-E43C-474E-87B1-AFC59D98B816}"/>
              </a:ext>
            </a:extLst>
          </p:cNvPr>
          <p:cNvSpPr>
            <a:spLocks noGrp="1"/>
          </p:cNvSpPr>
          <p:nvPr/>
        </p:nvSpPr>
        <p:spPr>
          <a:xfrm>
            <a:off x="9639300" y="2619375"/>
            <a:ext cx="10477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7" name="target-to-denoiser-1">
            <a:extLst>
              <a:ext uri="{FF2B5EF4-FFF2-40B4-BE49-F238E27FC236}">
                <a16:creationId xmlns:a16="http://schemas.microsoft.com/office/drawing/2014/main" id="{45D5989F-710F-4EC5-B3FB-A43BBF703648}"/>
              </a:ext>
            </a:extLst>
          </p:cNvPr>
          <p:cNvSpPr>
            <a:spLocks noGrp="1"/>
          </p:cNvSpPr>
          <p:nvPr/>
        </p:nvSpPr>
        <p:spPr>
          <a:xfrm>
            <a:off x="9115425" y="3228975"/>
            <a:ext cx="428625" cy="0"/>
          </a:xfrm>
          <a:prstGeom prst="line">
            <a:avLst/>
          </a:prstGeom>
          <a:solidFill>
            <a:srgbClr val="000000">
              <a:alpha val="0"/>
            </a:srgbClr>
          </a:solidFill>
          <a:ln w="1524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8" name="target-to-denoiser-head">
            <a:extLst>
              <a:ext uri="{FF2B5EF4-FFF2-40B4-BE49-F238E27FC236}">
                <a16:creationId xmlns:a16="http://schemas.microsoft.com/office/drawing/2014/main" id="{A12EC45C-57ED-4F8D-BB61-C7717AD25F20}"/>
              </a:ext>
            </a:extLst>
          </p:cNvPr>
          <p:cNvSpPr>
            <a:spLocks noGrp="1"/>
          </p:cNvSpPr>
          <p:nvPr/>
        </p:nvSpPr>
        <p:spPr>
          <a:xfrm rot="16200000">
            <a:off x="9067800" y="3181350"/>
            <a:ext cx="95250" cy="95250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9" name="denoiser-to-x0-1">
            <a:extLst>
              <a:ext uri="{FF2B5EF4-FFF2-40B4-BE49-F238E27FC236}">
                <a16:creationId xmlns:a16="http://schemas.microsoft.com/office/drawing/2014/main" id="{87244745-B152-4EEF-9307-5B36AFC3EFA2}"/>
              </a:ext>
            </a:extLst>
          </p:cNvPr>
          <p:cNvSpPr>
            <a:spLocks noGrp="1"/>
          </p:cNvSpPr>
          <p:nvPr/>
        </p:nvSpPr>
        <p:spPr>
          <a:xfrm>
            <a:off x="7553325" y="3981450"/>
            <a:ext cx="0" cy="314325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0" name="denoiser-to-x0-head">
            <a:extLst>
              <a:ext uri="{FF2B5EF4-FFF2-40B4-BE49-F238E27FC236}">
                <a16:creationId xmlns:a16="http://schemas.microsoft.com/office/drawing/2014/main" id="{143F6CBA-3F9E-46DB-B635-7CD3691853F2}"/>
              </a:ext>
            </a:extLst>
          </p:cNvPr>
          <p:cNvSpPr>
            <a:spLocks noGrp="1"/>
          </p:cNvSpPr>
          <p:nvPr/>
        </p:nvSpPr>
        <p:spPr>
          <a:xfrm rot="10800000">
            <a:off x="7510463" y="4252913"/>
            <a:ext cx="85725" cy="85725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29F720C2-6256-4FC3-BC8E-86C72185E8D0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0288"/>
          </a:bodyPr>
          <a:lstStyle/>
          <a:p>
            <a:pPr algn="ctr">
              <a:defRPr sz="15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x_0 (target spectrogram)</a:t>
            </a:r>
          </a:p>
        </p:txBody>
      </p:sp>
      <p:sp>
        <p:nvSpPr>
          <p:cNvPr id="412" name="Straight Connector 411">
            <a:extLst>
              <a:ext uri="{FF2B5EF4-FFF2-40B4-BE49-F238E27FC236}">
                <a16:creationId xmlns:a16="http://schemas.microsoft.com/office/drawing/2014/main" id="{3CC21E96-4971-4DD0-9D29-E8C100AD2FDF}"/>
              </a:ext>
            </a:extLst>
          </p:cNvPr>
          <p:cNvSpPr>
            <a:spLocks noGrp="1"/>
          </p:cNvSpPr>
          <p:nvPr/>
        </p:nvSpPr>
        <p:spPr>
          <a:xfrm>
            <a:off x="6334125" y="4743450"/>
            <a:ext cx="3362325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3" name="Straight Connector 412">
            <a:extLst>
              <a:ext uri="{FF2B5EF4-FFF2-40B4-BE49-F238E27FC236}">
                <a16:creationId xmlns:a16="http://schemas.microsoft.com/office/drawing/2014/main" id="{A83F8F76-931D-49AB-9606-CBC3C05668BB}"/>
              </a:ext>
            </a:extLst>
          </p:cNvPr>
          <p:cNvSpPr>
            <a:spLocks noGrp="1"/>
          </p:cNvSpPr>
          <p:nvPr/>
        </p:nvSpPr>
        <p:spPr>
          <a:xfrm>
            <a:off x="6334125" y="4743450"/>
            <a:ext cx="0" cy="2286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4" name="Straight Connector 413">
            <a:extLst>
              <a:ext uri="{FF2B5EF4-FFF2-40B4-BE49-F238E27FC236}">
                <a16:creationId xmlns:a16="http://schemas.microsoft.com/office/drawing/2014/main" id="{E09E1620-8163-453D-A503-DADF0C7E74D6}"/>
              </a:ext>
            </a:extLst>
          </p:cNvPr>
          <p:cNvSpPr>
            <a:spLocks noGrp="1"/>
          </p:cNvSpPr>
          <p:nvPr/>
        </p:nvSpPr>
        <p:spPr>
          <a:xfrm>
            <a:off x="7972425" y="4743450"/>
            <a:ext cx="0" cy="2286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5" name="Straight Connector 414">
            <a:extLst>
              <a:ext uri="{FF2B5EF4-FFF2-40B4-BE49-F238E27FC236}">
                <a16:creationId xmlns:a16="http://schemas.microsoft.com/office/drawing/2014/main" id="{533D56ED-CF5B-4234-92E8-B98470C71216}"/>
              </a:ext>
            </a:extLst>
          </p:cNvPr>
          <p:cNvSpPr>
            <a:spLocks noGrp="1"/>
          </p:cNvSpPr>
          <p:nvPr/>
        </p:nvSpPr>
        <p:spPr>
          <a:xfrm>
            <a:off x="9696450" y="4743450"/>
            <a:ext cx="0" cy="2286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6" name="ce-loss">
            <a:extLst>
              <a:ext uri="{FF2B5EF4-FFF2-40B4-BE49-F238E27FC236}">
                <a16:creationId xmlns:a16="http://schemas.microsoft.com/office/drawing/2014/main" id="{53A43498-6514-40C3-A6B4-8F761B9D46BF}"/>
              </a:ext>
            </a:extLst>
          </p:cNvPr>
          <p:cNvSpPr>
            <a:spLocks noGrp="1"/>
          </p:cNvSpPr>
          <p:nvPr/>
        </p:nvSpPr>
        <p:spPr>
          <a:xfrm>
            <a:off x="5829300" y="5029200"/>
            <a:ext cx="120015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7" name="ce-loss-label">
            <a:extLst>
              <a:ext uri="{FF2B5EF4-FFF2-40B4-BE49-F238E27FC236}">
                <a16:creationId xmlns:a16="http://schemas.microsoft.com/office/drawing/2014/main" id="{64EDACD2-C557-45D9-B0D2-5DF80B90909E}"/>
              </a:ext>
            </a:extLst>
          </p:cNvPr>
          <p:cNvSpPr>
            <a:spLocks noGrp="1"/>
          </p:cNvSpPr>
          <p:nvPr/>
        </p:nvSpPr>
        <p:spPr>
          <a:xfrm>
            <a:off x="5905500" y="5067300"/>
            <a:ext cx="104775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CE on x_0</a:t>
            </a:r>
          </a:p>
        </p:txBody>
      </p:sp>
      <p:sp>
        <p:nvSpPr>
          <p:cNvPr id="418" name="feature-matching-loss">
            <a:extLst>
              <a:ext uri="{FF2B5EF4-FFF2-40B4-BE49-F238E27FC236}">
                <a16:creationId xmlns:a16="http://schemas.microsoft.com/office/drawing/2014/main" id="{425AFC5F-C49A-4ED2-9808-644E52C3C64F}"/>
              </a:ext>
            </a:extLst>
          </p:cNvPr>
          <p:cNvSpPr>
            <a:spLocks noGrp="1"/>
          </p:cNvSpPr>
          <p:nvPr/>
        </p:nvSpPr>
        <p:spPr>
          <a:xfrm>
            <a:off x="7162800" y="5029200"/>
            <a:ext cx="152400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9" name="feature-matching-loss-label">
            <a:extLst>
              <a:ext uri="{FF2B5EF4-FFF2-40B4-BE49-F238E27FC236}">
                <a16:creationId xmlns:a16="http://schemas.microsoft.com/office/drawing/2014/main" id="{452BC779-BACF-445A-B3BC-6EB55C8B26FA}"/>
              </a:ext>
            </a:extLst>
          </p:cNvPr>
          <p:cNvSpPr>
            <a:spLocks noGrp="1"/>
          </p:cNvSpPr>
          <p:nvPr/>
        </p:nvSpPr>
        <p:spPr>
          <a:xfrm>
            <a:off x="7239000" y="5067300"/>
            <a:ext cx="13716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matching on x_0</a:t>
            </a:r>
          </a:p>
        </p:txBody>
      </p:sp>
      <p:sp>
        <p:nvSpPr>
          <p:cNvPr id="420" name="past-ce-loss">
            <a:extLst>
              <a:ext uri="{FF2B5EF4-FFF2-40B4-BE49-F238E27FC236}">
                <a16:creationId xmlns:a16="http://schemas.microsoft.com/office/drawing/2014/main" id="{EACACAD0-3F65-45FA-B256-894606FD12BE}"/>
              </a:ext>
            </a:extLst>
          </p:cNvPr>
          <p:cNvSpPr>
            <a:spLocks noGrp="1"/>
          </p:cNvSpPr>
          <p:nvPr/>
        </p:nvSpPr>
        <p:spPr>
          <a:xfrm>
            <a:off x="8839200" y="5029200"/>
            <a:ext cx="149542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1" name="past-ce-loss-label">
            <a:extLst>
              <a:ext uri="{FF2B5EF4-FFF2-40B4-BE49-F238E27FC236}">
                <a16:creationId xmlns:a16="http://schemas.microsoft.com/office/drawing/2014/main" id="{D1FAB05C-85D4-4B15-A3AA-CD8627D7561B}"/>
              </a:ext>
            </a:extLst>
          </p:cNvPr>
          <p:cNvSpPr>
            <a:spLocks noGrp="1"/>
          </p:cNvSpPr>
          <p:nvPr/>
        </p:nvSpPr>
        <p:spPr>
          <a:xfrm>
            <a:off x="8915400" y="5067300"/>
            <a:ext cx="1343025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CE head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9AEA0C26-BDB5-4DB8-A101-46A08A64CF67}"/>
              </a:ext>
            </a:extLst>
          </p:cNvPr>
          <p:cNvSpPr>
            <a:spLocks noGrp="1"/>
          </p:cNvSpPr>
          <p:nvPr/>
        </p:nvSpPr>
        <p:spPr>
          <a:xfrm>
            <a:off x="6608989" y="58102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Frozen target classifier (ResNet-18)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712F0F1-1559-4313-A0CE-11F6B613A255}"/>
              </a:ext>
            </a:extLst>
          </p:cNvPr>
          <p:cNvSpPr>
            <a:spLocks noGrp="1"/>
          </p:cNvSpPr>
          <p:nvPr/>
        </p:nvSpPr>
        <p:spPr>
          <a:xfrm>
            <a:off x="6010275" y="6210300"/>
            <a:ext cx="445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Classifier-free guidance via condition dropout (CFG)</a:t>
            </a:r>
          </a:p>
        </p:txBody>
      </p:sp>
      <p:sp>
        <p:nvSpPr>
          <p:cNvPr id="427" name="stage-2-to-stage-3-1">
            <a:extLst>
              <a:ext uri="{FF2B5EF4-FFF2-40B4-BE49-F238E27FC236}">
                <a16:creationId xmlns:a16="http://schemas.microsoft.com/office/drawing/2014/main" id="{A5FBBA09-128C-4673-BB4C-004970CB6DD0}"/>
              </a:ext>
            </a:extLst>
          </p:cNvPr>
          <p:cNvSpPr>
            <a:spLocks noGrp="1"/>
          </p:cNvSpPr>
          <p:nvPr/>
        </p:nvSpPr>
        <p:spPr>
          <a:xfrm>
            <a:off x="11153775" y="3476625"/>
            <a:ext cx="4191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8" name="stage-2-to-stage-3-head">
            <a:extLst>
              <a:ext uri="{FF2B5EF4-FFF2-40B4-BE49-F238E27FC236}">
                <a16:creationId xmlns:a16="http://schemas.microsoft.com/office/drawing/2014/main" id="{4D97C90D-6CEF-42C6-995D-81B42093DCE3}"/>
              </a:ext>
            </a:extLst>
          </p:cNvPr>
          <p:cNvSpPr>
            <a:spLocks noGrp="1"/>
          </p:cNvSpPr>
          <p:nvPr/>
        </p:nvSpPr>
        <p:spPr>
          <a:xfrm rot="5400000">
            <a:off x="11515725" y="3419475"/>
            <a:ext cx="114300" cy="114300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9" name="ddim-sampling">
            <a:extLst>
              <a:ext uri="{FF2B5EF4-FFF2-40B4-BE49-F238E27FC236}">
                <a16:creationId xmlns:a16="http://schemas.microsoft.com/office/drawing/2014/main" id="{9D82C46C-A5BB-4AC3-9C91-61D68EC1CFEB}"/>
              </a:ext>
            </a:extLst>
          </p:cNvPr>
          <p:cNvSpPr>
            <a:spLocks noGrp="1"/>
          </p:cNvSpPr>
          <p:nvPr/>
        </p:nvSpPr>
        <p:spPr>
          <a:xfrm>
            <a:off x="12172950" y="1581150"/>
            <a:ext cx="30670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714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0" name="ddim-sampling-label">
            <a:extLst>
              <a:ext uri="{FF2B5EF4-FFF2-40B4-BE49-F238E27FC236}">
                <a16:creationId xmlns:a16="http://schemas.microsoft.com/office/drawing/2014/main" id="{01577E7A-F505-44BC-95D5-8620288FE858}"/>
              </a:ext>
            </a:extLst>
          </p:cNvPr>
          <p:cNvSpPr>
            <a:spLocks noGrp="1"/>
          </p:cNvSpPr>
          <p:nvPr/>
        </p:nvSpPr>
        <p:spPr>
          <a:xfrm>
            <a:off x="12249150" y="1619250"/>
            <a:ext cx="29146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6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Sample 16 x_0 via</a:t>
            </a:r>
          </a:p>
          <a:p>
            <a:pPr algn="ctr">
              <a:defRPr sz="16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DDIM, guidance=2.0</a:t>
            </a:r>
          </a:p>
        </p:txBody>
      </p:sp>
      <p:sp>
        <p:nvSpPr>
          <p:cNvPr id="431" name="sample-to-classifier-1">
            <a:extLst>
              <a:ext uri="{FF2B5EF4-FFF2-40B4-BE49-F238E27FC236}">
                <a16:creationId xmlns:a16="http://schemas.microsoft.com/office/drawing/2014/main" id="{C326DBAA-BA87-481A-84C8-54E4442D0CA5}"/>
              </a:ext>
            </a:extLst>
          </p:cNvPr>
          <p:cNvSpPr>
            <a:spLocks noGrp="1"/>
          </p:cNvSpPr>
          <p:nvPr/>
        </p:nvSpPr>
        <p:spPr>
          <a:xfrm>
            <a:off x="13706475" y="2476500"/>
            <a:ext cx="0" cy="30480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2" name="sample-to-classifier-head">
            <a:extLst>
              <a:ext uri="{FF2B5EF4-FFF2-40B4-BE49-F238E27FC236}">
                <a16:creationId xmlns:a16="http://schemas.microsoft.com/office/drawing/2014/main" id="{81FFF121-779C-4E09-8988-95D221FB985C}"/>
              </a:ext>
            </a:extLst>
          </p:cNvPr>
          <p:cNvSpPr>
            <a:spLocks noGrp="1"/>
          </p:cNvSpPr>
          <p:nvPr/>
        </p:nvSpPr>
        <p:spPr>
          <a:xfrm rot="10800000">
            <a:off x="13663613" y="2738438"/>
            <a:ext cx="85725" cy="85725"/>
          </a:xfrm>
          <a:prstGeom prst="triangle">
            <a:avLst/>
          </a:prstGeom>
          <a:solidFill>
            <a:srgbClr val="5B6570"/>
          </a:solidFill>
          <a:ln w="0">
            <a:solidFill>
              <a:srgbClr val="5B6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3" name="inference-classifier">
            <a:extLst>
              <a:ext uri="{FF2B5EF4-FFF2-40B4-BE49-F238E27FC236}">
                <a16:creationId xmlns:a16="http://schemas.microsoft.com/office/drawing/2014/main" id="{37E01FCF-828A-4C80-A2DB-4E788372899A}"/>
              </a:ext>
            </a:extLst>
          </p:cNvPr>
          <p:cNvSpPr>
            <a:spLocks noGrp="1"/>
          </p:cNvSpPr>
          <p:nvPr/>
        </p:nvSpPr>
        <p:spPr>
          <a:xfrm>
            <a:off x="12125325" y="2847975"/>
            <a:ext cx="31623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714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4" name="inference-classifier-label">
            <a:extLst>
              <a:ext uri="{FF2B5EF4-FFF2-40B4-BE49-F238E27FC236}">
                <a16:creationId xmlns:a16="http://schemas.microsoft.com/office/drawing/2014/main" id="{0E10803A-EFB7-4EC9-B8F7-9654AD0340EF}"/>
              </a:ext>
            </a:extLst>
          </p:cNvPr>
          <p:cNvSpPr>
            <a:spLocks noGrp="1"/>
          </p:cNvSpPr>
          <p:nvPr/>
        </p:nvSpPr>
        <p:spPr>
          <a:xfrm>
            <a:off x="12201525" y="2886075"/>
            <a:ext cx="3009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Frozen target classifier  -&gt;</a:t>
            </a:r>
          </a:p>
          <a:p>
            <a:pPr algn="ctr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p(ictal | x_0)</a:t>
            </a:r>
          </a:p>
        </p:txBody>
      </p:sp>
      <p:sp>
        <p:nvSpPr>
          <p:cNvPr id="435" name="Straight Connector 434">
            <a:extLst>
              <a:ext uri="{FF2B5EF4-FFF2-40B4-BE49-F238E27FC236}">
                <a16:creationId xmlns:a16="http://schemas.microsoft.com/office/drawing/2014/main" id="{7C447112-06E1-4F8C-A9CA-DCB9B08F2D1F}"/>
              </a:ext>
            </a:extLst>
          </p:cNvPr>
          <p:cNvSpPr>
            <a:spLocks noGrp="1"/>
          </p:cNvSpPr>
          <p:nvPr/>
        </p:nvSpPr>
        <p:spPr>
          <a:xfrm>
            <a:off x="12363450" y="4171950"/>
            <a:ext cx="0" cy="165735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6" name="Straight Connector 435">
            <a:extLst>
              <a:ext uri="{FF2B5EF4-FFF2-40B4-BE49-F238E27FC236}">
                <a16:creationId xmlns:a16="http://schemas.microsoft.com/office/drawing/2014/main" id="{AEF3F2BD-EA40-4961-8EBD-B9B340F1A9AD}"/>
              </a:ext>
            </a:extLst>
          </p:cNvPr>
          <p:cNvSpPr>
            <a:spLocks noGrp="1"/>
          </p:cNvSpPr>
          <p:nvPr/>
        </p:nvSpPr>
        <p:spPr>
          <a:xfrm>
            <a:off x="12363450" y="5829300"/>
            <a:ext cx="320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7" name="Straight Connector 436">
            <a:extLst>
              <a:ext uri="{FF2B5EF4-FFF2-40B4-BE49-F238E27FC236}">
                <a16:creationId xmlns:a16="http://schemas.microsoft.com/office/drawing/2014/main" id="{B436068C-AC09-4069-8AE5-16CB0E50FD1D}"/>
              </a:ext>
            </a:extLst>
          </p:cNvPr>
          <p:cNvSpPr>
            <a:spLocks noGrp="1"/>
          </p:cNvSpPr>
          <p:nvPr/>
        </p:nvSpPr>
        <p:spPr>
          <a:xfrm>
            <a:off x="12363450" y="5000625"/>
            <a:ext cx="320040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A8911A8C-822A-4013-A063-183CAABA75EF}"/>
              </a:ext>
            </a:extLst>
          </p:cNvPr>
          <p:cNvSpPr>
            <a:spLocks noGrp="1"/>
          </p:cNvSpPr>
          <p:nvPr/>
        </p:nvSpPr>
        <p:spPr>
          <a:xfrm>
            <a:off x="12001500" y="409575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FB9456C-2018-48B8-94C9-CE5ED769AF8C}"/>
              </a:ext>
            </a:extLst>
          </p:cNvPr>
          <p:cNvSpPr>
            <a:spLocks noGrp="1"/>
          </p:cNvSpPr>
          <p:nvPr/>
        </p:nvSpPr>
        <p:spPr>
          <a:xfrm>
            <a:off x="12001500" y="48863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670C1F2E-F057-4628-8EB8-E455371EA6AB}"/>
              </a:ext>
            </a:extLst>
          </p:cNvPr>
          <p:cNvSpPr>
            <a:spLocks noGrp="1"/>
          </p:cNvSpPr>
          <p:nvPr/>
        </p:nvSpPr>
        <p:spPr>
          <a:xfrm>
            <a:off x="12001500" y="57150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441" name="seed-1-bar">
            <a:extLst>
              <a:ext uri="{FF2B5EF4-FFF2-40B4-BE49-F238E27FC236}">
                <a16:creationId xmlns:a16="http://schemas.microsoft.com/office/drawing/2014/main" id="{B16111FD-97BE-425E-90DC-4FD0D65465E9}"/>
              </a:ext>
            </a:extLst>
          </p:cNvPr>
          <p:cNvSpPr>
            <a:spLocks noGrp="1"/>
          </p:cNvSpPr>
          <p:nvPr/>
        </p:nvSpPr>
        <p:spPr>
          <a:xfrm>
            <a:off x="12630150" y="5100066"/>
            <a:ext cx="266700" cy="729234"/>
          </a:xfrm>
          <a:prstGeom prst="rect">
            <a:avLst/>
          </a:prstGeom>
          <a:solidFill>
            <a:srgbClr val="0B6A83"/>
          </a:solidFill>
          <a:ln w="7620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2" name="seed-1-error">
            <a:extLst>
              <a:ext uri="{FF2B5EF4-FFF2-40B4-BE49-F238E27FC236}">
                <a16:creationId xmlns:a16="http://schemas.microsoft.com/office/drawing/2014/main" id="{5E253BB8-B3AB-4C5C-B9FB-2EC08656426C}"/>
              </a:ext>
            </a:extLst>
          </p:cNvPr>
          <p:cNvSpPr>
            <a:spLocks noGrp="1"/>
          </p:cNvSpPr>
          <p:nvPr/>
        </p:nvSpPr>
        <p:spPr>
          <a:xfrm>
            <a:off x="12763500" y="4884611"/>
            <a:ext cx="0" cy="430911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3" name="Straight Connector 442">
            <a:extLst>
              <a:ext uri="{FF2B5EF4-FFF2-40B4-BE49-F238E27FC236}">
                <a16:creationId xmlns:a16="http://schemas.microsoft.com/office/drawing/2014/main" id="{A32C5324-5E18-4A7E-AB3A-4DCEB95E0392}"/>
              </a:ext>
            </a:extLst>
          </p:cNvPr>
          <p:cNvSpPr>
            <a:spLocks noGrp="1"/>
          </p:cNvSpPr>
          <p:nvPr/>
        </p:nvSpPr>
        <p:spPr>
          <a:xfrm>
            <a:off x="12696825" y="4884611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4" name="Straight Connector 443">
            <a:extLst>
              <a:ext uri="{FF2B5EF4-FFF2-40B4-BE49-F238E27FC236}">
                <a16:creationId xmlns:a16="http://schemas.microsoft.com/office/drawing/2014/main" id="{B3A96342-B5A4-43A2-AEBE-31C5DB333CD9}"/>
              </a:ext>
            </a:extLst>
          </p:cNvPr>
          <p:cNvSpPr>
            <a:spLocks noGrp="1"/>
          </p:cNvSpPr>
          <p:nvPr/>
        </p:nvSpPr>
        <p:spPr>
          <a:xfrm>
            <a:off x="12696825" y="5315522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68A027C0-2303-4B2C-A538-15D5E88D246B}"/>
              </a:ext>
            </a:extLst>
          </p:cNvPr>
          <p:cNvSpPr>
            <a:spLocks noGrp="1"/>
          </p:cNvSpPr>
          <p:nvPr/>
        </p:nvSpPr>
        <p:spPr>
          <a:xfrm>
            <a:off x="12487275" y="59055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seed 1</a:t>
            </a:r>
          </a:p>
        </p:txBody>
      </p:sp>
      <p:sp>
        <p:nvSpPr>
          <p:cNvPr id="446" name="seed-2-bar">
            <a:extLst>
              <a:ext uri="{FF2B5EF4-FFF2-40B4-BE49-F238E27FC236}">
                <a16:creationId xmlns:a16="http://schemas.microsoft.com/office/drawing/2014/main" id="{400BB20B-AD22-4441-890A-96CDC8797D22}"/>
              </a:ext>
            </a:extLst>
          </p:cNvPr>
          <p:cNvSpPr>
            <a:spLocks noGrp="1"/>
          </p:cNvSpPr>
          <p:nvPr/>
        </p:nvSpPr>
        <p:spPr>
          <a:xfrm>
            <a:off x="13192125" y="4768596"/>
            <a:ext cx="266700" cy="1060704"/>
          </a:xfrm>
          <a:prstGeom prst="rect">
            <a:avLst/>
          </a:prstGeom>
          <a:solidFill>
            <a:srgbClr val="0B6A83"/>
          </a:solidFill>
          <a:ln w="7620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7" name="seed-2-error">
            <a:extLst>
              <a:ext uri="{FF2B5EF4-FFF2-40B4-BE49-F238E27FC236}">
                <a16:creationId xmlns:a16="http://schemas.microsoft.com/office/drawing/2014/main" id="{CF2D3F6D-D145-4FE4-9C39-C2DC4826116D}"/>
              </a:ext>
            </a:extLst>
          </p:cNvPr>
          <p:cNvSpPr>
            <a:spLocks noGrp="1"/>
          </p:cNvSpPr>
          <p:nvPr/>
        </p:nvSpPr>
        <p:spPr>
          <a:xfrm>
            <a:off x="13325475" y="4602861"/>
            <a:ext cx="0" cy="33147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8" name="Straight Connector 447">
            <a:extLst>
              <a:ext uri="{FF2B5EF4-FFF2-40B4-BE49-F238E27FC236}">
                <a16:creationId xmlns:a16="http://schemas.microsoft.com/office/drawing/2014/main" id="{77ECABE3-6CAE-4FC9-B983-BB3E05D41770}"/>
              </a:ext>
            </a:extLst>
          </p:cNvPr>
          <p:cNvSpPr>
            <a:spLocks noGrp="1"/>
          </p:cNvSpPr>
          <p:nvPr/>
        </p:nvSpPr>
        <p:spPr>
          <a:xfrm>
            <a:off x="13258800" y="4602861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9" name="Straight Connector 448">
            <a:extLst>
              <a:ext uri="{FF2B5EF4-FFF2-40B4-BE49-F238E27FC236}">
                <a16:creationId xmlns:a16="http://schemas.microsoft.com/office/drawing/2014/main" id="{F753059B-AA03-40B8-8A59-6707BE026036}"/>
              </a:ext>
            </a:extLst>
          </p:cNvPr>
          <p:cNvSpPr>
            <a:spLocks noGrp="1"/>
          </p:cNvSpPr>
          <p:nvPr/>
        </p:nvSpPr>
        <p:spPr>
          <a:xfrm>
            <a:off x="13258800" y="4934331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9C6AEED-0CF2-4305-853E-7731401C6775}"/>
              </a:ext>
            </a:extLst>
          </p:cNvPr>
          <p:cNvSpPr>
            <a:spLocks noGrp="1"/>
          </p:cNvSpPr>
          <p:nvPr/>
        </p:nvSpPr>
        <p:spPr>
          <a:xfrm>
            <a:off x="13049250" y="59055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seed 2</a:t>
            </a:r>
          </a:p>
        </p:txBody>
      </p:sp>
      <p:sp>
        <p:nvSpPr>
          <p:cNvPr id="451" name="seed-3-bar">
            <a:extLst>
              <a:ext uri="{FF2B5EF4-FFF2-40B4-BE49-F238E27FC236}">
                <a16:creationId xmlns:a16="http://schemas.microsoft.com/office/drawing/2014/main" id="{40875853-8CDF-47CD-9008-3D3AF96B7615}"/>
              </a:ext>
            </a:extLst>
          </p:cNvPr>
          <p:cNvSpPr>
            <a:spLocks noGrp="1"/>
          </p:cNvSpPr>
          <p:nvPr/>
        </p:nvSpPr>
        <p:spPr>
          <a:xfrm>
            <a:off x="13754100" y="5216081"/>
            <a:ext cx="266700" cy="613220"/>
          </a:xfrm>
          <a:prstGeom prst="rect">
            <a:avLst/>
          </a:prstGeom>
          <a:solidFill>
            <a:srgbClr val="0B6A83"/>
          </a:solidFill>
          <a:ln w="7620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2" name="seed-3-error">
            <a:extLst>
              <a:ext uri="{FF2B5EF4-FFF2-40B4-BE49-F238E27FC236}">
                <a16:creationId xmlns:a16="http://schemas.microsoft.com/office/drawing/2014/main" id="{D8597285-AD2D-4B7E-A304-EA22B79EBE1E}"/>
              </a:ext>
            </a:extLst>
          </p:cNvPr>
          <p:cNvSpPr>
            <a:spLocks noGrp="1"/>
          </p:cNvSpPr>
          <p:nvPr/>
        </p:nvSpPr>
        <p:spPr>
          <a:xfrm>
            <a:off x="13887450" y="5066919"/>
            <a:ext cx="0" cy="298323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3" name="Straight Connector 452">
            <a:extLst>
              <a:ext uri="{FF2B5EF4-FFF2-40B4-BE49-F238E27FC236}">
                <a16:creationId xmlns:a16="http://schemas.microsoft.com/office/drawing/2014/main" id="{72C43158-BD58-4FCB-84CD-B5CCDDA51152}"/>
              </a:ext>
            </a:extLst>
          </p:cNvPr>
          <p:cNvSpPr>
            <a:spLocks noGrp="1"/>
          </p:cNvSpPr>
          <p:nvPr/>
        </p:nvSpPr>
        <p:spPr>
          <a:xfrm>
            <a:off x="13820775" y="5066919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4" name="Straight Connector 453">
            <a:extLst>
              <a:ext uri="{FF2B5EF4-FFF2-40B4-BE49-F238E27FC236}">
                <a16:creationId xmlns:a16="http://schemas.microsoft.com/office/drawing/2014/main" id="{7C642017-0055-4B18-B411-313A5B10D626}"/>
              </a:ext>
            </a:extLst>
          </p:cNvPr>
          <p:cNvSpPr>
            <a:spLocks noGrp="1"/>
          </p:cNvSpPr>
          <p:nvPr/>
        </p:nvSpPr>
        <p:spPr>
          <a:xfrm>
            <a:off x="13820775" y="5365242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D2CF505-6443-4DCB-879C-A608A998F36F}"/>
              </a:ext>
            </a:extLst>
          </p:cNvPr>
          <p:cNvSpPr>
            <a:spLocks noGrp="1"/>
          </p:cNvSpPr>
          <p:nvPr/>
        </p:nvSpPr>
        <p:spPr>
          <a:xfrm>
            <a:off x="13611225" y="59055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seed 3</a:t>
            </a:r>
          </a:p>
        </p:txBody>
      </p:sp>
      <p:sp>
        <p:nvSpPr>
          <p:cNvPr id="456" name="seed-4-bar">
            <a:extLst>
              <a:ext uri="{FF2B5EF4-FFF2-40B4-BE49-F238E27FC236}">
                <a16:creationId xmlns:a16="http://schemas.microsoft.com/office/drawing/2014/main" id="{B5456C65-3746-4DB6-AD9E-29799F5244B9}"/>
              </a:ext>
            </a:extLst>
          </p:cNvPr>
          <p:cNvSpPr>
            <a:spLocks noGrp="1"/>
          </p:cNvSpPr>
          <p:nvPr/>
        </p:nvSpPr>
        <p:spPr>
          <a:xfrm>
            <a:off x="14316075" y="4636008"/>
            <a:ext cx="266700" cy="1193292"/>
          </a:xfrm>
          <a:prstGeom prst="rect">
            <a:avLst/>
          </a:prstGeom>
          <a:solidFill>
            <a:srgbClr val="0B6A83"/>
          </a:solidFill>
          <a:ln w="7620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7" name="seed-4-error">
            <a:extLst>
              <a:ext uri="{FF2B5EF4-FFF2-40B4-BE49-F238E27FC236}">
                <a16:creationId xmlns:a16="http://schemas.microsoft.com/office/drawing/2014/main" id="{3AA7E430-A4EF-4B31-8BC6-F73E26E28E21}"/>
              </a:ext>
            </a:extLst>
          </p:cNvPr>
          <p:cNvSpPr>
            <a:spLocks noGrp="1"/>
          </p:cNvSpPr>
          <p:nvPr/>
        </p:nvSpPr>
        <p:spPr>
          <a:xfrm>
            <a:off x="14449425" y="4420553"/>
            <a:ext cx="0" cy="430911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8" name="Straight Connector 457">
            <a:extLst>
              <a:ext uri="{FF2B5EF4-FFF2-40B4-BE49-F238E27FC236}">
                <a16:creationId xmlns:a16="http://schemas.microsoft.com/office/drawing/2014/main" id="{557D1D9D-9D6F-479C-B61D-33A0BCCB1609}"/>
              </a:ext>
            </a:extLst>
          </p:cNvPr>
          <p:cNvSpPr>
            <a:spLocks noGrp="1"/>
          </p:cNvSpPr>
          <p:nvPr/>
        </p:nvSpPr>
        <p:spPr>
          <a:xfrm>
            <a:off x="14382750" y="4420553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9" name="Straight Connector 458">
            <a:extLst>
              <a:ext uri="{FF2B5EF4-FFF2-40B4-BE49-F238E27FC236}">
                <a16:creationId xmlns:a16="http://schemas.microsoft.com/office/drawing/2014/main" id="{40F3910D-42CC-48A3-9511-8D134D3B7157}"/>
              </a:ext>
            </a:extLst>
          </p:cNvPr>
          <p:cNvSpPr>
            <a:spLocks noGrp="1"/>
          </p:cNvSpPr>
          <p:nvPr/>
        </p:nvSpPr>
        <p:spPr>
          <a:xfrm>
            <a:off x="14382750" y="4851464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8BB24936-DE77-4A40-BF78-21A9081B3AA6}"/>
              </a:ext>
            </a:extLst>
          </p:cNvPr>
          <p:cNvSpPr>
            <a:spLocks noGrp="1"/>
          </p:cNvSpPr>
          <p:nvPr/>
        </p:nvSpPr>
        <p:spPr>
          <a:xfrm>
            <a:off x="14173200" y="59055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seed 4</a:t>
            </a:r>
          </a:p>
        </p:txBody>
      </p:sp>
      <p:sp>
        <p:nvSpPr>
          <p:cNvPr id="461" name="seed-5-bar">
            <a:extLst>
              <a:ext uri="{FF2B5EF4-FFF2-40B4-BE49-F238E27FC236}">
                <a16:creationId xmlns:a16="http://schemas.microsoft.com/office/drawing/2014/main" id="{4A8B158A-4204-4EED-A4DF-8A057B9045A7}"/>
              </a:ext>
            </a:extLst>
          </p:cNvPr>
          <p:cNvSpPr>
            <a:spLocks noGrp="1"/>
          </p:cNvSpPr>
          <p:nvPr/>
        </p:nvSpPr>
        <p:spPr>
          <a:xfrm>
            <a:off x="14878050" y="4917758"/>
            <a:ext cx="266700" cy="911543"/>
          </a:xfrm>
          <a:prstGeom prst="rect">
            <a:avLst/>
          </a:prstGeom>
          <a:solidFill>
            <a:srgbClr val="0B6A83"/>
          </a:solidFill>
          <a:ln w="7620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2" name="seed-5-error">
            <a:extLst>
              <a:ext uri="{FF2B5EF4-FFF2-40B4-BE49-F238E27FC236}">
                <a16:creationId xmlns:a16="http://schemas.microsoft.com/office/drawing/2014/main" id="{E346A687-2286-45F8-943F-9833F19FA591}"/>
              </a:ext>
            </a:extLst>
          </p:cNvPr>
          <p:cNvSpPr>
            <a:spLocks noGrp="1"/>
          </p:cNvSpPr>
          <p:nvPr/>
        </p:nvSpPr>
        <p:spPr>
          <a:xfrm>
            <a:off x="15011400" y="4735449"/>
            <a:ext cx="0" cy="364617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3" name="Straight Connector 462">
            <a:extLst>
              <a:ext uri="{FF2B5EF4-FFF2-40B4-BE49-F238E27FC236}">
                <a16:creationId xmlns:a16="http://schemas.microsoft.com/office/drawing/2014/main" id="{C99F9080-E62E-4E96-8BE1-F72F0BB2A0AA}"/>
              </a:ext>
            </a:extLst>
          </p:cNvPr>
          <p:cNvSpPr>
            <a:spLocks noGrp="1"/>
          </p:cNvSpPr>
          <p:nvPr/>
        </p:nvSpPr>
        <p:spPr>
          <a:xfrm>
            <a:off x="14944725" y="4735449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4" name="Straight Connector 463">
            <a:extLst>
              <a:ext uri="{FF2B5EF4-FFF2-40B4-BE49-F238E27FC236}">
                <a16:creationId xmlns:a16="http://schemas.microsoft.com/office/drawing/2014/main" id="{71F964C1-F05D-454E-B1B6-CA6F391C626A}"/>
              </a:ext>
            </a:extLst>
          </p:cNvPr>
          <p:cNvSpPr>
            <a:spLocks noGrp="1"/>
          </p:cNvSpPr>
          <p:nvPr/>
        </p:nvSpPr>
        <p:spPr>
          <a:xfrm>
            <a:off x="14944725" y="5100066"/>
            <a:ext cx="1333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F14F75DA-A97E-4394-A5CF-CE5E1B26C317}"/>
              </a:ext>
            </a:extLst>
          </p:cNvPr>
          <p:cNvSpPr>
            <a:spLocks noGrp="1"/>
          </p:cNvSpPr>
          <p:nvPr/>
        </p:nvSpPr>
        <p:spPr>
          <a:xfrm>
            <a:off x="14735175" y="590550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seed 5</a:t>
            </a: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435F1E0F-3059-4A14-8C17-732A42F596ED}"/>
              </a:ext>
            </a:extLst>
          </p:cNvPr>
          <p:cNvSpPr>
            <a:spLocks noGrp="1"/>
          </p:cNvSpPr>
          <p:nvPr/>
        </p:nvSpPr>
        <p:spPr>
          <a:xfrm>
            <a:off x="12363450" y="3848100"/>
            <a:ext cx="32004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Ensemble p(ictal | x_0)</a:t>
            </a: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781E139A-3AF5-4E18-860F-D115FB79834E}"/>
              </a:ext>
            </a:extLst>
          </p:cNvPr>
          <p:cNvSpPr>
            <a:spLocks noGrp="1"/>
          </p:cNvSpPr>
          <p:nvPr/>
        </p:nvSpPr>
        <p:spPr>
          <a:xfrm>
            <a:off x="12496800" y="6115050"/>
            <a:ext cx="285750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7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5-seed ensemble +</a:t>
            </a:r>
          </a:p>
          <a:p>
            <a:pPr algn="ctr">
              <a:defRPr sz="17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bootstrap 95% CI</a:t>
            </a:r>
          </a:p>
        </p:txBody>
      </p:sp>
      <p:sp>
        <p:nvSpPr>
          <p:cNvPr id="468" name="inference-only-footer">
            <a:extLst>
              <a:ext uri="{FF2B5EF4-FFF2-40B4-BE49-F238E27FC236}">
                <a16:creationId xmlns:a16="http://schemas.microsoft.com/office/drawing/2014/main" id="{2FC17D1B-E5A1-4A75-B817-4D51D9E7D88B}"/>
              </a:ext>
            </a:extLst>
          </p:cNvPr>
          <p:cNvSpPr>
            <a:spLocks noGrp="1"/>
          </p:cNvSpPr>
          <p:nvPr/>
        </p:nvSpPr>
        <p:spPr>
          <a:xfrm>
            <a:off x="228600" y="7074331"/>
            <a:ext cx="15535275" cy="714375"/>
          </a:xfrm>
          <a:prstGeom prst="roundRect">
            <a:avLst>
              <a:gd name="adj" fmla="val 10667"/>
            </a:avLst>
          </a:prstGeom>
          <a:solidFill>
            <a:srgbClr val="EEF8EE"/>
          </a:solidFill>
          <a:ln w="15240">
            <a:solidFill>
              <a:srgbClr val="0F5A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AD9DA4E1-BACB-40C6-9D06-896FAA6E0CFA}"/>
              </a:ext>
            </a:extLst>
          </p:cNvPr>
          <p:cNvSpPr>
            <a:spLocks noGrp="1"/>
          </p:cNvSpPr>
          <p:nvPr/>
        </p:nvSpPr>
        <p:spPr>
          <a:xfrm>
            <a:off x="1236225" y="7216774"/>
            <a:ext cx="1352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025" b="1">
                <a:solidFill>
                  <a:srgbClr val="0F5A2A"/>
                </a:solidFill>
                <a:latin typeface="Aptos"/>
                <a:ea typeface="Aptos"/>
                <a:cs typeface="Aptos"/>
              </a:defRPr>
            </a:pPr>
            <a:r>
              <a:rPr sz="2025" b="1" dirty="0">
                <a:solidFill>
                  <a:srgbClr val="0F5A2A"/>
                </a:solidFill>
                <a:latin typeface="Aptos"/>
                <a:ea typeface="Aptos"/>
                <a:cs typeface="Aptos"/>
              </a:rPr>
              <a:t>Inference-time inputs: preictal window only  -  no labels, no real target, no preictal classifier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5CE3EAB-E050-A364-916D-C02836D572A5}"/>
              </a:ext>
            </a:extLst>
          </p:cNvPr>
          <p:cNvSpPr>
            <a:spLocks noGrp="1"/>
          </p:cNvSpPr>
          <p:nvPr/>
        </p:nvSpPr>
        <p:spPr>
          <a:xfrm>
            <a:off x="312884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1" name="Straight Connector 470">
            <a:extLst>
              <a:ext uri="{FF2B5EF4-FFF2-40B4-BE49-F238E27FC236}">
                <a16:creationId xmlns:a16="http://schemas.microsoft.com/office/drawing/2014/main" id="{035DDE99-438D-9B2D-7762-D90889894F29}"/>
              </a:ext>
            </a:extLst>
          </p:cNvPr>
          <p:cNvSpPr>
            <a:spLocks noGrp="1"/>
          </p:cNvSpPr>
          <p:nvPr/>
        </p:nvSpPr>
        <p:spPr>
          <a:xfrm>
            <a:off x="3128842" y="5559524"/>
            <a:ext cx="554355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3" name="Straight Connector 472">
            <a:extLst>
              <a:ext uri="{FF2B5EF4-FFF2-40B4-BE49-F238E27FC236}">
                <a16:creationId xmlns:a16="http://schemas.microsoft.com/office/drawing/2014/main" id="{CB4E69DE-4158-9285-830D-49AD840B9A07}"/>
              </a:ext>
            </a:extLst>
          </p:cNvPr>
          <p:cNvSpPr>
            <a:spLocks noGrp="1"/>
          </p:cNvSpPr>
          <p:nvPr/>
        </p:nvSpPr>
        <p:spPr>
          <a:xfrm>
            <a:off x="3128842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5" name="Straight Connector 474">
            <a:extLst>
              <a:ext uri="{FF2B5EF4-FFF2-40B4-BE49-F238E27FC236}">
                <a16:creationId xmlns:a16="http://schemas.microsoft.com/office/drawing/2014/main" id="{F6C520FC-1B80-C55B-894F-81C35FDF4696}"/>
              </a:ext>
            </a:extLst>
          </p:cNvPr>
          <p:cNvSpPr>
            <a:spLocks noGrp="1"/>
          </p:cNvSpPr>
          <p:nvPr/>
        </p:nvSpPr>
        <p:spPr>
          <a:xfrm>
            <a:off x="3683197" y="5464274"/>
            <a:ext cx="0" cy="9525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CC7191F6-9CBB-DE9D-8146-E2EA0BBA872F}"/>
              </a:ext>
            </a:extLst>
          </p:cNvPr>
          <p:cNvSpPr>
            <a:spLocks noGrp="1"/>
          </p:cNvSpPr>
          <p:nvPr/>
        </p:nvSpPr>
        <p:spPr>
          <a:xfrm>
            <a:off x="3193137" y="5557142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3 s</a:t>
            </a:r>
          </a:p>
        </p:txBody>
      </p:sp>
      <p:pic>
        <p:nvPicPr>
          <p:cNvPr id="479" name="Graphic 478" descr="Snowflake outline">
            <a:extLst>
              <a:ext uri="{FF2B5EF4-FFF2-40B4-BE49-F238E27FC236}">
                <a16:creationId xmlns:a16="http://schemas.microsoft.com/office/drawing/2014/main" id="{8EF94CCF-2F8B-C7B3-CF25-CAD8CAEC8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6278" y="5656037"/>
            <a:ext cx="716189" cy="716189"/>
          </a:xfrm>
          <a:prstGeom prst="rect">
            <a:avLst/>
          </a:prstGeom>
        </p:spPr>
      </p:pic>
      <p:pic>
        <p:nvPicPr>
          <p:cNvPr id="481" name="Picture 480">
            <a:extLst>
              <a:ext uri="{FF2B5EF4-FFF2-40B4-BE49-F238E27FC236}">
                <a16:creationId xmlns:a16="http://schemas.microsoft.com/office/drawing/2014/main" id="{6576F913-F23B-39A5-9A6C-03D3CD0AC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771775"/>
            <a:ext cx="1200150" cy="602298"/>
          </a:xfrm>
          <a:prstGeom prst="rect">
            <a:avLst/>
          </a:prstGeom>
        </p:spPr>
      </p:pic>
      <p:pic>
        <p:nvPicPr>
          <p:cNvPr id="483" name="Picture 482">
            <a:extLst>
              <a:ext uri="{FF2B5EF4-FFF2-40B4-BE49-F238E27FC236}">
                <a16:creationId xmlns:a16="http://schemas.microsoft.com/office/drawing/2014/main" id="{C2A15841-4A88-0A25-81C7-4461AFB19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171" y="2779811"/>
            <a:ext cx="1200150" cy="593553"/>
          </a:xfrm>
          <a:prstGeom prst="rect">
            <a:avLst/>
          </a:prstGeom>
        </p:spPr>
      </p:pic>
      <p:pic>
        <p:nvPicPr>
          <p:cNvPr id="485" name="Picture 484">
            <a:extLst>
              <a:ext uri="{FF2B5EF4-FFF2-40B4-BE49-F238E27FC236}">
                <a16:creationId xmlns:a16="http://schemas.microsoft.com/office/drawing/2014/main" id="{6693BD03-6057-9414-44F7-AB5534E27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032" y="2771775"/>
            <a:ext cx="1143612" cy="60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632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210</Words>
  <Application>Microsoft Office PowerPoint</Application>
  <DocSecurity>0</DocSecurity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Zanxu Wang</cp:lastModifiedBy>
  <cp:revision>4</cp:revision>
  <dcterms:created xsi:type="dcterms:W3CDTF">2026-06-12T14:43:50Z</dcterms:created>
  <dcterms:modified xsi:type="dcterms:W3CDTF">2026-07-23T14:31:16Z</dcterms:modified>
</cp:coreProperties>
</file>